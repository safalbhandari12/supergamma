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Bellefair"/>
      <p:regular r:id="rId42"/>
    </p:embeddedFont>
    <p:embeddedFont>
      <p:font typeface="Proxima Nova"/>
      <p:regular r:id="rId43"/>
      <p:bold r:id="rId44"/>
      <p:italic r:id="rId45"/>
      <p:boldItalic r:id="rId46"/>
    </p:embeddedFont>
    <p:embeddedFont>
      <p:font typeface="Bellota Text"/>
      <p:regular r:id="rId47"/>
      <p:bold r:id="rId48"/>
      <p:italic r:id="rId49"/>
      <p:boldItalic r:id="rId50"/>
    </p:embeddedFont>
    <p:embeddedFont>
      <p:font typeface="Proxima Nova Semibold"/>
      <p:regular r:id="rId51"/>
      <p:bold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7CC36E-2856-4431-A14F-A24156B9966F}">
  <a:tblStyle styleId="{A07CC36E-2856-4431-A14F-A24156B9966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Bellefair-regular.fntdata"/><Relationship Id="rId41" Type="http://schemas.openxmlformats.org/officeDocument/2006/relationships/slide" Target="slides/slide35.xml"/><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BellotaText-bold.fntdata"/><Relationship Id="rId47" Type="http://schemas.openxmlformats.org/officeDocument/2006/relationships/font" Target="fonts/BellotaText-regular.fntdata"/><Relationship Id="rId49" Type="http://schemas.openxmlformats.org/officeDocument/2006/relationships/font" Target="fonts/BellotaTex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roximaNovaSemibold-regular.fntdata"/><Relationship Id="rId50" Type="http://schemas.openxmlformats.org/officeDocument/2006/relationships/font" Target="fonts/BellotaText-boldItalic.fntdata"/><Relationship Id="rId53" Type="http://schemas.openxmlformats.org/officeDocument/2006/relationships/font" Target="fonts/ProximaNovaSemibold-boldItalic.fntdata"/><Relationship Id="rId52" Type="http://schemas.openxmlformats.org/officeDocument/2006/relationships/font" Target="fonts/ProximaNovaSemibold-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25adefb2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25adefb2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226c60fe0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226c60fe0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feae5102b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feae5102b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feae5102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feae5102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52fdb0b769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52fdb0b769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38fc0d27e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38fc0d27e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52da9862a4_7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52da9862a4_7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52da9862a4_7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52da9862a4_7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152da9862a4_7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152da9862a4_7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feae5102b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feae5102b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feae5102b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feae5102b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feae5102b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feae5102b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feae5102b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feae5102b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feae5102b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feae5102b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feae5102b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feae5102b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feae5102b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feae5102b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feae5102b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feae5102b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feae5102b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feae5102b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feae5102b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feae5102b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feae5102b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feae5102b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152fdb0b769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152fdb0b769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152fdb0b769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152fdb0b769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152fdb0b769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152fdb0b769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152fdb0b769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152fdb0b769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152fdb0b769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152fdb0b769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152fdb0b769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152fdb0b769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152fdb0b769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152fdb0b769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152fdb0b769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152fdb0b769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152fdb0b769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152fdb0b769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feae5102b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feae5102b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155cdcecf3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155cdcecf3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155cdcecf30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155cdcecf30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g138fc0d27e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4" name="Google Shape;1714;g138fc0d27e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g138fc0d27e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1" name="Google Shape;1721;g138fc0d27e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138fc0d27ec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138fc0d27e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10" name="Google Shape;10;p2"/>
          <p:cNvSpPr/>
          <p:nvPr/>
        </p:nvSpPr>
        <p:spPr>
          <a:xfrm>
            <a:off x="999100" y="670775"/>
            <a:ext cx="7145761" cy="3963102"/>
          </a:xfrm>
          <a:custGeom>
            <a:rect b="b" l="l" r="r" t="t"/>
            <a:pathLst>
              <a:path extrusionOk="0" h="21688" w="33354">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2147550" y="947726"/>
            <a:ext cx="4848900" cy="2449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5000">
                <a:solidFill>
                  <a:schemeClr val="accent4"/>
                </a:solidFill>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sp>
        <p:nvSpPr>
          <p:cNvPr id="12" name="Google Shape;12;p2"/>
          <p:cNvSpPr txBox="1"/>
          <p:nvPr>
            <p:ph idx="1" type="subTitle"/>
          </p:nvPr>
        </p:nvSpPr>
        <p:spPr>
          <a:xfrm>
            <a:off x="2147550" y="3800600"/>
            <a:ext cx="4848900" cy="299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accent4"/>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1565" l="0" r="0" t="0"/>
          <a:stretch/>
        </p:blipFill>
        <p:spPr>
          <a:xfrm>
            <a:off x="0" y="0"/>
            <a:ext cx="9144000" cy="5143500"/>
          </a:xfrm>
          <a:prstGeom prst="rect">
            <a:avLst/>
          </a:prstGeom>
          <a:noFill/>
          <a:ln>
            <a:noFill/>
          </a:ln>
        </p:spPr>
      </p:pic>
      <p:grpSp>
        <p:nvGrpSpPr>
          <p:cNvPr id="15" name="Google Shape;15;p3"/>
          <p:cNvGrpSpPr/>
          <p:nvPr/>
        </p:nvGrpSpPr>
        <p:grpSpPr>
          <a:xfrm>
            <a:off x="343636" y="821368"/>
            <a:ext cx="3966658" cy="3058197"/>
            <a:chOff x="262882" y="2312640"/>
            <a:chExt cx="2800323" cy="2158981"/>
          </a:xfrm>
        </p:grpSpPr>
        <p:sp>
          <p:nvSpPr>
            <p:cNvPr id="16" name="Google Shape;16;p3"/>
            <p:cNvSpPr/>
            <p:nvPr/>
          </p:nvSpPr>
          <p:spPr>
            <a:xfrm rot="-930313">
              <a:off x="425544" y="2615180"/>
              <a:ext cx="2474999" cy="1553902"/>
            </a:xfrm>
            <a:custGeom>
              <a:rect b="b" l="l" r="r" t="t"/>
              <a:pathLst>
                <a:path extrusionOk="0" h="21393" w="34074">
                  <a:moveTo>
                    <a:pt x="0" y="0"/>
                  </a:moveTo>
                  <a:lnTo>
                    <a:pt x="0" y="21102"/>
                  </a:lnTo>
                  <a:cubicBezTo>
                    <a:pt x="60" y="21042"/>
                    <a:pt x="136" y="20996"/>
                    <a:pt x="210" y="20966"/>
                  </a:cubicBezTo>
                  <a:cubicBezTo>
                    <a:pt x="316" y="20966"/>
                    <a:pt x="376" y="21026"/>
                    <a:pt x="390" y="21132"/>
                  </a:cubicBezTo>
                  <a:cubicBezTo>
                    <a:pt x="444" y="21213"/>
                    <a:pt x="511" y="21392"/>
                    <a:pt x="623" y="21392"/>
                  </a:cubicBezTo>
                  <a:cubicBezTo>
                    <a:pt x="635" y="21392"/>
                    <a:pt x="647" y="21390"/>
                    <a:pt x="660" y="21386"/>
                  </a:cubicBezTo>
                  <a:cubicBezTo>
                    <a:pt x="720" y="21356"/>
                    <a:pt x="750" y="21282"/>
                    <a:pt x="810" y="21252"/>
                  </a:cubicBezTo>
                  <a:cubicBezTo>
                    <a:pt x="870" y="21236"/>
                    <a:pt x="930" y="21236"/>
                    <a:pt x="1006" y="21222"/>
                  </a:cubicBezTo>
                  <a:cubicBezTo>
                    <a:pt x="1140" y="21192"/>
                    <a:pt x="1276" y="21176"/>
                    <a:pt x="1410" y="21176"/>
                  </a:cubicBezTo>
                  <a:cubicBezTo>
                    <a:pt x="1500" y="21176"/>
                    <a:pt x="1560" y="21132"/>
                    <a:pt x="1666" y="21116"/>
                  </a:cubicBezTo>
                  <a:cubicBezTo>
                    <a:pt x="1717" y="21101"/>
                    <a:pt x="1775" y="21098"/>
                    <a:pt x="1836" y="21098"/>
                  </a:cubicBezTo>
                  <a:cubicBezTo>
                    <a:pt x="1899" y="21098"/>
                    <a:pt x="1964" y="21102"/>
                    <a:pt x="2026" y="21102"/>
                  </a:cubicBezTo>
                  <a:cubicBezTo>
                    <a:pt x="2220" y="21102"/>
                    <a:pt x="2415" y="21116"/>
                    <a:pt x="2610" y="21116"/>
                  </a:cubicBezTo>
                  <a:cubicBezTo>
                    <a:pt x="2730" y="21102"/>
                    <a:pt x="2760" y="21056"/>
                    <a:pt x="2805" y="20966"/>
                  </a:cubicBezTo>
                  <a:cubicBezTo>
                    <a:pt x="2943" y="20966"/>
                    <a:pt x="3070" y="20996"/>
                    <a:pt x="3196" y="20996"/>
                  </a:cubicBezTo>
                  <a:cubicBezTo>
                    <a:pt x="3290" y="20996"/>
                    <a:pt x="3384" y="20979"/>
                    <a:pt x="3480" y="20922"/>
                  </a:cubicBezTo>
                  <a:cubicBezTo>
                    <a:pt x="3567" y="20859"/>
                    <a:pt x="3592" y="20828"/>
                    <a:pt x="3675" y="20828"/>
                  </a:cubicBezTo>
                  <a:cubicBezTo>
                    <a:pt x="3692" y="20828"/>
                    <a:pt x="3712" y="20829"/>
                    <a:pt x="3735" y="20832"/>
                  </a:cubicBezTo>
                  <a:cubicBezTo>
                    <a:pt x="3795" y="20832"/>
                    <a:pt x="3855" y="20832"/>
                    <a:pt x="3915" y="20816"/>
                  </a:cubicBezTo>
                  <a:cubicBezTo>
                    <a:pt x="3960" y="20802"/>
                    <a:pt x="4005" y="20786"/>
                    <a:pt x="4035" y="20756"/>
                  </a:cubicBezTo>
                  <a:cubicBezTo>
                    <a:pt x="4110" y="20756"/>
                    <a:pt x="4185" y="20772"/>
                    <a:pt x="4245" y="20772"/>
                  </a:cubicBezTo>
                  <a:cubicBezTo>
                    <a:pt x="4469" y="20756"/>
                    <a:pt x="4709" y="20742"/>
                    <a:pt x="4935" y="20712"/>
                  </a:cubicBezTo>
                  <a:cubicBezTo>
                    <a:pt x="5385" y="20682"/>
                    <a:pt x="5835" y="20682"/>
                    <a:pt x="6285" y="20682"/>
                  </a:cubicBezTo>
                  <a:lnTo>
                    <a:pt x="6419" y="20682"/>
                  </a:lnTo>
                  <a:cubicBezTo>
                    <a:pt x="6431" y="20678"/>
                    <a:pt x="6444" y="20676"/>
                    <a:pt x="6455" y="20676"/>
                  </a:cubicBezTo>
                  <a:cubicBezTo>
                    <a:pt x="6488" y="20676"/>
                    <a:pt x="6517" y="20690"/>
                    <a:pt x="6539" y="20712"/>
                  </a:cubicBezTo>
                  <a:cubicBezTo>
                    <a:pt x="6559" y="20741"/>
                    <a:pt x="6578" y="20757"/>
                    <a:pt x="6602" y="20757"/>
                  </a:cubicBezTo>
                  <a:cubicBezTo>
                    <a:pt x="6614" y="20757"/>
                    <a:pt x="6629" y="20752"/>
                    <a:pt x="6645" y="20742"/>
                  </a:cubicBezTo>
                  <a:cubicBezTo>
                    <a:pt x="6689" y="20724"/>
                    <a:pt x="6728" y="20717"/>
                    <a:pt x="6764" y="20717"/>
                  </a:cubicBezTo>
                  <a:cubicBezTo>
                    <a:pt x="6790" y="20717"/>
                    <a:pt x="6814" y="20720"/>
                    <a:pt x="6839" y="20726"/>
                  </a:cubicBezTo>
                  <a:cubicBezTo>
                    <a:pt x="6876" y="20859"/>
                    <a:pt x="6892" y="21030"/>
                    <a:pt x="7006" y="21030"/>
                  </a:cubicBezTo>
                  <a:cubicBezTo>
                    <a:pt x="7034" y="21030"/>
                    <a:pt x="7068" y="21020"/>
                    <a:pt x="7109" y="20996"/>
                  </a:cubicBezTo>
                  <a:cubicBezTo>
                    <a:pt x="7169" y="20952"/>
                    <a:pt x="7229" y="20906"/>
                    <a:pt x="7275" y="20862"/>
                  </a:cubicBezTo>
                  <a:cubicBezTo>
                    <a:pt x="7305" y="20854"/>
                    <a:pt x="7335" y="20850"/>
                    <a:pt x="7365" y="20850"/>
                  </a:cubicBezTo>
                  <a:cubicBezTo>
                    <a:pt x="7394" y="20850"/>
                    <a:pt x="7424" y="20854"/>
                    <a:pt x="7454" y="20862"/>
                  </a:cubicBezTo>
                  <a:cubicBezTo>
                    <a:pt x="7589" y="20876"/>
                    <a:pt x="7724" y="20906"/>
                    <a:pt x="7859" y="20936"/>
                  </a:cubicBezTo>
                  <a:cubicBezTo>
                    <a:pt x="8099" y="20982"/>
                    <a:pt x="8324" y="21102"/>
                    <a:pt x="8564" y="21146"/>
                  </a:cubicBezTo>
                  <a:cubicBezTo>
                    <a:pt x="8604" y="21151"/>
                    <a:pt x="8646" y="21153"/>
                    <a:pt x="8688" y="21153"/>
                  </a:cubicBezTo>
                  <a:cubicBezTo>
                    <a:pt x="8772" y="21153"/>
                    <a:pt x="8859" y="21146"/>
                    <a:pt x="8939" y="21146"/>
                  </a:cubicBezTo>
                  <a:cubicBezTo>
                    <a:pt x="8963" y="21144"/>
                    <a:pt x="8987" y="21143"/>
                    <a:pt x="9011" y="21143"/>
                  </a:cubicBezTo>
                  <a:cubicBezTo>
                    <a:pt x="9166" y="21143"/>
                    <a:pt x="9321" y="21180"/>
                    <a:pt x="9464" y="21206"/>
                  </a:cubicBezTo>
                  <a:cubicBezTo>
                    <a:pt x="9614" y="21222"/>
                    <a:pt x="9748" y="21252"/>
                    <a:pt x="9884" y="21296"/>
                  </a:cubicBezTo>
                  <a:cubicBezTo>
                    <a:pt x="9958" y="21252"/>
                    <a:pt x="10034" y="21192"/>
                    <a:pt x="10094" y="21132"/>
                  </a:cubicBezTo>
                  <a:cubicBezTo>
                    <a:pt x="10156" y="21085"/>
                    <a:pt x="10194" y="21055"/>
                    <a:pt x="10222" y="21055"/>
                  </a:cubicBezTo>
                  <a:cubicBezTo>
                    <a:pt x="10249" y="21055"/>
                    <a:pt x="10267" y="21081"/>
                    <a:pt x="10288" y="21146"/>
                  </a:cubicBezTo>
                  <a:cubicBezTo>
                    <a:pt x="10364" y="21146"/>
                    <a:pt x="10438" y="21102"/>
                    <a:pt x="10484" y="21042"/>
                  </a:cubicBezTo>
                  <a:cubicBezTo>
                    <a:pt x="10443" y="21031"/>
                    <a:pt x="10396" y="21021"/>
                    <a:pt x="10350" y="21011"/>
                  </a:cubicBezTo>
                  <a:lnTo>
                    <a:pt x="10350" y="21011"/>
                  </a:lnTo>
                  <a:cubicBezTo>
                    <a:pt x="10351" y="21011"/>
                    <a:pt x="10351" y="21011"/>
                    <a:pt x="10351" y="21011"/>
                  </a:cubicBezTo>
                  <a:cubicBezTo>
                    <a:pt x="10460" y="21011"/>
                    <a:pt x="10520" y="20871"/>
                    <a:pt x="10615" y="20871"/>
                  </a:cubicBezTo>
                  <a:cubicBezTo>
                    <a:pt x="10626" y="20871"/>
                    <a:pt x="10637" y="20872"/>
                    <a:pt x="10648" y="20876"/>
                  </a:cubicBezTo>
                  <a:cubicBezTo>
                    <a:pt x="10708" y="20892"/>
                    <a:pt x="10754" y="20936"/>
                    <a:pt x="10828" y="20936"/>
                  </a:cubicBezTo>
                  <a:cubicBezTo>
                    <a:pt x="10888" y="20936"/>
                    <a:pt x="10962" y="20923"/>
                    <a:pt x="11026" y="20923"/>
                  </a:cubicBezTo>
                  <a:cubicBezTo>
                    <a:pt x="11058" y="20923"/>
                    <a:pt x="11089" y="20926"/>
                    <a:pt x="11114" y="20936"/>
                  </a:cubicBezTo>
                  <a:cubicBezTo>
                    <a:pt x="11174" y="20952"/>
                    <a:pt x="11218" y="21012"/>
                    <a:pt x="11278" y="21026"/>
                  </a:cubicBezTo>
                  <a:cubicBezTo>
                    <a:pt x="11313" y="21035"/>
                    <a:pt x="11352" y="21044"/>
                    <a:pt x="11388" y="21044"/>
                  </a:cubicBezTo>
                  <a:cubicBezTo>
                    <a:pt x="11415" y="21044"/>
                    <a:pt x="11439" y="21039"/>
                    <a:pt x="11458" y="21026"/>
                  </a:cubicBezTo>
                  <a:cubicBezTo>
                    <a:pt x="11548" y="21012"/>
                    <a:pt x="11548" y="20922"/>
                    <a:pt x="11624" y="20892"/>
                  </a:cubicBezTo>
                  <a:cubicBezTo>
                    <a:pt x="11630" y="20889"/>
                    <a:pt x="11637" y="20888"/>
                    <a:pt x="11645" y="20888"/>
                  </a:cubicBezTo>
                  <a:cubicBezTo>
                    <a:pt x="11689" y="20888"/>
                    <a:pt x="11750" y="20922"/>
                    <a:pt x="11788" y="20922"/>
                  </a:cubicBezTo>
                  <a:cubicBezTo>
                    <a:pt x="11802" y="20923"/>
                    <a:pt x="11817" y="20924"/>
                    <a:pt x="11832" y="20924"/>
                  </a:cubicBezTo>
                  <a:cubicBezTo>
                    <a:pt x="11961" y="20924"/>
                    <a:pt x="12116" y="20873"/>
                    <a:pt x="12224" y="20846"/>
                  </a:cubicBezTo>
                  <a:cubicBezTo>
                    <a:pt x="12298" y="20816"/>
                    <a:pt x="12358" y="20802"/>
                    <a:pt x="12434" y="20802"/>
                  </a:cubicBezTo>
                  <a:cubicBezTo>
                    <a:pt x="12442" y="20799"/>
                    <a:pt x="12449" y="20798"/>
                    <a:pt x="12455" y="20798"/>
                  </a:cubicBezTo>
                  <a:cubicBezTo>
                    <a:pt x="12484" y="20798"/>
                    <a:pt x="12496" y="20824"/>
                    <a:pt x="12508" y="20862"/>
                  </a:cubicBezTo>
                  <a:cubicBezTo>
                    <a:pt x="12575" y="20919"/>
                    <a:pt x="12665" y="20940"/>
                    <a:pt x="12757" y="20940"/>
                  </a:cubicBezTo>
                  <a:cubicBezTo>
                    <a:pt x="12810" y="20940"/>
                    <a:pt x="12864" y="20933"/>
                    <a:pt x="12913" y="20922"/>
                  </a:cubicBezTo>
                  <a:cubicBezTo>
                    <a:pt x="13048" y="20892"/>
                    <a:pt x="13123" y="20786"/>
                    <a:pt x="13198" y="20666"/>
                  </a:cubicBezTo>
                  <a:cubicBezTo>
                    <a:pt x="13258" y="20562"/>
                    <a:pt x="13243" y="20532"/>
                    <a:pt x="13318" y="20486"/>
                  </a:cubicBezTo>
                  <a:cubicBezTo>
                    <a:pt x="13356" y="20464"/>
                    <a:pt x="13416" y="20456"/>
                    <a:pt x="13477" y="20456"/>
                  </a:cubicBezTo>
                  <a:cubicBezTo>
                    <a:pt x="13539" y="20456"/>
                    <a:pt x="13603" y="20464"/>
                    <a:pt x="13648" y="20472"/>
                  </a:cubicBezTo>
                  <a:cubicBezTo>
                    <a:pt x="13843" y="20502"/>
                    <a:pt x="13993" y="20652"/>
                    <a:pt x="14203" y="20652"/>
                  </a:cubicBezTo>
                  <a:cubicBezTo>
                    <a:pt x="14548" y="20636"/>
                    <a:pt x="14907" y="20622"/>
                    <a:pt x="15253" y="20516"/>
                  </a:cubicBezTo>
                  <a:cubicBezTo>
                    <a:pt x="15433" y="20456"/>
                    <a:pt x="15627" y="20412"/>
                    <a:pt x="15823" y="20366"/>
                  </a:cubicBezTo>
                  <a:cubicBezTo>
                    <a:pt x="15902" y="20355"/>
                    <a:pt x="15982" y="20326"/>
                    <a:pt x="16062" y="20326"/>
                  </a:cubicBezTo>
                  <a:cubicBezTo>
                    <a:pt x="16087" y="20326"/>
                    <a:pt x="16112" y="20329"/>
                    <a:pt x="16137" y="20336"/>
                  </a:cubicBezTo>
                  <a:cubicBezTo>
                    <a:pt x="16227" y="20352"/>
                    <a:pt x="16303" y="20412"/>
                    <a:pt x="16393" y="20426"/>
                  </a:cubicBezTo>
                  <a:cubicBezTo>
                    <a:pt x="16430" y="20434"/>
                    <a:pt x="16479" y="20438"/>
                    <a:pt x="16529" y="20438"/>
                  </a:cubicBezTo>
                  <a:cubicBezTo>
                    <a:pt x="16580" y="20438"/>
                    <a:pt x="16632" y="20434"/>
                    <a:pt x="16677" y="20426"/>
                  </a:cubicBezTo>
                  <a:cubicBezTo>
                    <a:pt x="16783" y="20412"/>
                    <a:pt x="16873" y="20352"/>
                    <a:pt x="16977" y="20322"/>
                  </a:cubicBezTo>
                  <a:cubicBezTo>
                    <a:pt x="17040" y="20295"/>
                    <a:pt x="17102" y="20289"/>
                    <a:pt x="17167" y="20289"/>
                  </a:cubicBezTo>
                  <a:cubicBezTo>
                    <a:pt x="17212" y="20289"/>
                    <a:pt x="17258" y="20292"/>
                    <a:pt x="17307" y="20292"/>
                  </a:cubicBezTo>
                  <a:cubicBezTo>
                    <a:pt x="17375" y="20292"/>
                    <a:pt x="17470" y="20280"/>
                    <a:pt x="17562" y="20280"/>
                  </a:cubicBezTo>
                  <a:cubicBezTo>
                    <a:pt x="17654" y="20280"/>
                    <a:pt x="17743" y="20292"/>
                    <a:pt x="17802" y="20336"/>
                  </a:cubicBezTo>
                  <a:cubicBezTo>
                    <a:pt x="17847" y="20366"/>
                    <a:pt x="17877" y="20442"/>
                    <a:pt x="17937" y="20472"/>
                  </a:cubicBezTo>
                  <a:lnTo>
                    <a:pt x="18177" y="20472"/>
                  </a:lnTo>
                  <a:cubicBezTo>
                    <a:pt x="18237" y="20472"/>
                    <a:pt x="18297" y="20456"/>
                    <a:pt x="18357" y="20442"/>
                  </a:cubicBezTo>
                  <a:cubicBezTo>
                    <a:pt x="18417" y="20456"/>
                    <a:pt x="18402" y="20562"/>
                    <a:pt x="18417" y="20606"/>
                  </a:cubicBezTo>
                  <a:cubicBezTo>
                    <a:pt x="18431" y="20662"/>
                    <a:pt x="18479" y="20682"/>
                    <a:pt x="18542" y="20682"/>
                  </a:cubicBezTo>
                  <a:cubicBezTo>
                    <a:pt x="18680" y="20682"/>
                    <a:pt x="18890" y="20587"/>
                    <a:pt x="18972" y="20576"/>
                  </a:cubicBezTo>
                  <a:lnTo>
                    <a:pt x="18972" y="20606"/>
                  </a:lnTo>
                  <a:cubicBezTo>
                    <a:pt x="19257" y="20592"/>
                    <a:pt x="19527" y="20532"/>
                    <a:pt x="19812" y="20486"/>
                  </a:cubicBezTo>
                  <a:cubicBezTo>
                    <a:pt x="19946" y="20456"/>
                    <a:pt x="20096" y="20442"/>
                    <a:pt x="20232" y="20426"/>
                  </a:cubicBezTo>
                  <a:cubicBezTo>
                    <a:pt x="20273" y="20402"/>
                    <a:pt x="20309" y="20391"/>
                    <a:pt x="20344" y="20391"/>
                  </a:cubicBezTo>
                  <a:cubicBezTo>
                    <a:pt x="20372" y="20391"/>
                    <a:pt x="20399" y="20398"/>
                    <a:pt x="20426" y="20412"/>
                  </a:cubicBezTo>
                  <a:cubicBezTo>
                    <a:pt x="20456" y="20442"/>
                    <a:pt x="20532" y="20562"/>
                    <a:pt x="20562" y="20622"/>
                  </a:cubicBezTo>
                  <a:cubicBezTo>
                    <a:pt x="20576" y="20636"/>
                    <a:pt x="20576" y="20666"/>
                    <a:pt x="20592" y="20696"/>
                  </a:cubicBezTo>
                  <a:cubicBezTo>
                    <a:pt x="20606" y="20726"/>
                    <a:pt x="20652" y="20756"/>
                    <a:pt x="20666" y="20786"/>
                  </a:cubicBezTo>
                  <a:cubicBezTo>
                    <a:pt x="20726" y="20846"/>
                    <a:pt x="20772" y="20906"/>
                    <a:pt x="20862" y="20952"/>
                  </a:cubicBezTo>
                  <a:cubicBezTo>
                    <a:pt x="20921" y="20991"/>
                    <a:pt x="20982" y="20999"/>
                    <a:pt x="21046" y="20999"/>
                  </a:cubicBezTo>
                  <a:cubicBezTo>
                    <a:pt x="21086" y="20999"/>
                    <a:pt x="21128" y="20996"/>
                    <a:pt x="21169" y="20996"/>
                  </a:cubicBezTo>
                  <a:cubicBezTo>
                    <a:pt x="21211" y="20996"/>
                    <a:pt x="21254" y="20999"/>
                    <a:pt x="21296" y="21012"/>
                  </a:cubicBezTo>
                  <a:cubicBezTo>
                    <a:pt x="21326" y="21012"/>
                    <a:pt x="21342" y="21026"/>
                    <a:pt x="21356" y="21042"/>
                  </a:cubicBezTo>
                  <a:cubicBezTo>
                    <a:pt x="21386" y="21086"/>
                    <a:pt x="21386" y="21146"/>
                    <a:pt x="21402" y="21192"/>
                  </a:cubicBezTo>
                  <a:cubicBezTo>
                    <a:pt x="21427" y="21238"/>
                    <a:pt x="21455" y="21256"/>
                    <a:pt x="21484" y="21256"/>
                  </a:cubicBezTo>
                  <a:cubicBezTo>
                    <a:pt x="21556" y="21256"/>
                    <a:pt x="21633" y="21145"/>
                    <a:pt x="21686" y="21102"/>
                  </a:cubicBezTo>
                  <a:cubicBezTo>
                    <a:pt x="21746" y="21072"/>
                    <a:pt x="21806" y="21042"/>
                    <a:pt x="21852" y="20996"/>
                  </a:cubicBezTo>
                  <a:cubicBezTo>
                    <a:pt x="21972" y="20922"/>
                    <a:pt x="22106" y="20862"/>
                    <a:pt x="22226" y="20816"/>
                  </a:cubicBezTo>
                  <a:cubicBezTo>
                    <a:pt x="22264" y="20802"/>
                    <a:pt x="22288" y="20797"/>
                    <a:pt x="22308" y="20797"/>
                  </a:cubicBezTo>
                  <a:cubicBezTo>
                    <a:pt x="22349" y="20797"/>
                    <a:pt x="22365" y="20821"/>
                    <a:pt x="22436" y="20832"/>
                  </a:cubicBezTo>
                  <a:cubicBezTo>
                    <a:pt x="22512" y="20832"/>
                    <a:pt x="22602" y="20786"/>
                    <a:pt x="22662" y="20742"/>
                  </a:cubicBezTo>
                  <a:cubicBezTo>
                    <a:pt x="22751" y="20666"/>
                    <a:pt x="22722" y="20636"/>
                    <a:pt x="22766" y="20562"/>
                  </a:cubicBezTo>
                  <a:cubicBezTo>
                    <a:pt x="22812" y="20493"/>
                    <a:pt x="22885" y="20441"/>
                    <a:pt x="22957" y="20441"/>
                  </a:cubicBezTo>
                  <a:cubicBezTo>
                    <a:pt x="22979" y="20441"/>
                    <a:pt x="23001" y="20446"/>
                    <a:pt x="23021" y="20456"/>
                  </a:cubicBezTo>
                  <a:cubicBezTo>
                    <a:pt x="23111" y="20486"/>
                    <a:pt x="23156" y="20592"/>
                    <a:pt x="23246" y="20606"/>
                  </a:cubicBezTo>
                  <a:cubicBezTo>
                    <a:pt x="23321" y="20486"/>
                    <a:pt x="23381" y="20382"/>
                    <a:pt x="23441" y="20262"/>
                  </a:cubicBezTo>
                  <a:lnTo>
                    <a:pt x="23441" y="20262"/>
                  </a:lnTo>
                  <a:cubicBezTo>
                    <a:pt x="23441" y="20263"/>
                    <a:pt x="23441" y="20263"/>
                    <a:pt x="23440" y="20263"/>
                  </a:cubicBezTo>
                  <a:cubicBezTo>
                    <a:pt x="23436" y="20263"/>
                    <a:pt x="23607" y="19781"/>
                    <a:pt x="23666" y="19752"/>
                  </a:cubicBezTo>
                  <a:cubicBezTo>
                    <a:pt x="23674" y="19750"/>
                    <a:pt x="23683" y="19749"/>
                    <a:pt x="23691" y="19749"/>
                  </a:cubicBezTo>
                  <a:cubicBezTo>
                    <a:pt x="23743" y="19749"/>
                    <a:pt x="23792" y="19784"/>
                    <a:pt x="23831" y="19796"/>
                  </a:cubicBezTo>
                  <a:cubicBezTo>
                    <a:pt x="23856" y="19800"/>
                    <a:pt x="23879" y="19802"/>
                    <a:pt x="23902" y="19802"/>
                  </a:cubicBezTo>
                  <a:cubicBezTo>
                    <a:pt x="23972" y="19802"/>
                    <a:pt x="24033" y="19782"/>
                    <a:pt x="24101" y="19736"/>
                  </a:cubicBezTo>
                  <a:cubicBezTo>
                    <a:pt x="24146" y="19706"/>
                    <a:pt x="24251" y="19556"/>
                    <a:pt x="24311" y="19556"/>
                  </a:cubicBezTo>
                  <a:cubicBezTo>
                    <a:pt x="24317" y="19554"/>
                    <a:pt x="24323" y="19554"/>
                    <a:pt x="24328" y="19554"/>
                  </a:cubicBezTo>
                  <a:cubicBezTo>
                    <a:pt x="24360" y="19554"/>
                    <a:pt x="24377" y="19588"/>
                    <a:pt x="24416" y="19602"/>
                  </a:cubicBezTo>
                  <a:cubicBezTo>
                    <a:pt x="24461" y="19646"/>
                    <a:pt x="24521" y="19676"/>
                    <a:pt x="24581" y="19706"/>
                  </a:cubicBezTo>
                  <a:cubicBezTo>
                    <a:pt x="24626" y="19736"/>
                    <a:pt x="24671" y="19782"/>
                    <a:pt x="24716" y="19812"/>
                  </a:cubicBezTo>
                  <a:cubicBezTo>
                    <a:pt x="24805" y="19886"/>
                    <a:pt x="24911" y="19916"/>
                    <a:pt x="25015" y="19932"/>
                  </a:cubicBezTo>
                  <a:cubicBezTo>
                    <a:pt x="25018" y="19954"/>
                    <a:pt x="25028" y="19963"/>
                    <a:pt x="25044" y="19963"/>
                  </a:cubicBezTo>
                  <a:cubicBezTo>
                    <a:pt x="25112" y="19963"/>
                    <a:pt x="25282" y="19779"/>
                    <a:pt x="25331" y="19766"/>
                  </a:cubicBezTo>
                  <a:cubicBezTo>
                    <a:pt x="25555" y="19706"/>
                    <a:pt x="25781" y="19646"/>
                    <a:pt x="26005" y="19542"/>
                  </a:cubicBezTo>
                  <a:cubicBezTo>
                    <a:pt x="26065" y="19512"/>
                    <a:pt x="26125" y="19482"/>
                    <a:pt x="26185" y="19482"/>
                  </a:cubicBezTo>
                  <a:cubicBezTo>
                    <a:pt x="26198" y="19481"/>
                    <a:pt x="26211" y="19481"/>
                    <a:pt x="26223" y="19481"/>
                  </a:cubicBezTo>
                  <a:cubicBezTo>
                    <a:pt x="26420" y="19481"/>
                    <a:pt x="26617" y="19589"/>
                    <a:pt x="26801" y="19632"/>
                  </a:cubicBezTo>
                  <a:cubicBezTo>
                    <a:pt x="26845" y="19646"/>
                    <a:pt x="26875" y="19646"/>
                    <a:pt x="26921" y="19646"/>
                  </a:cubicBezTo>
                  <a:cubicBezTo>
                    <a:pt x="26951" y="19646"/>
                    <a:pt x="26981" y="19662"/>
                    <a:pt x="26995" y="19692"/>
                  </a:cubicBezTo>
                  <a:cubicBezTo>
                    <a:pt x="27066" y="19734"/>
                    <a:pt x="27130" y="19750"/>
                    <a:pt x="27195" y="19750"/>
                  </a:cubicBezTo>
                  <a:cubicBezTo>
                    <a:pt x="27268" y="19750"/>
                    <a:pt x="27343" y="19730"/>
                    <a:pt x="27431" y="19706"/>
                  </a:cubicBezTo>
                  <a:cubicBezTo>
                    <a:pt x="27468" y="19699"/>
                    <a:pt x="27505" y="19696"/>
                    <a:pt x="27542" y="19696"/>
                  </a:cubicBezTo>
                  <a:cubicBezTo>
                    <a:pt x="27656" y="19696"/>
                    <a:pt x="27771" y="19722"/>
                    <a:pt x="27895" y="19722"/>
                  </a:cubicBezTo>
                  <a:cubicBezTo>
                    <a:pt x="27929" y="19722"/>
                    <a:pt x="27999" y="19712"/>
                    <a:pt x="28063" y="19712"/>
                  </a:cubicBezTo>
                  <a:cubicBezTo>
                    <a:pt x="28110" y="19712"/>
                    <a:pt x="28155" y="19717"/>
                    <a:pt x="28180" y="19736"/>
                  </a:cubicBezTo>
                  <a:cubicBezTo>
                    <a:pt x="28240" y="19766"/>
                    <a:pt x="28255" y="19826"/>
                    <a:pt x="28300" y="19872"/>
                  </a:cubicBezTo>
                  <a:cubicBezTo>
                    <a:pt x="28339" y="19902"/>
                    <a:pt x="28376" y="19914"/>
                    <a:pt x="28412" y="19914"/>
                  </a:cubicBezTo>
                  <a:cubicBezTo>
                    <a:pt x="28556" y="19914"/>
                    <a:pt x="28681" y="19722"/>
                    <a:pt x="28825" y="19722"/>
                  </a:cubicBezTo>
                  <a:cubicBezTo>
                    <a:pt x="28915" y="19722"/>
                    <a:pt x="29012" y="19728"/>
                    <a:pt x="29111" y="19728"/>
                  </a:cubicBezTo>
                  <a:cubicBezTo>
                    <a:pt x="29160" y="19728"/>
                    <a:pt x="29210" y="19727"/>
                    <a:pt x="29260" y="19722"/>
                  </a:cubicBezTo>
                  <a:cubicBezTo>
                    <a:pt x="29350" y="19722"/>
                    <a:pt x="29350" y="19706"/>
                    <a:pt x="29440" y="19632"/>
                  </a:cubicBezTo>
                  <a:cubicBezTo>
                    <a:pt x="29545" y="19556"/>
                    <a:pt x="29635" y="19542"/>
                    <a:pt x="29755" y="19496"/>
                  </a:cubicBezTo>
                  <a:cubicBezTo>
                    <a:pt x="29830" y="19466"/>
                    <a:pt x="29905" y="19422"/>
                    <a:pt x="29994" y="19392"/>
                  </a:cubicBezTo>
                  <a:cubicBezTo>
                    <a:pt x="30040" y="19376"/>
                    <a:pt x="30084" y="19376"/>
                    <a:pt x="30130" y="19362"/>
                  </a:cubicBezTo>
                  <a:cubicBezTo>
                    <a:pt x="30204" y="19346"/>
                    <a:pt x="30190" y="19362"/>
                    <a:pt x="30234" y="19302"/>
                  </a:cubicBezTo>
                  <a:cubicBezTo>
                    <a:pt x="30305" y="19302"/>
                    <a:pt x="30355" y="19295"/>
                    <a:pt x="30411" y="19295"/>
                  </a:cubicBezTo>
                  <a:cubicBezTo>
                    <a:pt x="30440" y="19295"/>
                    <a:pt x="30470" y="19297"/>
                    <a:pt x="30504" y="19302"/>
                  </a:cubicBezTo>
                  <a:cubicBezTo>
                    <a:pt x="30670" y="19316"/>
                    <a:pt x="30834" y="19406"/>
                    <a:pt x="31000" y="19436"/>
                  </a:cubicBezTo>
                  <a:cubicBezTo>
                    <a:pt x="31043" y="19445"/>
                    <a:pt x="31130" y="19454"/>
                    <a:pt x="31211" y="19454"/>
                  </a:cubicBezTo>
                  <a:cubicBezTo>
                    <a:pt x="31271" y="19454"/>
                    <a:pt x="31328" y="19449"/>
                    <a:pt x="31360" y="19436"/>
                  </a:cubicBezTo>
                  <a:cubicBezTo>
                    <a:pt x="31450" y="19406"/>
                    <a:pt x="31450" y="19302"/>
                    <a:pt x="31524" y="19256"/>
                  </a:cubicBezTo>
                  <a:cubicBezTo>
                    <a:pt x="31570" y="19230"/>
                    <a:pt x="31626" y="19224"/>
                    <a:pt x="31681" y="19224"/>
                  </a:cubicBezTo>
                  <a:cubicBezTo>
                    <a:pt x="31716" y="19224"/>
                    <a:pt x="31750" y="19226"/>
                    <a:pt x="31780" y="19226"/>
                  </a:cubicBezTo>
                  <a:cubicBezTo>
                    <a:pt x="31884" y="19212"/>
                    <a:pt x="31990" y="19182"/>
                    <a:pt x="32094" y="19152"/>
                  </a:cubicBezTo>
                  <a:cubicBezTo>
                    <a:pt x="32094" y="19152"/>
                    <a:pt x="32171" y="19119"/>
                    <a:pt x="32194" y="19119"/>
                  </a:cubicBezTo>
                  <a:cubicBezTo>
                    <a:pt x="32197" y="19119"/>
                    <a:pt x="32200" y="19120"/>
                    <a:pt x="32200" y="19122"/>
                  </a:cubicBezTo>
                  <a:cubicBezTo>
                    <a:pt x="32260" y="19076"/>
                    <a:pt x="32274" y="19016"/>
                    <a:pt x="32334" y="18972"/>
                  </a:cubicBezTo>
                  <a:cubicBezTo>
                    <a:pt x="32484" y="18867"/>
                    <a:pt x="32694" y="18882"/>
                    <a:pt x="32830" y="18747"/>
                  </a:cubicBezTo>
                  <a:cubicBezTo>
                    <a:pt x="32874" y="18687"/>
                    <a:pt x="32904" y="18642"/>
                    <a:pt x="32994" y="18627"/>
                  </a:cubicBezTo>
                  <a:cubicBezTo>
                    <a:pt x="33084" y="18612"/>
                    <a:pt x="33189" y="18612"/>
                    <a:pt x="33279" y="18597"/>
                  </a:cubicBezTo>
                  <a:cubicBezTo>
                    <a:pt x="33310" y="18590"/>
                    <a:pt x="33341" y="18587"/>
                    <a:pt x="33372" y="18587"/>
                  </a:cubicBezTo>
                  <a:cubicBezTo>
                    <a:pt x="33475" y="18587"/>
                    <a:pt x="33577" y="18619"/>
                    <a:pt x="33669" y="18642"/>
                  </a:cubicBezTo>
                  <a:cubicBezTo>
                    <a:pt x="33693" y="18646"/>
                    <a:pt x="33714" y="18648"/>
                    <a:pt x="33733" y="18648"/>
                  </a:cubicBezTo>
                  <a:cubicBezTo>
                    <a:pt x="33785" y="18648"/>
                    <a:pt x="33824" y="18634"/>
                    <a:pt x="33879" y="18612"/>
                  </a:cubicBezTo>
                  <a:cubicBezTo>
                    <a:pt x="33954" y="18582"/>
                    <a:pt x="33999" y="18582"/>
                    <a:pt x="34074" y="18582"/>
                  </a:cubicBezTo>
                  <a:lnTo>
                    <a:pt x="34074" y="0"/>
                  </a:lnTo>
                  <a:lnTo>
                    <a:pt x="33279" y="0"/>
                  </a:lnTo>
                  <a:cubicBezTo>
                    <a:pt x="33174" y="0"/>
                    <a:pt x="33099" y="76"/>
                    <a:pt x="33099" y="180"/>
                  </a:cubicBezTo>
                  <a:lnTo>
                    <a:pt x="33099" y="286"/>
                  </a:lnTo>
                  <a:cubicBezTo>
                    <a:pt x="33099" y="330"/>
                    <a:pt x="33114" y="376"/>
                    <a:pt x="33159" y="406"/>
                  </a:cubicBezTo>
                  <a:cubicBezTo>
                    <a:pt x="33264" y="480"/>
                    <a:pt x="33324" y="600"/>
                    <a:pt x="33324" y="720"/>
                  </a:cubicBezTo>
                  <a:cubicBezTo>
                    <a:pt x="33324" y="951"/>
                    <a:pt x="33152" y="1132"/>
                    <a:pt x="32932" y="1132"/>
                  </a:cubicBezTo>
                  <a:cubicBezTo>
                    <a:pt x="32908" y="1132"/>
                    <a:pt x="32884" y="1130"/>
                    <a:pt x="32860" y="1126"/>
                  </a:cubicBezTo>
                  <a:cubicBezTo>
                    <a:pt x="32694" y="1096"/>
                    <a:pt x="32560" y="960"/>
                    <a:pt x="32530" y="796"/>
                  </a:cubicBezTo>
                  <a:cubicBezTo>
                    <a:pt x="32514" y="630"/>
                    <a:pt x="32574" y="480"/>
                    <a:pt x="32694" y="406"/>
                  </a:cubicBezTo>
                  <a:cubicBezTo>
                    <a:pt x="32740" y="376"/>
                    <a:pt x="32754" y="330"/>
                    <a:pt x="32754" y="286"/>
                  </a:cubicBezTo>
                  <a:lnTo>
                    <a:pt x="32754" y="180"/>
                  </a:lnTo>
                  <a:cubicBezTo>
                    <a:pt x="32754" y="76"/>
                    <a:pt x="32680" y="0"/>
                    <a:pt x="32574" y="0"/>
                  </a:cubicBezTo>
                  <a:lnTo>
                    <a:pt x="31840" y="0"/>
                  </a:lnTo>
                  <a:cubicBezTo>
                    <a:pt x="31734" y="0"/>
                    <a:pt x="31660" y="76"/>
                    <a:pt x="31660" y="180"/>
                  </a:cubicBezTo>
                  <a:lnTo>
                    <a:pt x="31660" y="286"/>
                  </a:lnTo>
                  <a:cubicBezTo>
                    <a:pt x="31660" y="330"/>
                    <a:pt x="31674" y="376"/>
                    <a:pt x="31720" y="406"/>
                  </a:cubicBezTo>
                  <a:cubicBezTo>
                    <a:pt x="31810" y="480"/>
                    <a:pt x="31884" y="600"/>
                    <a:pt x="31884" y="720"/>
                  </a:cubicBezTo>
                  <a:cubicBezTo>
                    <a:pt x="31884" y="951"/>
                    <a:pt x="31701" y="1132"/>
                    <a:pt x="31477" y="1132"/>
                  </a:cubicBezTo>
                  <a:cubicBezTo>
                    <a:pt x="31453" y="1132"/>
                    <a:pt x="31429" y="1130"/>
                    <a:pt x="31404" y="1126"/>
                  </a:cubicBezTo>
                  <a:cubicBezTo>
                    <a:pt x="31254" y="1096"/>
                    <a:pt x="31120" y="960"/>
                    <a:pt x="31090" y="796"/>
                  </a:cubicBezTo>
                  <a:cubicBezTo>
                    <a:pt x="31060" y="630"/>
                    <a:pt x="31134" y="480"/>
                    <a:pt x="31254" y="406"/>
                  </a:cubicBezTo>
                  <a:cubicBezTo>
                    <a:pt x="31284" y="376"/>
                    <a:pt x="31314" y="330"/>
                    <a:pt x="31314" y="286"/>
                  </a:cubicBezTo>
                  <a:lnTo>
                    <a:pt x="31314" y="180"/>
                  </a:lnTo>
                  <a:cubicBezTo>
                    <a:pt x="31314" y="76"/>
                    <a:pt x="31224" y="0"/>
                    <a:pt x="31134" y="0"/>
                  </a:cubicBezTo>
                  <a:lnTo>
                    <a:pt x="30400" y="0"/>
                  </a:lnTo>
                  <a:cubicBezTo>
                    <a:pt x="30294" y="0"/>
                    <a:pt x="30204" y="76"/>
                    <a:pt x="30204" y="180"/>
                  </a:cubicBezTo>
                  <a:lnTo>
                    <a:pt x="30204" y="286"/>
                  </a:lnTo>
                  <a:cubicBezTo>
                    <a:pt x="30204" y="330"/>
                    <a:pt x="30234" y="376"/>
                    <a:pt x="30264" y="406"/>
                  </a:cubicBezTo>
                  <a:cubicBezTo>
                    <a:pt x="30370" y="480"/>
                    <a:pt x="30430" y="600"/>
                    <a:pt x="30430" y="720"/>
                  </a:cubicBezTo>
                  <a:cubicBezTo>
                    <a:pt x="30430" y="951"/>
                    <a:pt x="30259" y="1132"/>
                    <a:pt x="30037" y="1132"/>
                  </a:cubicBezTo>
                  <a:cubicBezTo>
                    <a:pt x="30013" y="1132"/>
                    <a:pt x="29989" y="1130"/>
                    <a:pt x="29964" y="1126"/>
                  </a:cubicBezTo>
                  <a:cubicBezTo>
                    <a:pt x="29800" y="1096"/>
                    <a:pt x="29665" y="960"/>
                    <a:pt x="29650" y="796"/>
                  </a:cubicBezTo>
                  <a:cubicBezTo>
                    <a:pt x="29620" y="630"/>
                    <a:pt x="29695" y="480"/>
                    <a:pt x="29800" y="406"/>
                  </a:cubicBezTo>
                  <a:cubicBezTo>
                    <a:pt x="29845" y="376"/>
                    <a:pt x="29860" y="330"/>
                    <a:pt x="29860" y="286"/>
                  </a:cubicBezTo>
                  <a:lnTo>
                    <a:pt x="29860" y="180"/>
                  </a:lnTo>
                  <a:cubicBezTo>
                    <a:pt x="29860" y="76"/>
                    <a:pt x="29785" y="0"/>
                    <a:pt x="29680" y="0"/>
                  </a:cubicBezTo>
                  <a:lnTo>
                    <a:pt x="28945" y="0"/>
                  </a:lnTo>
                  <a:cubicBezTo>
                    <a:pt x="28840" y="0"/>
                    <a:pt x="28765" y="76"/>
                    <a:pt x="28765" y="180"/>
                  </a:cubicBezTo>
                  <a:lnTo>
                    <a:pt x="28765" y="286"/>
                  </a:lnTo>
                  <a:cubicBezTo>
                    <a:pt x="28765" y="330"/>
                    <a:pt x="28780" y="376"/>
                    <a:pt x="28825" y="406"/>
                  </a:cubicBezTo>
                  <a:cubicBezTo>
                    <a:pt x="28930" y="480"/>
                    <a:pt x="28990" y="600"/>
                    <a:pt x="28990" y="720"/>
                  </a:cubicBezTo>
                  <a:cubicBezTo>
                    <a:pt x="28990" y="951"/>
                    <a:pt x="28806" y="1132"/>
                    <a:pt x="28594" y="1132"/>
                  </a:cubicBezTo>
                  <a:cubicBezTo>
                    <a:pt x="28571" y="1132"/>
                    <a:pt x="28548" y="1130"/>
                    <a:pt x="28525" y="1126"/>
                  </a:cubicBezTo>
                  <a:cubicBezTo>
                    <a:pt x="28360" y="1096"/>
                    <a:pt x="28225" y="960"/>
                    <a:pt x="28195" y="796"/>
                  </a:cubicBezTo>
                  <a:cubicBezTo>
                    <a:pt x="28180" y="630"/>
                    <a:pt x="28240" y="480"/>
                    <a:pt x="28360" y="406"/>
                  </a:cubicBezTo>
                  <a:cubicBezTo>
                    <a:pt x="28405" y="376"/>
                    <a:pt x="28420" y="330"/>
                    <a:pt x="28420" y="286"/>
                  </a:cubicBezTo>
                  <a:lnTo>
                    <a:pt x="28420" y="180"/>
                  </a:lnTo>
                  <a:cubicBezTo>
                    <a:pt x="28420" y="76"/>
                    <a:pt x="28345" y="0"/>
                    <a:pt x="28240" y="0"/>
                  </a:cubicBezTo>
                  <a:lnTo>
                    <a:pt x="27505" y="0"/>
                  </a:lnTo>
                  <a:cubicBezTo>
                    <a:pt x="27401" y="0"/>
                    <a:pt x="27325" y="76"/>
                    <a:pt x="27325" y="180"/>
                  </a:cubicBezTo>
                  <a:lnTo>
                    <a:pt x="27325" y="286"/>
                  </a:lnTo>
                  <a:cubicBezTo>
                    <a:pt x="27325" y="330"/>
                    <a:pt x="27341" y="376"/>
                    <a:pt x="27385" y="406"/>
                  </a:cubicBezTo>
                  <a:cubicBezTo>
                    <a:pt x="27475" y="480"/>
                    <a:pt x="27551" y="600"/>
                    <a:pt x="27551" y="720"/>
                  </a:cubicBezTo>
                  <a:cubicBezTo>
                    <a:pt x="27551" y="951"/>
                    <a:pt x="27366" y="1132"/>
                    <a:pt x="27143" y="1132"/>
                  </a:cubicBezTo>
                  <a:cubicBezTo>
                    <a:pt x="27119" y="1132"/>
                    <a:pt x="27095" y="1130"/>
                    <a:pt x="27071" y="1126"/>
                  </a:cubicBezTo>
                  <a:cubicBezTo>
                    <a:pt x="26921" y="1096"/>
                    <a:pt x="26785" y="960"/>
                    <a:pt x="26755" y="796"/>
                  </a:cubicBezTo>
                  <a:cubicBezTo>
                    <a:pt x="26725" y="630"/>
                    <a:pt x="26801" y="480"/>
                    <a:pt x="26921" y="406"/>
                  </a:cubicBezTo>
                  <a:cubicBezTo>
                    <a:pt x="26951" y="376"/>
                    <a:pt x="26981" y="330"/>
                    <a:pt x="26981" y="286"/>
                  </a:cubicBezTo>
                  <a:lnTo>
                    <a:pt x="26981" y="180"/>
                  </a:lnTo>
                  <a:cubicBezTo>
                    <a:pt x="26981" y="76"/>
                    <a:pt x="26891" y="0"/>
                    <a:pt x="26801" y="0"/>
                  </a:cubicBezTo>
                  <a:lnTo>
                    <a:pt x="26065" y="0"/>
                  </a:lnTo>
                  <a:cubicBezTo>
                    <a:pt x="25961" y="0"/>
                    <a:pt x="25871" y="76"/>
                    <a:pt x="25871" y="180"/>
                  </a:cubicBezTo>
                  <a:lnTo>
                    <a:pt x="25871" y="286"/>
                  </a:lnTo>
                  <a:cubicBezTo>
                    <a:pt x="25871" y="330"/>
                    <a:pt x="25901" y="376"/>
                    <a:pt x="25931" y="406"/>
                  </a:cubicBezTo>
                  <a:cubicBezTo>
                    <a:pt x="26035" y="480"/>
                    <a:pt x="26095" y="600"/>
                    <a:pt x="26095" y="720"/>
                  </a:cubicBezTo>
                  <a:cubicBezTo>
                    <a:pt x="26095" y="951"/>
                    <a:pt x="25924" y="1132"/>
                    <a:pt x="25703" y="1132"/>
                  </a:cubicBezTo>
                  <a:cubicBezTo>
                    <a:pt x="25680" y="1132"/>
                    <a:pt x="25655" y="1130"/>
                    <a:pt x="25631" y="1126"/>
                  </a:cubicBezTo>
                  <a:cubicBezTo>
                    <a:pt x="25465" y="1096"/>
                    <a:pt x="25331" y="960"/>
                    <a:pt x="25315" y="796"/>
                  </a:cubicBezTo>
                  <a:cubicBezTo>
                    <a:pt x="25285" y="630"/>
                    <a:pt x="25361" y="480"/>
                    <a:pt x="25465" y="406"/>
                  </a:cubicBezTo>
                  <a:cubicBezTo>
                    <a:pt x="25511" y="376"/>
                    <a:pt x="25525" y="330"/>
                    <a:pt x="25525" y="286"/>
                  </a:cubicBezTo>
                  <a:lnTo>
                    <a:pt x="25525" y="180"/>
                  </a:lnTo>
                  <a:cubicBezTo>
                    <a:pt x="25525" y="76"/>
                    <a:pt x="25451" y="0"/>
                    <a:pt x="25345" y="0"/>
                  </a:cubicBezTo>
                  <a:lnTo>
                    <a:pt x="24611" y="0"/>
                  </a:lnTo>
                  <a:cubicBezTo>
                    <a:pt x="24506" y="0"/>
                    <a:pt x="24431" y="76"/>
                    <a:pt x="24431" y="180"/>
                  </a:cubicBezTo>
                  <a:lnTo>
                    <a:pt x="24431" y="286"/>
                  </a:lnTo>
                  <a:cubicBezTo>
                    <a:pt x="24431" y="330"/>
                    <a:pt x="24446" y="376"/>
                    <a:pt x="24491" y="406"/>
                  </a:cubicBezTo>
                  <a:cubicBezTo>
                    <a:pt x="24596" y="480"/>
                    <a:pt x="24656" y="600"/>
                    <a:pt x="24656" y="720"/>
                  </a:cubicBezTo>
                  <a:cubicBezTo>
                    <a:pt x="24656" y="951"/>
                    <a:pt x="24472" y="1132"/>
                    <a:pt x="24260" y="1132"/>
                  </a:cubicBezTo>
                  <a:cubicBezTo>
                    <a:pt x="24237" y="1132"/>
                    <a:pt x="24214" y="1130"/>
                    <a:pt x="24191" y="1126"/>
                  </a:cubicBezTo>
                  <a:cubicBezTo>
                    <a:pt x="24026" y="1096"/>
                    <a:pt x="23891" y="960"/>
                    <a:pt x="23861" y="796"/>
                  </a:cubicBezTo>
                  <a:cubicBezTo>
                    <a:pt x="23846" y="630"/>
                    <a:pt x="23906" y="480"/>
                    <a:pt x="24026" y="406"/>
                  </a:cubicBezTo>
                  <a:cubicBezTo>
                    <a:pt x="24071" y="376"/>
                    <a:pt x="24086" y="330"/>
                    <a:pt x="24086" y="286"/>
                  </a:cubicBezTo>
                  <a:lnTo>
                    <a:pt x="24086" y="180"/>
                  </a:lnTo>
                  <a:cubicBezTo>
                    <a:pt x="24086" y="76"/>
                    <a:pt x="24011" y="0"/>
                    <a:pt x="23906" y="0"/>
                  </a:cubicBezTo>
                  <a:lnTo>
                    <a:pt x="23171" y="0"/>
                  </a:lnTo>
                  <a:cubicBezTo>
                    <a:pt x="23066" y="0"/>
                    <a:pt x="22991" y="76"/>
                    <a:pt x="22991" y="180"/>
                  </a:cubicBezTo>
                  <a:lnTo>
                    <a:pt x="22991" y="286"/>
                  </a:lnTo>
                  <a:cubicBezTo>
                    <a:pt x="22991" y="330"/>
                    <a:pt x="23006" y="376"/>
                    <a:pt x="23051" y="406"/>
                  </a:cubicBezTo>
                  <a:cubicBezTo>
                    <a:pt x="23141" y="480"/>
                    <a:pt x="23216" y="600"/>
                    <a:pt x="23216" y="720"/>
                  </a:cubicBezTo>
                  <a:cubicBezTo>
                    <a:pt x="23216" y="951"/>
                    <a:pt x="23033" y="1132"/>
                    <a:pt x="22809" y="1132"/>
                  </a:cubicBezTo>
                  <a:cubicBezTo>
                    <a:pt x="22785" y="1132"/>
                    <a:pt x="22761" y="1130"/>
                    <a:pt x="22736" y="1126"/>
                  </a:cubicBezTo>
                  <a:cubicBezTo>
                    <a:pt x="22586" y="1096"/>
                    <a:pt x="22452" y="960"/>
                    <a:pt x="22422" y="796"/>
                  </a:cubicBezTo>
                  <a:cubicBezTo>
                    <a:pt x="22392" y="630"/>
                    <a:pt x="22466" y="480"/>
                    <a:pt x="22586" y="406"/>
                  </a:cubicBezTo>
                  <a:cubicBezTo>
                    <a:pt x="22616" y="376"/>
                    <a:pt x="22646" y="330"/>
                    <a:pt x="22646" y="286"/>
                  </a:cubicBezTo>
                  <a:lnTo>
                    <a:pt x="22646" y="180"/>
                  </a:lnTo>
                  <a:cubicBezTo>
                    <a:pt x="22646" y="76"/>
                    <a:pt x="22556" y="0"/>
                    <a:pt x="22466" y="0"/>
                  </a:cubicBezTo>
                  <a:lnTo>
                    <a:pt x="21732" y="0"/>
                  </a:lnTo>
                  <a:cubicBezTo>
                    <a:pt x="21626" y="0"/>
                    <a:pt x="21536" y="76"/>
                    <a:pt x="21536" y="180"/>
                  </a:cubicBezTo>
                  <a:lnTo>
                    <a:pt x="21536" y="286"/>
                  </a:lnTo>
                  <a:cubicBezTo>
                    <a:pt x="21536" y="330"/>
                    <a:pt x="21566" y="376"/>
                    <a:pt x="21596" y="406"/>
                  </a:cubicBezTo>
                  <a:cubicBezTo>
                    <a:pt x="21702" y="480"/>
                    <a:pt x="21762" y="600"/>
                    <a:pt x="21762" y="720"/>
                  </a:cubicBezTo>
                  <a:cubicBezTo>
                    <a:pt x="21762" y="951"/>
                    <a:pt x="21590" y="1132"/>
                    <a:pt x="21369" y="1132"/>
                  </a:cubicBezTo>
                  <a:cubicBezTo>
                    <a:pt x="21345" y="1132"/>
                    <a:pt x="21321" y="1130"/>
                    <a:pt x="21296" y="1126"/>
                  </a:cubicBezTo>
                  <a:cubicBezTo>
                    <a:pt x="21132" y="1096"/>
                    <a:pt x="20996" y="960"/>
                    <a:pt x="20982" y="796"/>
                  </a:cubicBezTo>
                  <a:cubicBezTo>
                    <a:pt x="20952" y="630"/>
                    <a:pt x="21026" y="480"/>
                    <a:pt x="21132" y="406"/>
                  </a:cubicBezTo>
                  <a:cubicBezTo>
                    <a:pt x="21176" y="376"/>
                    <a:pt x="21192" y="330"/>
                    <a:pt x="21192" y="286"/>
                  </a:cubicBezTo>
                  <a:lnTo>
                    <a:pt x="21192" y="180"/>
                  </a:lnTo>
                  <a:cubicBezTo>
                    <a:pt x="21192" y="76"/>
                    <a:pt x="21116" y="0"/>
                    <a:pt x="21012" y="0"/>
                  </a:cubicBezTo>
                  <a:lnTo>
                    <a:pt x="20276" y="0"/>
                  </a:lnTo>
                  <a:cubicBezTo>
                    <a:pt x="20172" y="0"/>
                    <a:pt x="20096" y="76"/>
                    <a:pt x="20096" y="180"/>
                  </a:cubicBezTo>
                  <a:lnTo>
                    <a:pt x="20096" y="286"/>
                  </a:lnTo>
                  <a:cubicBezTo>
                    <a:pt x="20096" y="330"/>
                    <a:pt x="20112" y="376"/>
                    <a:pt x="20156" y="406"/>
                  </a:cubicBezTo>
                  <a:cubicBezTo>
                    <a:pt x="20262" y="480"/>
                    <a:pt x="20322" y="600"/>
                    <a:pt x="20322" y="720"/>
                  </a:cubicBezTo>
                  <a:cubicBezTo>
                    <a:pt x="20322" y="951"/>
                    <a:pt x="20138" y="1132"/>
                    <a:pt x="19925" y="1132"/>
                  </a:cubicBezTo>
                  <a:cubicBezTo>
                    <a:pt x="19903" y="1132"/>
                    <a:pt x="19880" y="1130"/>
                    <a:pt x="19856" y="1126"/>
                  </a:cubicBezTo>
                  <a:cubicBezTo>
                    <a:pt x="19692" y="1096"/>
                    <a:pt x="19557" y="960"/>
                    <a:pt x="19527" y="796"/>
                  </a:cubicBezTo>
                  <a:cubicBezTo>
                    <a:pt x="19512" y="630"/>
                    <a:pt x="19572" y="480"/>
                    <a:pt x="19692" y="406"/>
                  </a:cubicBezTo>
                  <a:cubicBezTo>
                    <a:pt x="19736" y="376"/>
                    <a:pt x="19752" y="330"/>
                    <a:pt x="19752" y="286"/>
                  </a:cubicBezTo>
                  <a:lnTo>
                    <a:pt x="19752" y="180"/>
                  </a:lnTo>
                  <a:cubicBezTo>
                    <a:pt x="19752" y="76"/>
                    <a:pt x="19676" y="0"/>
                    <a:pt x="19572" y="0"/>
                  </a:cubicBezTo>
                  <a:lnTo>
                    <a:pt x="18837" y="0"/>
                  </a:lnTo>
                  <a:cubicBezTo>
                    <a:pt x="18732" y="0"/>
                    <a:pt x="18657" y="76"/>
                    <a:pt x="18657" y="180"/>
                  </a:cubicBezTo>
                  <a:lnTo>
                    <a:pt x="18657" y="286"/>
                  </a:lnTo>
                  <a:cubicBezTo>
                    <a:pt x="18657" y="330"/>
                    <a:pt x="18672" y="376"/>
                    <a:pt x="18717" y="406"/>
                  </a:cubicBezTo>
                  <a:cubicBezTo>
                    <a:pt x="18807" y="480"/>
                    <a:pt x="18882" y="600"/>
                    <a:pt x="18882" y="720"/>
                  </a:cubicBezTo>
                  <a:cubicBezTo>
                    <a:pt x="18882" y="951"/>
                    <a:pt x="18698" y="1132"/>
                    <a:pt x="18475" y="1132"/>
                  </a:cubicBezTo>
                  <a:cubicBezTo>
                    <a:pt x="18451" y="1132"/>
                    <a:pt x="18427" y="1130"/>
                    <a:pt x="18402" y="1126"/>
                  </a:cubicBezTo>
                  <a:cubicBezTo>
                    <a:pt x="18252" y="1096"/>
                    <a:pt x="18117" y="960"/>
                    <a:pt x="18087" y="796"/>
                  </a:cubicBezTo>
                  <a:cubicBezTo>
                    <a:pt x="18057" y="630"/>
                    <a:pt x="18132" y="480"/>
                    <a:pt x="18252" y="406"/>
                  </a:cubicBezTo>
                  <a:cubicBezTo>
                    <a:pt x="18282" y="376"/>
                    <a:pt x="18312" y="330"/>
                    <a:pt x="18312" y="286"/>
                  </a:cubicBezTo>
                  <a:lnTo>
                    <a:pt x="18312" y="180"/>
                  </a:lnTo>
                  <a:cubicBezTo>
                    <a:pt x="18312" y="76"/>
                    <a:pt x="18222" y="0"/>
                    <a:pt x="18117" y="0"/>
                  </a:cubicBezTo>
                  <a:lnTo>
                    <a:pt x="17383" y="0"/>
                  </a:lnTo>
                  <a:cubicBezTo>
                    <a:pt x="17293" y="0"/>
                    <a:pt x="17203" y="76"/>
                    <a:pt x="17203" y="180"/>
                  </a:cubicBezTo>
                  <a:lnTo>
                    <a:pt x="17203" y="286"/>
                  </a:lnTo>
                  <a:cubicBezTo>
                    <a:pt x="17203" y="330"/>
                    <a:pt x="17233" y="376"/>
                    <a:pt x="17263" y="406"/>
                  </a:cubicBezTo>
                  <a:cubicBezTo>
                    <a:pt x="17367" y="480"/>
                    <a:pt x="17427" y="600"/>
                    <a:pt x="17427" y="720"/>
                  </a:cubicBezTo>
                  <a:cubicBezTo>
                    <a:pt x="17427" y="951"/>
                    <a:pt x="17256" y="1132"/>
                    <a:pt x="17035" y="1132"/>
                  </a:cubicBezTo>
                  <a:cubicBezTo>
                    <a:pt x="17011" y="1132"/>
                    <a:pt x="16987" y="1130"/>
                    <a:pt x="16963" y="1126"/>
                  </a:cubicBezTo>
                  <a:cubicBezTo>
                    <a:pt x="16797" y="1096"/>
                    <a:pt x="16663" y="960"/>
                    <a:pt x="16647" y="796"/>
                  </a:cubicBezTo>
                  <a:cubicBezTo>
                    <a:pt x="16617" y="630"/>
                    <a:pt x="16693" y="480"/>
                    <a:pt x="16797" y="406"/>
                  </a:cubicBezTo>
                  <a:cubicBezTo>
                    <a:pt x="16843" y="376"/>
                    <a:pt x="16857" y="330"/>
                    <a:pt x="16857" y="286"/>
                  </a:cubicBezTo>
                  <a:lnTo>
                    <a:pt x="16857" y="180"/>
                  </a:lnTo>
                  <a:cubicBezTo>
                    <a:pt x="16857" y="76"/>
                    <a:pt x="16783" y="0"/>
                    <a:pt x="16677" y="0"/>
                  </a:cubicBezTo>
                  <a:lnTo>
                    <a:pt x="15943" y="0"/>
                  </a:lnTo>
                  <a:cubicBezTo>
                    <a:pt x="15837" y="0"/>
                    <a:pt x="15763" y="76"/>
                    <a:pt x="15763" y="180"/>
                  </a:cubicBezTo>
                  <a:lnTo>
                    <a:pt x="15763" y="286"/>
                  </a:lnTo>
                  <a:cubicBezTo>
                    <a:pt x="15763" y="330"/>
                    <a:pt x="15777" y="376"/>
                    <a:pt x="15823" y="406"/>
                  </a:cubicBezTo>
                  <a:cubicBezTo>
                    <a:pt x="15927" y="480"/>
                    <a:pt x="15987" y="600"/>
                    <a:pt x="15987" y="720"/>
                  </a:cubicBezTo>
                  <a:cubicBezTo>
                    <a:pt x="15987" y="951"/>
                    <a:pt x="15804" y="1132"/>
                    <a:pt x="15592" y="1132"/>
                  </a:cubicBezTo>
                  <a:cubicBezTo>
                    <a:pt x="15569" y="1132"/>
                    <a:pt x="15546" y="1130"/>
                    <a:pt x="15523" y="1126"/>
                  </a:cubicBezTo>
                  <a:cubicBezTo>
                    <a:pt x="15357" y="1096"/>
                    <a:pt x="15223" y="960"/>
                    <a:pt x="15193" y="796"/>
                  </a:cubicBezTo>
                  <a:cubicBezTo>
                    <a:pt x="15177" y="630"/>
                    <a:pt x="15237" y="480"/>
                    <a:pt x="15357" y="406"/>
                  </a:cubicBezTo>
                  <a:cubicBezTo>
                    <a:pt x="15403" y="376"/>
                    <a:pt x="15417" y="330"/>
                    <a:pt x="15417" y="286"/>
                  </a:cubicBezTo>
                  <a:lnTo>
                    <a:pt x="15417" y="180"/>
                  </a:lnTo>
                  <a:cubicBezTo>
                    <a:pt x="15417" y="76"/>
                    <a:pt x="15343" y="0"/>
                    <a:pt x="15237" y="0"/>
                  </a:cubicBezTo>
                  <a:lnTo>
                    <a:pt x="14503" y="0"/>
                  </a:lnTo>
                  <a:cubicBezTo>
                    <a:pt x="14398" y="0"/>
                    <a:pt x="14323" y="76"/>
                    <a:pt x="14323" y="180"/>
                  </a:cubicBezTo>
                  <a:lnTo>
                    <a:pt x="14323" y="286"/>
                  </a:lnTo>
                  <a:cubicBezTo>
                    <a:pt x="14323" y="330"/>
                    <a:pt x="14338" y="376"/>
                    <a:pt x="14383" y="406"/>
                  </a:cubicBezTo>
                  <a:cubicBezTo>
                    <a:pt x="14473" y="480"/>
                    <a:pt x="14548" y="600"/>
                    <a:pt x="14548" y="720"/>
                  </a:cubicBezTo>
                  <a:cubicBezTo>
                    <a:pt x="14548" y="951"/>
                    <a:pt x="14364" y="1132"/>
                    <a:pt x="14140" y="1132"/>
                  </a:cubicBezTo>
                  <a:cubicBezTo>
                    <a:pt x="14117" y="1132"/>
                    <a:pt x="14092" y="1130"/>
                    <a:pt x="14068" y="1126"/>
                  </a:cubicBezTo>
                  <a:cubicBezTo>
                    <a:pt x="13903" y="1096"/>
                    <a:pt x="13783" y="960"/>
                    <a:pt x="13753" y="796"/>
                  </a:cubicBezTo>
                  <a:cubicBezTo>
                    <a:pt x="13723" y="630"/>
                    <a:pt x="13798" y="480"/>
                    <a:pt x="13918" y="406"/>
                  </a:cubicBezTo>
                  <a:cubicBezTo>
                    <a:pt x="13948" y="376"/>
                    <a:pt x="13978" y="330"/>
                    <a:pt x="13978" y="286"/>
                  </a:cubicBezTo>
                  <a:lnTo>
                    <a:pt x="13978" y="180"/>
                  </a:lnTo>
                  <a:cubicBezTo>
                    <a:pt x="13978" y="76"/>
                    <a:pt x="13888" y="0"/>
                    <a:pt x="13783" y="0"/>
                  </a:cubicBezTo>
                  <a:lnTo>
                    <a:pt x="13048" y="0"/>
                  </a:lnTo>
                  <a:cubicBezTo>
                    <a:pt x="12958" y="0"/>
                    <a:pt x="12868" y="76"/>
                    <a:pt x="12868" y="180"/>
                  </a:cubicBezTo>
                  <a:lnTo>
                    <a:pt x="12868" y="286"/>
                  </a:lnTo>
                  <a:cubicBezTo>
                    <a:pt x="12868" y="330"/>
                    <a:pt x="12898" y="376"/>
                    <a:pt x="12928" y="406"/>
                  </a:cubicBezTo>
                  <a:cubicBezTo>
                    <a:pt x="13033" y="480"/>
                    <a:pt x="13093" y="600"/>
                    <a:pt x="13093" y="720"/>
                  </a:cubicBezTo>
                  <a:cubicBezTo>
                    <a:pt x="13093" y="951"/>
                    <a:pt x="12922" y="1132"/>
                    <a:pt x="12700" y="1132"/>
                  </a:cubicBezTo>
                  <a:cubicBezTo>
                    <a:pt x="12677" y="1132"/>
                    <a:pt x="12653" y="1130"/>
                    <a:pt x="12628" y="1126"/>
                  </a:cubicBezTo>
                  <a:cubicBezTo>
                    <a:pt x="12464" y="1096"/>
                    <a:pt x="12328" y="960"/>
                    <a:pt x="12314" y="796"/>
                  </a:cubicBezTo>
                  <a:cubicBezTo>
                    <a:pt x="12284" y="630"/>
                    <a:pt x="12358" y="480"/>
                    <a:pt x="12464" y="406"/>
                  </a:cubicBezTo>
                  <a:cubicBezTo>
                    <a:pt x="12508" y="376"/>
                    <a:pt x="12523" y="330"/>
                    <a:pt x="12523" y="286"/>
                  </a:cubicBezTo>
                  <a:lnTo>
                    <a:pt x="12523" y="180"/>
                  </a:lnTo>
                  <a:cubicBezTo>
                    <a:pt x="12523" y="76"/>
                    <a:pt x="12448" y="0"/>
                    <a:pt x="12344" y="0"/>
                  </a:cubicBezTo>
                  <a:lnTo>
                    <a:pt x="11608" y="0"/>
                  </a:lnTo>
                  <a:cubicBezTo>
                    <a:pt x="11504" y="0"/>
                    <a:pt x="11428" y="76"/>
                    <a:pt x="11428" y="180"/>
                  </a:cubicBezTo>
                  <a:lnTo>
                    <a:pt x="11428" y="286"/>
                  </a:lnTo>
                  <a:cubicBezTo>
                    <a:pt x="11428" y="330"/>
                    <a:pt x="11444" y="376"/>
                    <a:pt x="11488" y="406"/>
                  </a:cubicBezTo>
                  <a:cubicBezTo>
                    <a:pt x="11594" y="480"/>
                    <a:pt x="11654" y="600"/>
                    <a:pt x="11654" y="720"/>
                  </a:cubicBezTo>
                  <a:cubicBezTo>
                    <a:pt x="11654" y="951"/>
                    <a:pt x="11470" y="1132"/>
                    <a:pt x="11257" y="1132"/>
                  </a:cubicBezTo>
                  <a:cubicBezTo>
                    <a:pt x="11234" y="1132"/>
                    <a:pt x="11211" y="1130"/>
                    <a:pt x="11188" y="1126"/>
                  </a:cubicBezTo>
                  <a:cubicBezTo>
                    <a:pt x="11024" y="1096"/>
                    <a:pt x="10888" y="960"/>
                    <a:pt x="10858" y="796"/>
                  </a:cubicBezTo>
                  <a:cubicBezTo>
                    <a:pt x="10844" y="630"/>
                    <a:pt x="10904" y="480"/>
                    <a:pt x="11024" y="406"/>
                  </a:cubicBezTo>
                  <a:cubicBezTo>
                    <a:pt x="11068" y="376"/>
                    <a:pt x="11084" y="330"/>
                    <a:pt x="11084" y="286"/>
                  </a:cubicBezTo>
                  <a:lnTo>
                    <a:pt x="11084" y="180"/>
                  </a:lnTo>
                  <a:cubicBezTo>
                    <a:pt x="11084" y="76"/>
                    <a:pt x="11008" y="0"/>
                    <a:pt x="10904" y="0"/>
                  </a:cubicBezTo>
                  <a:lnTo>
                    <a:pt x="10168" y="0"/>
                  </a:lnTo>
                  <a:cubicBezTo>
                    <a:pt x="10064" y="0"/>
                    <a:pt x="9988" y="76"/>
                    <a:pt x="9988" y="180"/>
                  </a:cubicBezTo>
                  <a:lnTo>
                    <a:pt x="9988" y="286"/>
                  </a:lnTo>
                  <a:cubicBezTo>
                    <a:pt x="9988" y="330"/>
                    <a:pt x="10004" y="376"/>
                    <a:pt x="10048" y="406"/>
                  </a:cubicBezTo>
                  <a:cubicBezTo>
                    <a:pt x="10138" y="480"/>
                    <a:pt x="10214" y="600"/>
                    <a:pt x="10214" y="720"/>
                  </a:cubicBezTo>
                  <a:cubicBezTo>
                    <a:pt x="10214" y="951"/>
                    <a:pt x="10030" y="1132"/>
                    <a:pt x="9807" y="1132"/>
                  </a:cubicBezTo>
                  <a:cubicBezTo>
                    <a:pt x="9783" y="1132"/>
                    <a:pt x="9759" y="1130"/>
                    <a:pt x="9734" y="1126"/>
                  </a:cubicBezTo>
                  <a:cubicBezTo>
                    <a:pt x="9568" y="1096"/>
                    <a:pt x="9448" y="960"/>
                    <a:pt x="9419" y="796"/>
                  </a:cubicBezTo>
                  <a:cubicBezTo>
                    <a:pt x="9389" y="630"/>
                    <a:pt x="9464" y="480"/>
                    <a:pt x="9584" y="406"/>
                  </a:cubicBezTo>
                  <a:cubicBezTo>
                    <a:pt x="9614" y="376"/>
                    <a:pt x="9644" y="330"/>
                    <a:pt x="9644" y="286"/>
                  </a:cubicBezTo>
                  <a:lnTo>
                    <a:pt x="9644" y="180"/>
                  </a:lnTo>
                  <a:cubicBezTo>
                    <a:pt x="9644" y="76"/>
                    <a:pt x="9554" y="0"/>
                    <a:pt x="9448" y="0"/>
                  </a:cubicBezTo>
                  <a:lnTo>
                    <a:pt x="8714" y="0"/>
                  </a:lnTo>
                  <a:cubicBezTo>
                    <a:pt x="8624" y="0"/>
                    <a:pt x="8534" y="76"/>
                    <a:pt x="8534" y="180"/>
                  </a:cubicBezTo>
                  <a:lnTo>
                    <a:pt x="8534" y="286"/>
                  </a:lnTo>
                  <a:cubicBezTo>
                    <a:pt x="8534" y="330"/>
                    <a:pt x="8564" y="376"/>
                    <a:pt x="8594" y="406"/>
                  </a:cubicBezTo>
                  <a:cubicBezTo>
                    <a:pt x="8699" y="480"/>
                    <a:pt x="8759" y="600"/>
                    <a:pt x="8759" y="720"/>
                  </a:cubicBezTo>
                  <a:cubicBezTo>
                    <a:pt x="8759" y="951"/>
                    <a:pt x="8587" y="1132"/>
                    <a:pt x="8367" y="1132"/>
                  </a:cubicBezTo>
                  <a:cubicBezTo>
                    <a:pt x="8343" y="1132"/>
                    <a:pt x="8319" y="1130"/>
                    <a:pt x="8294" y="1126"/>
                  </a:cubicBezTo>
                  <a:cubicBezTo>
                    <a:pt x="8129" y="1096"/>
                    <a:pt x="7994" y="960"/>
                    <a:pt x="7979" y="796"/>
                  </a:cubicBezTo>
                  <a:cubicBezTo>
                    <a:pt x="7949" y="630"/>
                    <a:pt x="8024" y="480"/>
                    <a:pt x="8129" y="406"/>
                  </a:cubicBezTo>
                  <a:cubicBezTo>
                    <a:pt x="8174" y="376"/>
                    <a:pt x="8189" y="330"/>
                    <a:pt x="8189" y="286"/>
                  </a:cubicBezTo>
                  <a:lnTo>
                    <a:pt x="8189" y="180"/>
                  </a:lnTo>
                  <a:cubicBezTo>
                    <a:pt x="8189" y="76"/>
                    <a:pt x="8114" y="0"/>
                    <a:pt x="8009" y="0"/>
                  </a:cubicBezTo>
                  <a:lnTo>
                    <a:pt x="7275" y="0"/>
                  </a:lnTo>
                  <a:cubicBezTo>
                    <a:pt x="7169" y="0"/>
                    <a:pt x="7095" y="76"/>
                    <a:pt x="7095" y="180"/>
                  </a:cubicBezTo>
                  <a:lnTo>
                    <a:pt x="7095" y="286"/>
                  </a:lnTo>
                  <a:cubicBezTo>
                    <a:pt x="7095" y="330"/>
                    <a:pt x="7109" y="376"/>
                    <a:pt x="7155" y="406"/>
                  </a:cubicBezTo>
                  <a:cubicBezTo>
                    <a:pt x="7259" y="480"/>
                    <a:pt x="7319" y="600"/>
                    <a:pt x="7319" y="720"/>
                  </a:cubicBezTo>
                  <a:cubicBezTo>
                    <a:pt x="7319" y="951"/>
                    <a:pt x="7136" y="1132"/>
                    <a:pt x="6923" y="1132"/>
                  </a:cubicBezTo>
                  <a:cubicBezTo>
                    <a:pt x="6901" y="1132"/>
                    <a:pt x="6878" y="1130"/>
                    <a:pt x="6855" y="1126"/>
                  </a:cubicBezTo>
                  <a:cubicBezTo>
                    <a:pt x="6689" y="1096"/>
                    <a:pt x="6555" y="960"/>
                    <a:pt x="6525" y="796"/>
                  </a:cubicBezTo>
                  <a:cubicBezTo>
                    <a:pt x="6509" y="630"/>
                    <a:pt x="6569" y="480"/>
                    <a:pt x="6689" y="406"/>
                  </a:cubicBezTo>
                  <a:cubicBezTo>
                    <a:pt x="6735" y="376"/>
                    <a:pt x="6749" y="330"/>
                    <a:pt x="6749" y="286"/>
                  </a:cubicBezTo>
                  <a:lnTo>
                    <a:pt x="6749" y="180"/>
                  </a:lnTo>
                  <a:cubicBezTo>
                    <a:pt x="6749" y="76"/>
                    <a:pt x="6675" y="0"/>
                    <a:pt x="6569" y="0"/>
                  </a:cubicBezTo>
                  <a:lnTo>
                    <a:pt x="5835" y="0"/>
                  </a:lnTo>
                  <a:cubicBezTo>
                    <a:pt x="5729" y="0"/>
                    <a:pt x="5655" y="76"/>
                    <a:pt x="5655" y="180"/>
                  </a:cubicBezTo>
                  <a:lnTo>
                    <a:pt x="5655" y="286"/>
                  </a:lnTo>
                  <a:cubicBezTo>
                    <a:pt x="5655" y="330"/>
                    <a:pt x="5669" y="376"/>
                    <a:pt x="5715" y="406"/>
                  </a:cubicBezTo>
                  <a:cubicBezTo>
                    <a:pt x="5805" y="480"/>
                    <a:pt x="5879" y="600"/>
                    <a:pt x="5879" y="720"/>
                  </a:cubicBezTo>
                  <a:cubicBezTo>
                    <a:pt x="5879" y="951"/>
                    <a:pt x="5696" y="1132"/>
                    <a:pt x="5472" y="1132"/>
                  </a:cubicBezTo>
                  <a:cubicBezTo>
                    <a:pt x="5448" y="1132"/>
                    <a:pt x="5424" y="1130"/>
                    <a:pt x="5399" y="1126"/>
                  </a:cubicBezTo>
                  <a:cubicBezTo>
                    <a:pt x="5235" y="1096"/>
                    <a:pt x="5115" y="960"/>
                    <a:pt x="5085" y="796"/>
                  </a:cubicBezTo>
                  <a:cubicBezTo>
                    <a:pt x="5055" y="630"/>
                    <a:pt x="5129" y="480"/>
                    <a:pt x="5249" y="406"/>
                  </a:cubicBezTo>
                  <a:cubicBezTo>
                    <a:pt x="5279" y="376"/>
                    <a:pt x="5309" y="330"/>
                    <a:pt x="5309" y="286"/>
                  </a:cubicBezTo>
                  <a:lnTo>
                    <a:pt x="5309" y="180"/>
                  </a:lnTo>
                  <a:cubicBezTo>
                    <a:pt x="5309" y="76"/>
                    <a:pt x="5219" y="0"/>
                    <a:pt x="5115" y="0"/>
                  </a:cubicBezTo>
                  <a:lnTo>
                    <a:pt x="4379" y="0"/>
                  </a:lnTo>
                  <a:cubicBezTo>
                    <a:pt x="4290" y="0"/>
                    <a:pt x="4200" y="76"/>
                    <a:pt x="4200" y="180"/>
                  </a:cubicBezTo>
                  <a:lnTo>
                    <a:pt x="4200" y="286"/>
                  </a:lnTo>
                  <a:cubicBezTo>
                    <a:pt x="4200" y="330"/>
                    <a:pt x="4230" y="376"/>
                    <a:pt x="4260" y="406"/>
                  </a:cubicBezTo>
                  <a:cubicBezTo>
                    <a:pt x="4365" y="480"/>
                    <a:pt x="4425" y="600"/>
                    <a:pt x="4425" y="720"/>
                  </a:cubicBezTo>
                  <a:cubicBezTo>
                    <a:pt x="4425" y="951"/>
                    <a:pt x="4254" y="1132"/>
                    <a:pt x="4032" y="1132"/>
                  </a:cubicBezTo>
                  <a:cubicBezTo>
                    <a:pt x="4008" y="1132"/>
                    <a:pt x="3984" y="1130"/>
                    <a:pt x="3960" y="1126"/>
                  </a:cubicBezTo>
                  <a:cubicBezTo>
                    <a:pt x="3795" y="1096"/>
                    <a:pt x="3660" y="960"/>
                    <a:pt x="3645" y="796"/>
                  </a:cubicBezTo>
                  <a:cubicBezTo>
                    <a:pt x="3615" y="630"/>
                    <a:pt x="3690" y="480"/>
                    <a:pt x="3795" y="406"/>
                  </a:cubicBezTo>
                  <a:cubicBezTo>
                    <a:pt x="3840" y="376"/>
                    <a:pt x="3855" y="330"/>
                    <a:pt x="3855" y="286"/>
                  </a:cubicBezTo>
                  <a:lnTo>
                    <a:pt x="3855" y="180"/>
                  </a:lnTo>
                  <a:cubicBezTo>
                    <a:pt x="3855" y="76"/>
                    <a:pt x="3780" y="0"/>
                    <a:pt x="3675" y="0"/>
                  </a:cubicBezTo>
                  <a:lnTo>
                    <a:pt x="2940" y="0"/>
                  </a:lnTo>
                  <a:cubicBezTo>
                    <a:pt x="2835" y="0"/>
                    <a:pt x="2760" y="76"/>
                    <a:pt x="2760" y="180"/>
                  </a:cubicBezTo>
                  <a:lnTo>
                    <a:pt x="2760" y="286"/>
                  </a:lnTo>
                  <a:cubicBezTo>
                    <a:pt x="2760" y="330"/>
                    <a:pt x="2775" y="376"/>
                    <a:pt x="2820" y="406"/>
                  </a:cubicBezTo>
                  <a:cubicBezTo>
                    <a:pt x="2925" y="480"/>
                    <a:pt x="2985" y="600"/>
                    <a:pt x="2985" y="720"/>
                  </a:cubicBezTo>
                  <a:cubicBezTo>
                    <a:pt x="2985" y="951"/>
                    <a:pt x="2801" y="1132"/>
                    <a:pt x="2589" y="1132"/>
                  </a:cubicBezTo>
                  <a:cubicBezTo>
                    <a:pt x="2566" y="1132"/>
                    <a:pt x="2543" y="1130"/>
                    <a:pt x="2520" y="1126"/>
                  </a:cubicBezTo>
                  <a:cubicBezTo>
                    <a:pt x="2355" y="1096"/>
                    <a:pt x="2220" y="960"/>
                    <a:pt x="2190" y="796"/>
                  </a:cubicBezTo>
                  <a:cubicBezTo>
                    <a:pt x="2160" y="630"/>
                    <a:pt x="2236" y="480"/>
                    <a:pt x="2355" y="406"/>
                  </a:cubicBezTo>
                  <a:cubicBezTo>
                    <a:pt x="2400" y="376"/>
                    <a:pt x="2415" y="330"/>
                    <a:pt x="2415" y="286"/>
                  </a:cubicBezTo>
                  <a:lnTo>
                    <a:pt x="2415" y="180"/>
                  </a:lnTo>
                  <a:cubicBezTo>
                    <a:pt x="2415" y="76"/>
                    <a:pt x="2325" y="0"/>
                    <a:pt x="2236" y="0"/>
                  </a:cubicBezTo>
                  <a:lnTo>
                    <a:pt x="1500" y="0"/>
                  </a:lnTo>
                  <a:cubicBezTo>
                    <a:pt x="1396" y="0"/>
                    <a:pt x="1320" y="76"/>
                    <a:pt x="1320" y="180"/>
                  </a:cubicBezTo>
                  <a:lnTo>
                    <a:pt x="1320" y="286"/>
                  </a:lnTo>
                  <a:cubicBezTo>
                    <a:pt x="1320" y="330"/>
                    <a:pt x="1336" y="376"/>
                    <a:pt x="1366" y="406"/>
                  </a:cubicBezTo>
                  <a:cubicBezTo>
                    <a:pt x="1470" y="480"/>
                    <a:pt x="1546" y="600"/>
                    <a:pt x="1546" y="720"/>
                  </a:cubicBezTo>
                  <a:cubicBezTo>
                    <a:pt x="1546" y="951"/>
                    <a:pt x="1361" y="1132"/>
                    <a:pt x="1138" y="1132"/>
                  </a:cubicBezTo>
                  <a:cubicBezTo>
                    <a:pt x="1115" y="1132"/>
                    <a:pt x="1090" y="1130"/>
                    <a:pt x="1066" y="1126"/>
                  </a:cubicBezTo>
                  <a:cubicBezTo>
                    <a:pt x="900" y="1096"/>
                    <a:pt x="780" y="960"/>
                    <a:pt x="750" y="796"/>
                  </a:cubicBezTo>
                  <a:cubicBezTo>
                    <a:pt x="720" y="630"/>
                    <a:pt x="796" y="480"/>
                    <a:pt x="916" y="406"/>
                  </a:cubicBezTo>
                  <a:cubicBezTo>
                    <a:pt x="946" y="376"/>
                    <a:pt x="976" y="330"/>
                    <a:pt x="976" y="286"/>
                  </a:cubicBezTo>
                  <a:lnTo>
                    <a:pt x="976" y="180"/>
                  </a:lnTo>
                  <a:cubicBezTo>
                    <a:pt x="976" y="76"/>
                    <a:pt x="886" y="0"/>
                    <a:pt x="7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rot="-930313">
              <a:off x="455196" y="2841033"/>
              <a:ext cx="2474999" cy="1315947"/>
            </a:xfrm>
            <a:custGeom>
              <a:rect b="b" l="l" r="r" t="t"/>
              <a:pathLst>
                <a:path extrusionOk="0" h="18117" w="34074">
                  <a:moveTo>
                    <a:pt x="0" y="0"/>
                  </a:moveTo>
                  <a:lnTo>
                    <a:pt x="0" y="180"/>
                  </a:lnTo>
                  <a:lnTo>
                    <a:pt x="1666" y="180"/>
                  </a:lnTo>
                  <a:lnTo>
                    <a:pt x="1666" y="17951"/>
                  </a:lnTo>
                  <a:cubicBezTo>
                    <a:pt x="1696" y="17937"/>
                    <a:pt x="1740" y="17937"/>
                    <a:pt x="1786" y="17937"/>
                  </a:cubicBezTo>
                  <a:lnTo>
                    <a:pt x="1786" y="180"/>
                  </a:lnTo>
                  <a:lnTo>
                    <a:pt x="3720" y="180"/>
                  </a:lnTo>
                  <a:lnTo>
                    <a:pt x="3720" y="17651"/>
                  </a:lnTo>
                  <a:cubicBezTo>
                    <a:pt x="3720" y="17651"/>
                    <a:pt x="3720" y="17667"/>
                    <a:pt x="3735" y="17667"/>
                  </a:cubicBezTo>
                  <a:lnTo>
                    <a:pt x="3840" y="17667"/>
                  </a:lnTo>
                  <a:lnTo>
                    <a:pt x="3840" y="180"/>
                  </a:lnTo>
                  <a:lnTo>
                    <a:pt x="5775" y="180"/>
                  </a:lnTo>
                  <a:lnTo>
                    <a:pt x="5775" y="17517"/>
                  </a:lnTo>
                  <a:lnTo>
                    <a:pt x="5895" y="17517"/>
                  </a:lnTo>
                  <a:lnTo>
                    <a:pt x="5895" y="180"/>
                  </a:lnTo>
                  <a:lnTo>
                    <a:pt x="7829" y="180"/>
                  </a:lnTo>
                  <a:lnTo>
                    <a:pt x="7829" y="17757"/>
                  </a:lnTo>
                  <a:cubicBezTo>
                    <a:pt x="7844" y="17771"/>
                    <a:pt x="7844" y="17771"/>
                    <a:pt x="7859" y="17771"/>
                  </a:cubicBezTo>
                  <a:cubicBezTo>
                    <a:pt x="7889" y="17771"/>
                    <a:pt x="7919" y="17787"/>
                    <a:pt x="7964" y="17801"/>
                  </a:cubicBezTo>
                  <a:lnTo>
                    <a:pt x="7964" y="180"/>
                  </a:lnTo>
                  <a:lnTo>
                    <a:pt x="9884" y="180"/>
                  </a:lnTo>
                  <a:lnTo>
                    <a:pt x="9884" y="18117"/>
                  </a:lnTo>
                  <a:cubicBezTo>
                    <a:pt x="9928" y="18101"/>
                    <a:pt x="9974" y="18071"/>
                    <a:pt x="10018" y="18027"/>
                  </a:cubicBezTo>
                  <a:lnTo>
                    <a:pt x="10018" y="180"/>
                  </a:lnTo>
                  <a:lnTo>
                    <a:pt x="11938" y="180"/>
                  </a:lnTo>
                  <a:lnTo>
                    <a:pt x="11938" y="17757"/>
                  </a:lnTo>
                  <a:cubicBezTo>
                    <a:pt x="11984" y="17741"/>
                    <a:pt x="12028" y="17741"/>
                    <a:pt x="12074" y="17727"/>
                  </a:cubicBezTo>
                  <a:lnTo>
                    <a:pt x="12074" y="180"/>
                  </a:lnTo>
                  <a:lnTo>
                    <a:pt x="13993" y="180"/>
                  </a:lnTo>
                  <a:lnTo>
                    <a:pt x="13993" y="17441"/>
                  </a:lnTo>
                  <a:lnTo>
                    <a:pt x="14128" y="17487"/>
                  </a:lnTo>
                  <a:lnTo>
                    <a:pt x="14128" y="180"/>
                  </a:lnTo>
                  <a:lnTo>
                    <a:pt x="16047" y="180"/>
                  </a:lnTo>
                  <a:lnTo>
                    <a:pt x="16047" y="17157"/>
                  </a:lnTo>
                  <a:cubicBezTo>
                    <a:pt x="16077" y="17157"/>
                    <a:pt x="16107" y="17157"/>
                    <a:pt x="16137" y="17171"/>
                  </a:cubicBezTo>
                  <a:cubicBezTo>
                    <a:pt x="16153" y="17171"/>
                    <a:pt x="16167" y="17171"/>
                    <a:pt x="16183" y="17187"/>
                  </a:cubicBezTo>
                  <a:lnTo>
                    <a:pt x="16183" y="180"/>
                  </a:lnTo>
                  <a:lnTo>
                    <a:pt x="18117" y="180"/>
                  </a:lnTo>
                  <a:lnTo>
                    <a:pt x="18117" y="17307"/>
                  </a:lnTo>
                  <a:lnTo>
                    <a:pt x="18177" y="17307"/>
                  </a:lnTo>
                  <a:cubicBezTo>
                    <a:pt x="18207" y="17307"/>
                    <a:pt x="18222" y="17307"/>
                    <a:pt x="18237" y="17291"/>
                  </a:cubicBezTo>
                  <a:lnTo>
                    <a:pt x="18237" y="180"/>
                  </a:lnTo>
                  <a:lnTo>
                    <a:pt x="20172" y="180"/>
                  </a:lnTo>
                  <a:lnTo>
                    <a:pt x="20172" y="17261"/>
                  </a:lnTo>
                  <a:lnTo>
                    <a:pt x="20232" y="17261"/>
                  </a:lnTo>
                  <a:cubicBezTo>
                    <a:pt x="20246" y="17247"/>
                    <a:pt x="20276" y="17231"/>
                    <a:pt x="20292" y="17231"/>
                  </a:cubicBezTo>
                  <a:lnTo>
                    <a:pt x="20292" y="180"/>
                  </a:lnTo>
                  <a:lnTo>
                    <a:pt x="22226" y="180"/>
                  </a:lnTo>
                  <a:lnTo>
                    <a:pt x="22226" y="17651"/>
                  </a:lnTo>
                  <a:cubicBezTo>
                    <a:pt x="22263" y="17636"/>
                    <a:pt x="22289" y="17633"/>
                    <a:pt x="22310" y="17633"/>
                  </a:cubicBezTo>
                  <a:cubicBezTo>
                    <a:pt x="22331" y="17633"/>
                    <a:pt x="22346" y="17637"/>
                    <a:pt x="22362" y="17637"/>
                  </a:cubicBezTo>
                  <a:lnTo>
                    <a:pt x="22362" y="180"/>
                  </a:lnTo>
                  <a:lnTo>
                    <a:pt x="24281" y="180"/>
                  </a:lnTo>
                  <a:lnTo>
                    <a:pt x="24281" y="16391"/>
                  </a:lnTo>
                  <a:lnTo>
                    <a:pt x="24311" y="16391"/>
                  </a:lnTo>
                  <a:cubicBezTo>
                    <a:pt x="24319" y="16389"/>
                    <a:pt x="24326" y="16388"/>
                    <a:pt x="24332" y="16388"/>
                  </a:cubicBezTo>
                  <a:cubicBezTo>
                    <a:pt x="24362" y="16388"/>
                    <a:pt x="24379" y="16412"/>
                    <a:pt x="24416" y="16437"/>
                  </a:cubicBezTo>
                  <a:lnTo>
                    <a:pt x="24416" y="180"/>
                  </a:lnTo>
                  <a:lnTo>
                    <a:pt x="26335" y="180"/>
                  </a:lnTo>
                  <a:lnTo>
                    <a:pt x="26335" y="16331"/>
                  </a:lnTo>
                  <a:cubicBezTo>
                    <a:pt x="26381" y="16331"/>
                    <a:pt x="26425" y="16347"/>
                    <a:pt x="26471" y="16361"/>
                  </a:cubicBezTo>
                  <a:lnTo>
                    <a:pt x="26471" y="180"/>
                  </a:lnTo>
                  <a:lnTo>
                    <a:pt x="28390" y="180"/>
                  </a:lnTo>
                  <a:lnTo>
                    <a:pt x="28390" y="16737"/>
                  </a:lnTo>
                  <a:cubicBezTo>
                    <a:pt x="28402" y="16741"/>
                    <a:pt x="28414" y="16743"/>
                    <a:pt x="28426" y="16743"/>
                  </a:cubicBezTo>
                  <a:cubicBezTo>
                    <a:pt x="28459" y="16743"/>
                    <a:pt x="28492" y="16729"/>
                    <a:pt x="28525" y="16707"/>
                  </a:cubicBezTo>
                  <a:lnTo>
                    <a:pt x="28525" y="180"/>
                  </a:lnTo>
                  <a:lnTo>
                    <a:pt x="30444" y="180"/>
                  </a:lnTo>
                  <a:lnTo>
                    <a:pt x="30444" y="16137"/>
                  </a:lnTo>
                  <a:lnTo>
                    <a:pt x="30504" y="16137"/>
                  </a:lnTo>
                  <a:cubicBezTo>
                    <a:pt x="30534" y="16137"/>
                    <a:pt x="30550" y="16151"/>
                    <a:pt x="30580" y="16151"/>
                  </a:cubicBezTo>
                  <a:lnTo>
                    <a:pt x="30580" y="180"/>
                  </a:lnTo>
                  <a:lnTo>
                    <a:pt x="32514" y="180"/>
                  </a:lnTo>
                  <a:lnTo>
                    <a:pt x="32514" y="15732"/>
                  </a:lnTo>
                  <a:cubicBezTo>
                    <a:pt x="32544" y="15717"/>
                    <a:pt x="32590" y="15702"/>
                    <a:pt x="32634" y="15687"/>
                  </a:cubicBezTo>
                  <a:lnTo>
                    <a:pt x="32634" y="180"/>
                  </a:lnTo>
                  <a:lnTo>
                    <a:pt x="34074" y="180"/>
                  </a:lnTo>
                  <a:lnTo>
                    <a:pt x="3407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3"/>
          <p:cNvSpPr/>
          <p:nvPr/>
        </p:nvSpPr>
        <p:spPr>
          <a:xfrm rot="-228143">
            <a:off x="1424595" y="628604"/>
            <a:ext cx="6388847" cy="4272562"/>
          </a:xfrm>
          <a:custGeom>
            <a:rect b="b" l="l" r="r" t="t"/>
            <a:pathLst>
              <a:path extrusionOk="0" h="21688" w="33354">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2062650" y="2542550"/>
            <a:ext cx="50187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 name="Google Shape;20;p3"/>
          <p:cNvSpPr txBox="1"/>
          <p:nvPr>
            <p:ph hasCustomPrompt="1" idx="2" type="title"/>
          </p:nvPr>
        </p:nvSpPr>
        <p:spPr>
          <a:xfrm>
            <a:off x="2062650" y="1700750"/>
            <a:ext cx="50187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5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 name="Google Shape;21;p3"/>
          <p:cNvSpPr txBox="1"/>
          <p:nvPr>
            <p:ph idx="1" type="subTitle"/>
          </p:nvPr>
        </p:nvSpPr>
        <p:spPr>
          <a:xfrm>
            <a:off x="2062650" y="3384350"/>
            <a:ext cx="50187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24" name="Google Shape;24;p4"/>
          <p:cNvSpPr txBox="1"/>
          <p:nvPr>
            <p:ph idx="1" type="body"/>
          </p:nvPr>
        </p:nvSpPr>
        <p:spPr>
          <a:xfrm>
            <a:off x="715100" y="1381225"/>
            <a:ext cx="7715700" cy="31875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Arial"/>
              <a:buChar char="●"/>
              <a:defRPr sz="1400"/>
            </a:lvl1pPr>
            <a:lvl2pPr indent="-317500" lvl="1" marL="914400" rtl="0">
              <a:lnSpc>
                <a:spcPct val="115000"/>
              </a:lnSpc>
              <a:spcBef>
                <a:spcPts val="1600"/>
              </a:spcBef>
              <a:spcAft>
                <a:spcPts val="0"/>
              </a:spcAft>
              <a:buClr>
                <a:schemeClr val="lt2"/>
              </a:buClr>
              <a:buSzPts val="1400"/>
              <a:buFont typeface="Arial"/>
              <a:buChar char="○"/>
              <a:defRPr/>
            </a:lvl2pPr>
            <a:lvl3pPr indent="-317500" lvl="2" marL="1371600" rtl="0">
              <a:lnSpc>
                <a:spcPct val="115000"/>
              </a:lnSpc>
              <a:spcBef>
                <a:spcPts val="0"/>
              </a:spcBef>
              <a:spcAft>
                <a:spcPts val="0"/>
              </a:spcAft>
              <a:buClr>
                <a:srgbClr val="000000"/>
              </a:buClr>
              <a:buSzPts val="1400"/>
              <a:buFont typeface="Arial"/>
              <a:buChar char="■"/>
              <a:defRPr/>
            </a:lvl3pPr>
            <a:lvl4pPr indent="-317500" lvl="3" marL="1828800" rtl="0">
              <a:lnSpc>
                <a:spcPct val="115000"/>
              </a:lnSpc>
              <a:spcBef>
                <a:spcPts val="0"/>
              </a:spcBef>
              <a:spcAft>
                <a:spcPts val="0"/>
              </a:spcAft>
              <a:buClr>
                <a:srgbClr val="000000"/>
              </a:buClr>
              <a:buSzPts val="1400"/>
              <a:buFont typeface="Arial"/>
              <a:buChar char="●"/>
              <a:defRPr/>
            </a:lvl4pPr>
            <a:lvl5pPr indent="-317500" lvl="4" marL="2286000" rtl="0">
              <a:lnSpc>
                <a:spcPct val="115000"/>
              </a:lnSpc>
              <a:spcBef>
                <a:spcPts val="0"/>
              </a:spcBef>
              <a:spcAft>
                <a:spcPts val="0"/>
              </a:spcAft>
              <a:buClr>
                <a:srgbClr val="000000"/>
              </a:buClr>
              <a:buSzPts val="1400"/>
              <a:buFont typeface="Arial"/>
              <a:buChar char="○"/>
              <a:defRPr/>
            </a:lvl5pPr>
            <a:lvl6pPr indent="-317500" lvl="5" marL="2743200" rtl="0">
              <a:lnSpc>
                <a:spcPct val="115000"/>
              </a:lnSpc>
              <a:spcBef>
                <a:spcPts val="0"/>
              </a:spcBef>
              <a:spcAft>
                <a:spcPts val="0"/>
              </a:spcAft>
              <a:buClr>
                <a:srgbClr val="000000"/>
              </a:buClr>
              <a:buSzPts val="1400"/>
              <a:buFont typeface="Arial"/>
              <a:buChar char="■"/>
              <a:defRPr/>
            </a:lvl6pPr>
            <a:lvl7pPr indent="-317500" lvl="6" marL="3200400" rtl="0">
              <a:lnSpc>
                <a:spcPct val="115000"/>
              </a:lnSpc>
              <a:spcBef>
                <a:spcPts val="0"/>
              </a:spcBef>
              <a:spcAft>
                <a:spcPts val="0"/>
              </a:spcAft>
              <a:buClr>
                <a:srgbClr val="000000"/>
              </a:buClr>
              <a:buSzPts val="1400"/>
              <a:buFont typeface="Arial"/>
              <a:buChar char="●"/>
              <a:defRPr/>
            </a:lvl7pPr>
            <a:lvl8pPr indent="-317500" lvl="7" marL="3657600" rtl="0">
              <a:lnSpc>
                <a:spcPct val="115000"/>
              </a:lnSpc>
              <a:spcBef>
                <a:spcPts val="0"/>
              </a:spcBef>
              <a:spcAft>
                <a:spcPts val="0"/>
              </a:spcAft>
              <a:buClr>
                <a:srgbClr val="000000"/>
              </a:buClr>
              <a:buSzPts val="1400"/>
              <a:buFont typeface="Arial"/>
              <a:buChar char="○"/>
              <a:defRPr/>
            </a:lvl8pPr>
            <a:lvl9pPr indent="-317500" lvl="8" marL="4114800" rtl="0">
              <a:lnSpc>
                <a:spcPct val="115000"/>
              </a:lnSpc>
              <a:spcBef>
                <a:spcPts val="0"/>
              </a:spcBef>
              <a:spcAft>
                <a:spcPts val="0"/>
              </a:spcAft>
              <a:buClr>
                <a:srgbClr val="000000"/>
              </a:buClr>
              <a:buSzPts val="1400"/>
              <a:buFont typeface="Arial"/>
              <a:buChar char="■"/>
              <a:defRPr/>
            </a:lvl9pPr>
          </a:lstStyle>
          <a:p/>
        </p:txBody>
      </p:sp>
      <p:sp>
        <p:nvSpPr>
          <p:cNvPr id="25" name="Google Shape;25;p4"/>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28" name="Google Shape;28;p5"/>
          <p:cNvSpPr/>
          <p:nvPr/>
        </p:nvSpPr>
        <p:spPr>
          <a:xfrm>
            <a:off x="999100" y="1556825"/>
            <a:ext cx="7145761" cy="3051773"/>
          </a:xfrm>
          <a:custGeom>
            <a:rect b="b" l="l" r="r" t="t"/>
            <a:pathLst>
              <a:path extrusionOk="0" h="21688" w="33354">
                <a:moveTo>
                  <a:pt x="0" y="1"/>
                </a:moveTo>
                <a:lnTo>
                  <a:pt x="0" y="21207"/>
                </a:lnTo>
                <a:cubicBezTo>
                  <a:pt x="30" y="21192"/>
                  <a:pt x="60" y="21177"/>
                  <a:pt x="90" y="21177"/>
                </a:cubicBezTo>
                <a:cubicBezTo>
                  <a:pt x="94" y="21177"/>
                  <a:pt x="97" y="21176"/>
                  <a:pt x="101" y="21176"/>
                </a:cubicBezTo>
                <a:cubicBezTo>
                  <a:pt x="368" y="21176"/>
                  <a:pt x="421" y="21688"/>
                  <a:pt x="682" y="21688"/>
                </a:cubicBezTo>
                <a:cubicBezTo>
                  <a:pt x="690" y="21688"/>
                  <a:pt x="697" y="21687"/>
                  <a:pt x="704" y="21687"/>
                </a:cubicBezTo>
                <a:cubicBezTo>
                  <a:pt x="990" y="21672"/>
                  <a:pt x="990" y="21537"/>
                  <a:pt x="1274" y="21507"/>
                </a:cubicBezTo>
                <a:cubicBezTo>
                  <a:pt x="1560" y="21492"/>
                  <a:pt x="1544" y="21222"/>
                  <a:pt x="1830" y="21207"/>
                </a:cubicBezTo>
                <a:cubicBezTo>
                  <a:pt x="2114" y="21177"/>
                  <a:pt x="2100" y="21087"/>
                  <a:pt x="2384" y="21072"/>
                </a:cubicBezTo>
                <a:cubicBezTo>
                  <a:pt x="2396" y="21071"/>
                  <a:pt x="2408" y="21070"/>
                  <a:pt x="2420" y="21070"/>
                </a:cubicBezTo>
                <a:cubicBezTo>
                  <a:pt x="2667" y="21070"/>
                  <a:pt x="2710" y="21357"/>
                  <a:pt x="2965" y="21357"/>
                </a:cubicBezTo>
                <a:cubicBezTo>
                  <a:pt x="2971" y="21357"/>
                  <a:pt x="2977" y="21357"/>
                  <a:pt x="2984" y="21357"/>
                </a:cubicBezTo>
                <a:cubicBezTo>
                  <a:pt x="3269" y="21327"/>
                  <a:pt x="3254" y="21192"/>
                  <a:pt x="3539" y="21162"/>
                </a:cubicBezTo>
                <a:cubicBezTo>
                  <a:pt x="3824" y="21147"/>
                  <a:pt x="3824" y="21072"/>
                  <a:pt x="4109" y="21042"/>
                </a:cubicBezTo>
                <a:cubicBezTo>
                  <a:pt x="4394" y="21027"/>
                  <a:pt x="4394" y="20982"/>
                  <a:pt x="4679" y="20967"/>
                </a:cubicBezTo>
                <a:cubicBezTo>
                  <a:pt x="4689" y="20966"/>
                  <a:pt x="4699" y="20965"/>
                  <a:pt x="4709" y="20965"/>
                </a:cubicBezTo>
                <a:cubicBezTo>
                  <a:pt x="4961" y="20965"/>
                  <a:pt x="5002" y="21327"/>
                  <a:pt x="5263" y="21327"/>
                </a:cubicBezTo>
                <a:cubicBezTo>
                  <a:pt x="5268" y="21327"/>
                  <a:pt x="5274" y="21327"/>
                  <a:pt x="5279" y="21327"/>
                </a:cubicBezTo>
                <a:cubicBezTo>
                  <a:pt x="5563" y="21297"/>
                  <a:pt x="5519" y="20682"/>
                  <a:pt x="5803" y="20667"/>
                </a:cubicBezTo>
                <a:cubicBezTo>
                  <a:pt x="5810" y="20666"/>
                  <a:pt x="5817" y="20666"/>
                  <a:pt x="5823" y="20666"/>
                </a:cubicBezTo>
                <a:cubicBezTo>
                  <a:pt x="6085" y="20666"/>
                  <a:pt x="6138" y="21223"/>
                  <a:pt x="6399" y="21223"/>
                </a:cubicBezTo>
                <a:cubicBezTo>
                  <a:pt x="6405" y="21223"/>
                  <a:pt x="6412" y="21223"/>
                  <a:pt x="6419" y="21222"/>
                </a:cubicBezTo>
                <a:cubicBezTo>
                  <a:pt x="6703" y="21207"/>
                  <a:pt x="6659" y="20607"/>
                  <a:pt x="6943" y="20592"/>
                </a:cubicBezTo>
                <a:cubicBezTo>
                  <a:pt x="6953" y="20591"/>
                  <a:pt x="6962" y="20591"/>
                  <a:pt x="6971" y="20591"/>
                </a:cubicBezTo>
                <a:cubicBezTo>
                  <a:pt x="7222" y="20591"/>
                  <a:pt x="7265" y="20968"/>
                  <a:pt x="7515" y="20968"/>
                </a:cubicBezTo>
                <a:cubicBezTo>
                  <a:pt x="7524" y="20968"/>
                  <a:pt x="7534" y="20968"/>
                  <a:pt x="7543" y="20967"/>
                </a:cubicBezTo>
                <a:cubicBezTo>
                  <a:pt x="7829" y="20952"/>
                  <a:pt x="7813" y="20637"/>
                  <a:pt x="8099" y="20607"/>
                </a:cubicBezTo>
                <a:cubicBezTo>
                  <a:pt x="8241" y="20600"/>
                  <a:pt x="8312" y="20600"/>
                  <a:pt x="8383" y="20600"/>
                </a:cubicBezTo>
                <a:cubicBezTo>
                  <a:pt x="8454" y="20600"/>
                  <a:pt x="8526" y="20600"/>
                  <a:pt x="8668" y="20592"/>
                </a:cubicBezTo>
                <a:cubicBezTo>
                  <a:pt x="8953" y="20562"/>
                  <a:pt x="8938" y="20412"/>
                  <a:pt x="9223" y="20397"/>
                </a:cubicBezTo>
                <a:cubicBezTo>
                  <a:pt x="9508" y="20367"/>
                  <a:pt x="9508" y="20352"/>
                  <a:pt x="9793" y="20322"/>
                </a:cubicBezTo>
                <a:cubicBezTo>
                  <a:pt x="9797" y="20322"/>
                  <a:pt x="9802" y="20322"/>
                  <a:pt x="9806" y="20322"/>
                </a:cubicBezTo>
                <a:cubicBezTo>
                  <a:pt x="10076" y="20322"/>
                  <a:pt x="10126" y="20773"/>
                  <a:pt x="10396" y="20773"/>
                </a:cubicBezTo>
                <a:cubicBezTo>
                  <a:pt x="10400" y="20773"/>
                  <a:pt x="10404" y="20773"/>
                  <a:pt x="10408" y="20772"/>
                </a:cubicBezTo>
                <a:cubicBezTo>
                  <a:pt x="10692" y="20742"/>
                  <a:pt x="10678" y="20592"/>
                  <a:pt x="10962" y="20562"/>
                </a:cubicBezTo>
                <a:cubicBezTo>
                  <a:pt x="11248" y="20547"/>
                  <a:pt x="11232" y="20307"/>
                  <a:pt x="11518" y="20277"/>
                </a:cubicBezTo>
                <a:cubicBezTo>
                  <a:pt x="11525" y="20277"/>
                  <a:pt x="11532" y="20276"/>
                  <a:pt x="11538" y="20276"/>
                </a:cubicBezTo>
                <a:cubicBezTo>
                  <a:pt x="11796" y="20276"/>
                  <a:pt x="11824" y="20533"/>
                  <a:pt x="12082" y="20533"/>
                </a:cubicBezTo>
                <a:cubicBezTo>
                  <a:pt x="12088" y="20533"/>
                  <a:pt x="12095" y="20533"/>
                  <a:pt x="12102" y="20532"/>
                </a:cubicBezTo>
                <a:cubicBezTo>
                  <a:pt x="12388" y="20502"/>
                  <a:pt x="12372" y="20307"/>
                  <a:pt x="12658" y="20292"/>
                </a:cubicBezTo>
                <a:cubicBezTo>
                  <a:pt x="12942" y="20262"/>
                  <a:pt x="12942" y="20187"/>
                  <a:pt x="13228" y="20157"/>
                </a:cubicBezTo>
                <a:cubicBezTo>
                  <a:pt x="13231" y="20157"/>
                  <a:pt x="13235" y="20157"/>
                  <a:pt x="13239" y="20157"/>
                </a:cubicBezTo>
                <a:cubicBezTo>
                  <a:pt x="13509" y="20157"/>
                  <a:pt x="13560" y="20637"/>
                  <a:pt x="13829" y="20637"/>
                </a:cubicBezTo>
                <a:cubicBezTo>
                  <a:pt x="13833" y="20637"/>
                  <a:pt x="13838" y="20637"/>
                  <a:pt x="13842" y="20637"/>
                </a:cubicBezTo>
                <a:lnTo>
                  <a:pt x="14412" y="20577"/>
                </a:lnTo>
                <a:cubicBezTo>
                  <a:pt x="14697" y="20562"/>
                  <a:pt x="14652" y="20127"/>
                  <a:pt x="14937" y="20113"/>
                </a:cubicBezTo>
                <a:cubicBezTo>
                  <a:pt x="14951" y="20111"/>
                  <a:pt x="14965" y="20110"/>
                  <a:pt x="14978" y="20110"/>
                </a:cubicBezTo>
                <a:cubicBezTo>
                  <a:pt x="15212" y="20110"/>
                  <a:pt x="15261" y="20339"/>
                  <a:pt x="15496" y="20339"/>
                </a:cubicBezTo>
                <a:cubicBezTo>
                  <a:pt x="15509" y="20339"/>
                  <a:pt x="15523" y="20338"/>
                  <a:pt x="15537" y="20337"/>
                </a:cubicBezTo>
                <a:cubicBezTo>
                  <a:pt x="15821" y="20322"/>
                  <a:pt x="15807" y="20173"/>
                  <a:pt x="16091" y="20157"/>
                </a:cubicBezTo>
                <a:cubicBezTo>
                  <a:pt x="16377" y="20127"/>
                  <a:pt x="16361" y="19873"/>
                  <a:pt x="16647" y="19857"/>
                </a:cubicBezTo>
                <a:cubicBezTo>
                  <a:pt x="16655" y="19856"/>
                  <a:pt x="16662" y="19856"/>
                  <a:pt x="16669" y="19856"/>
                </a:cubicBezTo>
                <a:cubicBezTo>
                  <a:pt x="16926" y="19856"/>
                  <a:pt x="16982" y="20338"/>
                  <a:pt x="17239" y="20338"/>
                </a:cubicBezTo>
                <a:cubicBezTo>
                  <a:pt x="17246" y="20338"/>
                  <a:pt x="17253" y="20338"/>
                  <a:pt x="17261" y="20337"/>
                </a:cubicBezTo>
                <a:cubicBezTo>
                  <a:pt x="17547" y="20322"/>
                  <a:pt x="17517" y="20007"/>
                  <a:pt x="17801" y="19993"/>
                </a:cubicBezTo>
                <a:cubicBezTo>
                  <a:pt x="18087" y="19963"/>
                  <a:pt x="18071" y="19753"/>
                  <a:pt x="18357" y="19737"/>
                </a:cubicBezTo>
                <a:cubicBezTo>
                  <a:pt x="18641" y="19707"/>
                  <a:pt x="18641" y="19723"/>
                  <a:pt x="18926" y="19707"/>
                </a:cubicBezTo>
                <a:cubicBezTo>
                  <a:pt x="18955" y="19704"/>
                  <a:pt x="18981" y="19703"/>
                  <a:pt x="19004" y="19703"/>
                </a:cubicBezTo>
                <a:cubicBezTo>
                  <a:pt x="19204" y="19703"/>
                  <a:pt x="19250" y="19798"/>
                  <a:pt x="19466" y="19798"/>
                </a:cubicBezTo>
                <a:cubicBezTo>
                  <a:pt x="19480" y="19798"/>
                  <a:pt x="19495" y="19798"/>
                  <a:pt x="19511" y="19797"/>
                </a:cubicBezTo>
                <a:cubicBezTo>
                  <a:pt x="19796" y="19767"/>
                  <a:pt x="19796" y="19723"/>
                  <a:pt x="20081" y="19693"/>
                </a:cubicBezTo>
                <a:cubicBezTo>
                  <a:pt x="20086" y="19692"/>
                  <a:pt x="20091" y="19692"/>
                  <a:pt x="20096" y="19692"/>
                </a:cubicBezTo>
                <a:cubicBezTo>
                  <a:pt x="20357" y="19692"/>
                  <a:pt x="20399" y="20054"/>
                  <a:pt x="20651" y="20054"/>
                </a:cubicBezTo>
                <a:cubicBezTo>
                  <a:pt x="20660" y="20054"/>
                  <a:pt x="20670" y="20054"/>
                  <a:pt x="20680" y="20053"/>
                </a:cubicBezTo>
                <a:cubicBezTo>
                  <a:pt x="20707" y="20051"/>
                  <a:pt x="20732" y="20050"/>
                  <a:pt x="20754" y="20050"/>
                </a:cubicBezTo>
                <a:cubicBezTo>
                  <a:pt x="20946" y="20050"/>
                  <a:pt x="20986" y="20099"/>
                  <a:pt x="21177" y="20099"/>
                </a:cubicBezTo>
                <a:cubicBezTo>
                  <a:pt x="21199" y="20099"/>
                  <a:pt x="21224" y="20098"/>
                  <a:pt x="21250" y="20097"/>
                </a:cubicBezTo>
                <a:cubicBezTo>
                  <a:pt x="21536" y="20067"/>
                  <a:pt x="21536" y="19963"/>
                  <a:pt x="21820" y="19947"/>
                </a:cubicBezTo>
                <a:cubicBezTo>
                  <a:pt x="22106" y="19917"/>
                  <a:pt x="22090" y="19707"/>
                  <a:pt x="22376" y="19693"/>
                </a:cubicBezTo>
                <a:cubicBezTo>
                  <a:pt x="22660" y="19663"/>
                  <a:pt x="22630" y="19333"/>
                  <a:pt x="22916" y="19317"/>
                </a:cubicBezTo>
                <a:cubicBezTo>
                  <a:pt x="22929" y="19316"/>
                  <a:pt x="22942" y="19315"/>
                  <a:pt x="22955" y="19315"/>
                </a:cubicBezTo>
                <a:cubicBezTo>
                  <a:pt x="23191" y="19315"/>
                  <a:pt x="23239" y="19559"/>
                  <a:pt x="23476" y="19559"/>
                </a:cubicBezTo>
                <a:cubicBezTo>
                  <a:pt x="23489" y="19559"/>
                  <a:pt x="23502" y="19558"/>
                  <a:pt x="23516" y="19557"/>
                </a:cubicBezTo>
                <a:cubicBezTo>
                  <a:pt x="23800" y="19543"/>
                  <a:pt x="23785" y="19483"/>
                  <a:pt x="24070" y="19467"/>
                </a:cubicBezTo>
                <a:cubicBezTo>
                  <a:pt x="24355" y="19437"/>
                  <a:pt x="24340" y="19213"/>
                  <a:pt x="24625" y="19183"/>
                </a:cubicBezTo>
                <a:cubicBezTo>
                  <a:pt x="24639" y="19182"/>
                  <a:pt x="24653" y="19182"/>
                  <a:pt x="24666" y="19182"/>
                </a:cubicBezTo>
                <a:cubicBezTo>
                  <a:pt x="24900" y="19182"/>
                  <a:pt x="24936" y="19304"/>
                  <a:pt x="25172" y="19304"/>
                </a:cubicBezTo>
                <a:cubicBezTo>
                  <a:pt x="25184" y="19304"/>
                  <a:pt x="25197" y="19303"/>
                  <a:pt x="25210" y="19303"/>
                </a:cubicBezTo>
                <a:cubicBezTo>
                  <a:pt x="25495" y="19273"/>
                  <a:pt x="25480" y="19153"/>
                  <a:pt x="25765" y="19137"/>
                </a:cubicBezTo>
                <a:cubicBezTo>
                  <a:pt x="25794" y="19134"/>
                  <a:pt x="25820" y="19133"/>
                  <a:pt x="25843" y="19133"/>
                </a:cubicBezTo>
                <a:cubicBezTo>
                  <a:pt x="26032" y="19133"/>
                  <a:pt x="26083" y="19217"/>
                  <a:pt x="26271" y="19217"/>
                </a:cubicBezTo>
                <a:cubicBezTo>
                  <a:pt x="26295" y="19217"/>
                  <a:pt x="26321" y="19216"/>
                  <a:pt x="26349" y="19213"/>
                </a:cubicBezTo>
                <a:cubicBezTo>
                  <a:pt x="26383" y="19211"/>
                  <a:pt x="26412" y="19210"/>
                  <a:pt x="26439" y="19210"/>
                </a:cubicBezTo>
                <a:cubicBezTo>
                  <a:pt x="26614" y="19210"/>
                  <a:pt x="26658" y="19245"/>
                  <a:pt x="26836" y="19245"/>
                </a:cubicBezTo>
                <a:cubicBezTo>
                  <a:pt x="26861" y="19245"/>
                  <a:pt x="26888" y="19244"/>
                  <a:pt x="26919" y="19243"/>
                </a:cubicBezTo>
                <a:cubicBezTo>
                  <a:pt x="27205" y="19213"/>
                  <a:pt x="27189" y="19047"/>
                  <a:pt x="27475" y="19017"/>
                </a:cubicBezTo>
                <a:cubicBezTo>
                  <a:pt x="27478" y="19017"/>
                  <a:pt x="27482" y="19017"/>
                  <a:pt x="27485" y="19017"/>
                </a:cubicBezTo>
                <a:cubicBezTo>
                  <a:pt x="27753" y="19017"/>
                  <a:pt x="27806" y="19544"/>
                  <a:pt x="28068" y="19544"/>
                </a:cubicBezTo>
                <a:cubicBezTo>
                  <a:pt x="28075" y="19544"/>
                  <a:pt x="28082" y="19543"/>
                  <a:pt x="28089" y="19543"/>
                </a:cubicBezTo>
                <a:cubicBezTo>
                  <a:pt x="28375" y="19527"/>
                  <a:pt x="28359" y="19227"/>
                  <a:pt x="28645" y="19213"/>
                </a:cubicBezTo>
                <a:cubicBezTo>
                  <a:pt x="28681" y="19209"/>
                  <a:pt x="28713" y="19207"/>
                  <a:pt x="28741" y="19207"/>
                </a:cubicBezTo>
                <a:cubicBezTo>
                  <a:pt x="28905" y="19207"/>
                  <a:pt x="28953" y="19263"/>
                  <a:pt x="29118" y="19263"/>
                </a:cubicBezTo>
                <a:cubicBezTo>
                  <a:pt x="29146" y="19263"/>
                  <a:pt x="29178" y="19261"/>
                  <a:pt x="29214" y="19257"/>
                </a:cubicBezTo>
                <a:cubicBezTo>
                  <a:pt x="29499" y="19243"/>
                  <a:pt x="29484" y="18987"/>
                  <a:pt x="29769" y="18973"/>
                </a:cubicBezTo>
                <a:cubicBezTo>
                  <a:pt x="29795" y="18970"/>
                  <a:pt x="29819" y="18969"/>
                  <a:pt x="29841" y="18969"/>
                </a:cubicBezTo>
                <a:cubicBezTo>
                  <a:pt x="30047" y="18969"/>
                  <a:pt x="30090" y="19078"/>
                  <a:pt x="30314" y="19078"/>
                </a:cubicBezTo>
                <a:cubicBezTo>
                  <a:pt x="30326" y="19078"/>
                  <a:pt x="30340" y="19078"/>
                  <a:pt x="30354" y="19077"/>
                </a:cubicBezTo>
                <a:cubicBezTo>
                  <a:pt x="30395" y="19073"/>
                  <a:pt x="30430" y="19071"/>
                  <a:pt x="30461" y="19071"/>
                </a:cubicBezTo>
                <a:cubicBezTo>
                  <a:pt x="30628" y="19071"/>
                  <a:pt x="30672" y="19124"/>
                  <a:pt x="30864" y="19124"/>
                </a:cubicBezTo>
                <a:cubicBezTo>
                  <a:pt x="30883" y="19124"/>
                  <a:pt x="30903" y="19124"/>
                  <a:pt x="30924" y="19123"/>
                </a:cubicBezTo>
                <a:cubicBezTo>
                  <a:pt x="31208" y="19093"/>
                  <a:pt x="31194" y="18957"/>
                  <a:pt x="31478" y="18927"/>
                </a:cubicBezTo>
                <a:cubicBezTo>
                  <a:pt x="31764" y="18913"/>
                  <a:pt x="31748" y="18657"/>
                  <a:pt x="32034" y="18627"/>
                </a:cubicBezTo>
                <a:cubicBezTo>
                  <a:pt x="32037" y="18627"/>
                  <a:pt x="32041" y="18627"/>
                  <a:pt x="32045" y="18627"/>
                </a:cubicBezTo>
                <a:cubicBezTo>
                  <a:pt x="32312" y="18627"/>
                  <a:pt x="32365" y="19138"/>
                  <a:pt x="32626" y="19138"/>
                </a:cubicBezTo>
                <a:cubicBezTo>
                  <a:pt x="32633" y="19138"/>
                  <a:pt x="32641" y="19138"/>
                  <a:pt x="32648" y="19137"/>
                </a:cubicBezTo>
                <a:cubicBezTo>
                  <a:pt x="32934" y="19123"/>
                  <a:pt x="32918" y="18883"/>
                  <a:pt x="33204" y="18853"/>
                </a:cubicBezTo>
                <a:cubicBezTo>
                  <a:pt x="33248" y="18853"/>
                  <a:pt x="33308" y="18853"/>
                  <a:pt x="33354" y="18867"/>
                </a:cubicBezTo>
                <a:lnTo>
                  <a:pt x="333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idx="1" type="subTitle"/>
          </p:nvPr>
        </p:nvSpPr>
        <p:spPr>
          <a:xfrm>
            <a:off x="2416075" y="1874962"/>
            <a:ext cx="1737300" cy="83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1pPr>
            <a:lvl2pPr lvl="1"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2pPr>
            <a:lvl3pPr lvl="2"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3pPr>
            <a:lvl4pPr lvl="3"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4pPr>
            <a:lvl5pPr lvl="4"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5pPr>
            <a:lvl6pPr lvl="5"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6pPr>
            <a:lvl7pPr lvl="6"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7pPr>
            <a:lvl8pPr lvl="7"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8pPr>
            <a:lvl9pPr lvl="8"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9pPr>
          </a:lstStyle>
          <a:p/>
        </p:txBody>
      </p:sp>
      <p:sp>
        <p:nvSpPr>
          <p:cNvPr id="30" name="Google Shape;30;p5"/>
          <p:cNvSpPr txBox="1"/>
          <p:nvPr>
            <p:ph idx="2" type="subTitle"/>
          </p:nvPr>
        </p:nvSpPr>
        <p:spPr>
          <a:xfrm>
            <a:off x="2416075" y="3123449"/>
            <a:ext cx="1737300" cy="832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1pPr>
            <a:lvl2pPr lvl="1"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2pPr>
            <a:lvl3pPr lvl="2"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3pPr>
            <a:lvl4pPr lvl="3"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4pPr>
            <a:lvl5pPr lvl="4"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5pPr>
            <a:lvl6pPr lvl="5"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6pPr>
            <a:lvl7pPr lvl="6"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7pPr>
            <a:lvl8pPr lvl="7"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8pPr>
            <a:lvl9pPr lvl="8" rtl="0" algn="ctr">
              <a:lnSpc>
                <a:spcPct val="100000"/>
              </a:lnSpc>
              <a:spcBef>
                <a:spcPts val="0"/>
              </a:spcBef>
              <a:spcAft>
                <a:spcPts val="0"/>
              </a:spcAft>
              <a:buClr>
                <a:schemeClr val="dk1"/>
              </a:buClr>
              <a:buSzPts val="2400"/>
              <a:buFont typeface="Bellefair"/>
              <a:buNone/>
              <a:defRPr sz="2400">
                <a:solidFill>
                  <a:schemeClr val="dk1"/>
                </a:solidFill>
                <a:latin typeface="Bellefair"/>
                <a:ea typeface="Bellefair"/>
                <a:cs typeface="Bellefair"/>
                <a:sym typeface="Bellefair"/>
              </a:defRPr>
            </a:lvl9pPr>
          </a:lstStyle>
          <a:p/>
        </p:txBody>
      </p:sp>
      <p:sp>
        <p:nvSpPr>
          <p:cNvPr id="31" name="Google Shape;31;p5"/>
          <p:cNvSpPr txBox="1"/>
          <p:nvPr>
            <p:ph idx="3" type="subTitle"/>
          </p:nvPr>
        </p:nvSpPr>
        <p:spPr>
          <a:xfrm>
            <a:off x="4153375" y="1874962"/>
            <a:ext cx="3386400" cy="832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2" name="Google Shape;32;p5"/>
          <p:cNvSpPr txBox="1"/>
          <p:nvPr>
            <p:ph idx="4" type="subTitle"/>
          </p:nvPr>
        </p:nvSpPr>
        <p:spPr>
          <a:xfrm>
            <a:off x="4153375" y="3123449"/>
            <a:ext cx="3386400" cy="832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 name="Google Shape;33;p5"/>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pic>
        <p:nvPicPr>
          <p:cNvPr id="35" name="Google Shape;35;p6"/>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36" name="Google Shape;36;p6"/>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pic>
        <p:nvPicPr>
          <p:cNvPr id="38" name="Google Shape;38;p7"/>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39" name="Google Shape;39;p7"/>
          <p:cNvSpPr txBox="1"/>
          <p:nvPr>
            <p:ph idx="1" type="body"/>
          </p:nvPr>
        </p:nvSpPr>
        <p:spPr>
          <a:xfrm>
            <a:off x="720000" y="2764325"/>
            <a:ext cx="3856800" cy="97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40" name="Google Shape;40;p7"/>
          <p:cNvSpPr txBox="1"/>
          <p:nvPr>
            <p:ph type="title"/>
          </p:nvPr>
        </p:nvSpPr>
        <p:spPr>
          <a:xfrm>
            <a:off x="715100" y="1404425"/>
            <a:ext cx="3856800" cy="1359900"/>
          </a:xfrm>
          <a:prstGeom prst="rect">
            <a:avLst/>
          </a:prstGeom>
        </p:spPr>
        <p:txBody>
          <a:bodyPr anchorCtr="0" anchor="ctr" bIns="91425" lIns="91425" spcFirstLastPara="1" rIns="91425" wrap="square" tIns="91425">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pic>
        <p:nvPicPr>
          <p:cNvPr id="42" name="Google Shape;42;p8"/>
          <p:cNvPicPr preferRelativeResize="0"/>
          <p:nvPr/>
        </p:nvPicPr>
        <p:blipFill rotWithShape="1">
          <a:blip r:embed="rId2">
            <a:alphaModFix/>
          </a:blip>
          <a:srcRect b="1565" l="0" r="0" t="0"/>
          <a:stretch/>
        </p:blipFill>
        <p:spPr>
          <a:xfrm>
            <a:off x="0" y="0"/>
            <a:ext cx="9144000" cy="5143500"/>
          </a:xfrm>
          <a:prstGeom prst="rect">
            <a:avLst/>
          </a:prstGeom>
          <a:noFill/>
          <a:ln>
            <a:noFill/>
          </a:ln>
        </p:spPr>
      </p:pic>
      <p:grpSp>
        <p:nvGrpSpPr>
          <p:cNvPr id="43" name="Google Shape;43;p8"/>
          <p:cNvGrpSpPr/>
          <p:nvPr/>
        </p:nvGrpSpPr>
        <p:grpSpPr>
          <a:xfrm rot="10372499">
            <a:off x="6651071" y="2831312"/>
            <a:ext cx="2284102" cy="2084966"/>
            <a:chOff x="2751125" y="4707725"/>
            <a:chExt cx="818100" cy="746775"/>
          </a:xfrm>
        </p:grpSpPr>
        <p:sp>
          <p:nvSpPr>
            <p:cNvPr id="44" name="Google Shape;44;p8"/>
            <p:cNvSpPr/>
            <p:nvPr/>
          </p:nvSpPr>
          <p:spPr>
            <a:xfrm>
              <a:off x="2751125" y="4707725"/>
              <a:ext cx="818100" cy="746775"/>
            </a:xfrm>
            <a:custGeom>
              <a:rect b="b" l="l" r="r" t="t"/>
              <a:pathLst>
                <a:path extrusionOk="0" h="29871" w="32724">
                  <a:moveTo>
                    <a:pt x="12486" y="1"/>
                  </a:moveTo>
                  <a:cubicBezTo>
                    <a:pt x="12381" y="1"/>
                    <a:pt x="12278" y="4"/>
                    <a:pt x="12178" y="11"/>
                  </a:cubicBezTo>
                  <a:cubicBezTo>
                    <a:pt x="11908" y="27"/>
                    <a:pt x="11714" y="117"/>
                    <a:pt x="11488" y="237"/>
                  </a:cubicBezTo>
                  <a:cubicBezTo>
                    <a:pt x="10904" y="521"/>
                    <a:pt x="10228" y="657"/>
                    <a:pt x="9598" y="867"/>
                  </a:cubicBezTo>
                  <a:cubicBezTo>
                    <a:pt x="9388" y="941"/>
                    <a:pt x="9328" y="1017"/>
                    <a:pt x="9148" y="1151"/>
                  </a:cubicBezTo>
                  <a:cubicBezTo>
                    <a:pt x="8579" y="1616"/>
                    <a:pt x="7694" y="1287"/>
                    <a:pt x="7214" y="1916"/>
                  </a:cubicBezTo>
                  <a:cubicBezTo>
                    <a:pt x="7034" y="2126"/>
                    <a:pt x="6975" y="2441"/>
                    <a:pt x="6705" y="2576"/>
                  </a:cubicBezTo>
                  <a:cubicBezTo>
                    <a:pt x="6389" y="2756"/>
                    <a:pt x="5969" y="2741"/>
                    <a:pt x="5625" y="2861"/>
                  </a:cubicBezTo>
                  <a:cubicBezTo>
                    <a:pt x="5415" y="2936"/>
                    <a:pt x="5279" y="3026"/>
                    <a:pt x="5099" y="3131"/>
                  </a:cubicBezTo>
                  <a:cubicBezTo>
                    <a:pt x="5025" y="3191"/>
                    <a:pt x="4919" y="3206"/>
                    <a:pt x="4859" y="3266"/>
                  </a:cubicBezTo>
                  <a:cubicBezTo>
                    <a:pt x="4755" y="3356"/>
                    <a:pt x="4785" y="3491"/>
                    <a:pt x="4785" y="3610"/>
                  </a:cubicBezTo>
                  <a:cubicBezTo>
                    <a:pt x="4799" y="3716"/>
                    <a:pt x="4815" y="3850"/>
                    <a:pt x="4799" y="3940"/>
                  </a:cubicBezTo>
                  <a:cubicBezTo>
                    <a:pt x="4739" y="4210"/>
                    <a:pt x="4409" y="4360"/>
                    <a:pt x="4169" y="4480"/>
                  </a:cubicBezTo>
                  <a:cubicBezTo>
                    <a:pt x="4019" y="4540"/>
                    <a:pt x="3870" y="4646"/>
                    <a:pt x="3705" y="4720"/>
                  </a:cubicBezTo>
                  <a:cubicBezTo>
                    <a:pt x="3675" y="4720"/>
                    <a:pt x="3585" y="4750"/>
                    <a:pt x="3570" y="4766"/>
                  </a:cubicBezTo>
                  <a:cubicBezTo>
                    <a:pt x="3525" y="4810"/>
                    <a:pt x="3465" y="4900"/>
                    <a:pt x="3420" y="4960"/>
                  </a:cubicBezTo>
                  <a:cubicBezTo>
                    <a:pt x="3345" y="5096"/>
                    <a:pt x="3285" y="5170"/>
                    <a:pt x="3150" y="5276"/>
                  </a:cubicBezTo>
                  <a:cubicBezTo>
                    <a:pt x="2805" y="5560"/>
                    <a:pt x="2430" y="5650"/>
                    <a:pt x="2010" y="5846"/>
                  </a:cubicBezTo>
                  <a:cubicBezTo>
                    <a:pt x="1786" y="5950"/>
                    <a:pt x="1906" y="6070"/>
                    <a:pt x="1860" y="6250"/>
                  </a:cubicBezTo>
                  <a:cubicBezTo>
                    <a:pt x="1770" y="6626"/>
                    <a:pt x="1470" y="6850"/>
                    <a:pt x="1290" y="7180"/>
                  </a:cubicBezTo>
                  <a:cubicBezTo>
                    <a:pt x="1140" y="7465"/>
                    <a:pt x="916" y="7690"/>
                    <a:pt x="720" y="7945"/>
                  </a:cubicBezTo>
                  <a:cubicBezTo>
                    <a:pt x="540" y="8185"/>
                    <a:pt x="420" y="8470"/>
                    <a:pt x="360" y="8755"/>
                  </a:cubicBezTo>
                  <a:cubicBezTo>
                    <a:pt x="330" y="8875"/>
                    <a:pt x="360" y="8979"/>
                    <a:pt x="346" y="9085"/>
                  </a:cubicBezTo>
                  <a:cubicBezTo>
                    <a:pt x="346" y="9235"/>
                    <a:pt x="270" y="9355"/>
                    <a:pt x="210" y="9489"/>
                  </a:cubicBezTo>
                  <a:cubicBezTo>
                    <a:pt x="150" y="9639"/>
                    <a:pt x="90" y="9819"/>
                    <a:pt x="46" y="9985"/>
                  </a:cubicBezTo>
                  <a:cubicBezTo>
                    <a:pt x="0" y="10165"/>
                    <a:pt x="16" y="10209"/>
                    <a:pt x="60" y="10389"/>
                  </a:cubicBezTo>
                  <a:cubicBezTo>
                    <a:pt x="120" y="10645"/>
                    <a:pt x="16" y="10945"/>
                    <a:pt x="46" y="11199"/>
                  </a:cubicBezTo>
                  <a:cubicBezTo>
                    <a:pt x="60" y="11305"/>
                    <a:pt x="106" y="11365"/>
                    <a:pt x="136" y="11469"/>
                  </a:cubicBezTo>
                  <a:cubicBezTo>
                    <a:pt x="136" y="11529"/>
                    <a:pt x="106" y="11589"/>
                    <a:pt x="120" y="11665"/>
                  </a:cubicBezTo>
                  <a:cubicBezTo>
                    <a:pt x="136" y="11785"/>
                    <a:pt x="196" y="11889"/>
                    <a:pt x="196" y="12009"/>
                  </a:cubicBezTo>
                  <a:cubicBezTo>
                    <a:pt x="210" y="12144"/>
                    <a:pt x="196" y="12309"/>
                    <a:pt x="196" y="12459"/>
                  </a:cubicBezTo>
                  <a:cubicBezTo>
                    <a:pt x="196" y="12789"/>
                    <a:pt x="180" y="13104"/>
                    <a:pt x="256" y="13419"/>
                  </a:cubicBezTo>
                  <a:cubicBezTo>
                    <a:pt x="330" y="13764"/>
                    <a:pt x="346" y="14108"/>
                    <a:pt x="436" y="14438"/>
                  </a:cubicBezTo>
                  <a:cubicBezTo>
                    <a:pt x="526" y="14754"/>
                    <a:pt x="406" y="14934"/>
                    <a:pt x="360" y="15248"/>
                  </a:cubicBezTo>
                  <a:cubicBezTo>
                    <a:pt x="316" y="15488"/>
                    <a:pt x="346" y="15758"/>
                    <a:pt x="346" y="15998"/>
                  </a:cubicBezTo>
                  <a:cubicBezTo>
                    <a:pt x="346" y="16224"/>
                    <a:pt x="316" y="16404"/>
                    <a:pt x="256" y="16628"/>
                  </a:cubicBezTo>
                  <a:cubicBezTo>
                    <a:pt x="76" y="17288"/>
                    <a:pt x="480" y="17963"/>
                    <a:pt x="660" y="18608"/>
                  </a:cubicBezTo>
                  <a:cubicBezTo>
                    <a:pt x="886" y="19373"/>
                    <a:pt x="916" y="20213"/>
                    <a:pt x="930" y="21007"/>
                  </a:cubicBezTo>
                  <a:cubicBezTo>
                    <a:pt x="930" y="21833"/>
                    <a:pt x="586" y="22702"/>
                    <a:pt x="840" y="23527"/>
                  </a:cubicBezTo>
                  <a:cubicBezTo>
                    <a:pt x="930" y="23797"/>
                    <a:pt x="1066" y="24052"/>
                    <a:pt x="1080" y="24352"/>
                  </a:cubicBezTo>
                  <a:cubicBezTo>
                    <a:pt x="1110" y="24712"/>
                    <a:pt x="1020" y="25072"/>
                    <a:pt x="930" y="25416"/>
                  </a:cubicBezTo>
                  <a:cubicBezTo>
                    <a:pt x="870" y="25642"/>
                    <a:pt x="766" y="25866"/>
                    <a:pt x="766" y="26092"/>
                  </a:cubicBezTo>
                  <a:cubicBezTo>
                    <a:pt x="780" y="26346"/>
                    <a:pt x="870" y="26602"/>
                    <a:pt x="916" y="26856"/>
                  </a:cubicBezTo>
                  <a:cubicBezTo>
                    <a:pt x="990" y="27366"/>
                    <a:pt x="856" y="27846"/>
                    <a:pt x="856" y="28341"/>
                  </a:cubicBezTo>
                  <a:lnTo>
                    <a:pt x="856" y="28806"/>
                  </a:lnTo>
                  <a:cubicBezTo>
                    <a:pt x="856" y="28986"/>
                    <a:pt x="796" y="29061"/>
                    <a:pt x="706" y="29211"/>
                  </a:cubicBezTo>
                  <a:cubicBezTo>
                    <a:pt x="600" y="29405"/>
                    <a:pt x="646" y="29601"/>
                    <a:pt x="646" y="29795"/>
                  </a:cubicBezTo>
                  <a:lnTo>
                    <a:pt x="646" y="29871"/>
                  </a:lnTo>
                  <a:lnTo>
                    <a:pt x="30984" y="29871"/>
                  </a:lnTo>
                  <a:cubicBezTo>
                    <a:pt x="31944" y="29871"/>
                    <a:pt x="32724" y="29151"/>
                    <a:pt x="32724" y="28266"/>
                  </a:cubicBezTo>
                  <a:lnTo>
                    <a:pt x="32724" y="3341"/>
                  </a:lnTo>
                  <a:cubicBezTo>
                    <a:pt x="32674" y="3341"/>
                    <a:pt x="32624" y="3334"/>
                    <a:pt x="32570" y="3334"/>
                  </a:cubicBezTo>
                  <a:cubicBezTo>
                    <a:pt x="32542" y="3334"/>
                    <a:pt x="32514" y="3336"/>
                    <a:pt x="32484" y="3341"/>
                  </a:cubicBezTo>
                  <a:cubicBezTo>
                    <a:pt x="32363" y="3341"/>
                    <a:pt x="32193" y="3358"/>
                    <a:pt x="32028" y="3358"/>
                  </a:cubicBezTo>
                  <a:cubicBezTo>
                    <a:pt x="31847" y="3358"/>
                    <a:pt x="31671" y="3337"/>
                    <a:pt x="31570" y="3251"/>
                  </a:cubicBezTo>
                  <a:cubicBezTo>
                    <a:pt x="31420" y="3146"/>
                    <a:pt x="31330" y="2996"/>
                    <a:pt x="31240" y="2846"/>
                  </a:cubicBezTo>
                  <a:cubicBezTo>
                    <a:pt x="31150" y="2711"/>
                    <a:pt x="31120" y="2591"/>
                    <a:pt x="30970" y="2531"/>
                  </a:cubicBezTo>
                  <a:cubicBezTo>
                    <a:pt x="30820" y="2456"/>
                    <a:pt x="30684" y="2456"/>
                    <a:pt x="30520" y="2456"/>
                  </a:cubicBezTo>
                  <a:cubicBezTo>
                    <a:pt x="30324" y="2456"/>
                    <a:pt x="30234" y="2351"/>
                    <a:pt x="30144" y="2186"/>
                  </a:cubicBezTo>
                  <a:cubicBezTo>
                    <a:pt x="30054" y="2036"/>
                    <a:pt x="29964" y="1886"/>
                    <a:pt x="29784" y="1796"/>
                  </a:cubicBezTo>
                  <a:cubicBezTo>
                    <a:pt x="29545" y="1676"/>
                    <a:pt x="29245" y="1751"/>
                    <a:pt x="29005" y="1631"/>
                  </a:cubicBezTo>
                  <a:cubicBezTo>
                    <a:pt x="28810" y="1527"/>
                    <a:pt x="28660" y="1347"/>
                    <a:pt x="28465" y="1241"/>
                  </a:cubicBezTo>
                  <a:cubicBezTo>
                    <a:pt x="28210" y="1091"/>
                    <a:pt x="27880" y="1047"/>
                    <a:pt x="27595" y="911"/>
                  </a:cubicBezTo>
                  <a:cubicBezTo>
                    <a:pt x="27235" y="747"/>
                    <a:pt x="26891" y="731"/>
                    <a:pt x="26501" y="701"/>
                  </a:cubicBezTo>
                  <a:cubicBezTo>
                    <a:pt x="26337" y="678"/>
                    <a:pt x="26210" y="627"/>
                    <a:pt x="26062" y="627"/>
                  </a:cubicBezTo>
                  <a:cubicBezTo>
                    <a:pt x="26020" y="627"/>
                    <a:pt x="25977" y="631"/>
                    <a:pt x="25931" y="641"/>
                  </a:cubicBezTo>
                  <a:cubicBezTo>
                    <a:pt x="25781" y="671"/>
                    <a:pt x="25645" y="777"/>
                    <a:pt x="25495" y="821"/>
                  </a:cubicBezTo>
                  <a:cubicBezTo>
                    <a:pt x="25434" y="836"/>
                    <a:pt x="25373" y="840"/>
                    <a:pt x="25312" y="840"/>
                  </a:cubicBezTo>
                  <a:cubicBezTo>
                    <a:pt x="25253" y="840"/>
                    <a:pt x="25194" y="837"/>
                    <a:pt x="25135" y="837"/>
                  </a:cubicBezTo>
                  <a:cubicBezTo>
                    <a:pt x="24925" y="837"/>
                    <a:pt x="24925" y="761"/>
                    <a:pt x="24775" y="671"/>
                  </a:cubicBezTo>
                  <a:cubicBezTo>
                    <a:pt x="24717" y="639"/>
                    <a:pt x="24664" y="626"/>
                    <a:pt x="24612" y="626"/>
                  </a:cubicBezTo>
                  <a:cubicBezTo>
                    <a:pt x="24520" y="626"/>
                    <a:pt x="24432" y="668"/>
                    <a:pt x="24326" y="717"/>
                  </a:cubicBezTo>
                  <a:cubicBezTo>
                    <a:pt x="24251" y="747"/>
                    <a:pt x="24086" y="791"/>
                    <a:pt x="24026" y="851"/>
                  </a:cubicBezTo>
                  <a:cubicBezTo>
                    <a:pt x="23966" y="897"/>
                    <a:pt x="23951" y="971"/>
                    <a:pt x="23891" y="1017"/>
                  </a:cubicBezTo>
                  <a:cubicBezTo>
                    <a:pt x="23711" y="1181"/>
                    <a:pt x="23426" y="1241"/>
                    <a:pt x="23216" y="1377"/>
                  </a:cubicBezTo>
                  <a:cubicBezTo>
                    <a:pt x="23081" y="1467"/>
                    <a:pt x="22961" y="1527"/>
                    <a:pt x="22856" y="1631"/>
                  </a:cubicBezTo>
                  <a:cubicBezTo>
                    <a:pt x="22781" y="1691"/>
                    <a:pt x="22676" y="1781"/>
                    <a:pt x="22586" y="1811"/>
                  </a:cubicBezTo>
                  <a:cubicBezTo>
                    <a:pt x="22510" y="1840"/>
                    <a:pt x="22434" y="1850"/>
                    <a:pt x="22359" y="1850"/>
                  </a:cubicBezTo>
                  <a:cubicBezTo>
                    <a:pt x="22314" y="1850"/>
                    <a:pt x="22270" y="1847"/>
                    <a:pt x="22226" y="1841"/>
                  </a:cubicBezTo>
                  <a:cubicBezTo>
                    <a:pt x="22076" y="1811"/>
                    <a:pt x="21926" y="1721"/>
                    <a:pt x="21776" y="1691"/>
                  </a:cubicBezTo>
                  <a:cubicBezTo>
                    <a:pt x="21582" y="1646"/>
                    <a:pt x="21402" y="1586"/>
                    <a:pt x="21206" y="1571"/>
                  </a:cubicBezTo>
                  <a:cubicBezTo>
                    <a:pt x="21197" y="1570"/>
                    <a:pt x="21187" y="1570"/>
                    <a:pt x="21178" y="1570"/>
                  </a:cubicBezTo>
                  <a:cubicBezTo>
                    <a:pt x="20909" y="1570"/>
                    <a:pt x="20718" y="1767"/>
                    <a:pt x="20472" y="1781"/>
                  </a:cubicBezTo>
                  <a:cubicBezTo>
                    <a:pt x="20449" y="1784"/>
                    <a:pt x="20426" y="1785"/>
                    <a:pt x="20402" y="1785"/>
                  </a:cubicBezTo>
                  <a:cubicBezTo>
                    <a:pt x="20158" y="1785"/>
                    <a:pt x="19866" y="1654"/>
                    <a:pt x="19662" y="1586"/>
                  </a:cubicBezTo>
                  <a:cubicBezTo>
                    <a:pt x="19362" y="1511"/>
                    <a:pt x="19077" y="1407"/>
                    <a:pt x="18792" y="1317"/>
                  </a:cubicBezTo>
                  <a:cubicBezTo>
                    <a:pt x="18477" y="1227"/>
                    <a:pt x="18147" y="1151"/>
                    <a:pt x="17832" y="1031"/>
                  </a:cubicBezTo>
                  <a:cubicBezTo>
                    <a:pt x="17592" y="941"/>
                    <a:pt x="17397" y="897"/>
                    <a:pt x="17143" y="897"/>
                  </a:cubicBezTo>
                  <a:cubicBezTo>
                    <a:pt x="16633" y="897"/>
                    <a:pt x="16153" y="1031"/>
                    <a:pt x="15657" y="1121"/>
                  </a:cubicBezTo>
                  <a:cubicBezTo>
                    <a:pt x="15564" y="1133"/>
                    <a:pt x="15462" y="1181"/>
                    <a:pt x="15366" y="1181"/>
                  </a:cubicBezTo>
                  <a:cubicBezTo>
                    <a:pt x="15337" y="1181"/>
                    <a:pt x="15310" y="1177"/>
                    <a:pt x="15283" y="1167"/>
                  </a:cubicBezTo>
                  <a:cubicBezTo>
                    <a:pt x="15147" y="1107"/>
                    <a:pt x="15073" y="927"/>
                    <a:pt x="14983" y="851"/>
                  </a:cubicBezTo>
                  <a:cubicBezTo>
                    <a:pt x="14577" y="477"/>
                    <a:pt x="14038" y="327"/>
                    <a:pt x="13528" y="147"/>
                  </a:cubicBezTo>
                  <a:cubicBezTo>
                    <a:pt x="13204" y="42"/>
                    <a:pt x="12837" y="1"/>
                    <a:pt x="12486" y="1"/>
                  </a:cubicBezTo>
                  <a:close/>
                </a:path>
              </a:pathLst>
            </a:custGeom>
            <a:solidFill>
              <a:srgbClr val="CFD1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p:nvPr/>
          </p:nvSpPr>
          <p:spPr>
            <a:xfrm>
              <a:off x="2752625" y="4708000"/>
              <a:ext cx="771625" cy="694375"/>
            </a:xfrm>
            <a:custGeom>
              <a:rect b="b" l="l" r="r" t="t"/>
              <a:pathLst>
                <a:path extrusionOk="0" h="27775" w="30865">
                  <a:moveTo>
                    <a:pt x="12448" y="586"/>
                  </a:moveTo>
                  <a:lnTo>
                    <a:pt x="12448" y="2115"/>
                  </a:lnTo>
                  <a:lnTo>
                    <a:pt x="10918" y="2115"/>
                  </a:lnTo>
                  <a:lnTo>
                    <a:pt x="10918" y="586"/>
                  </a:lnTo>
                  <a:close/>
                  <a:moveTo>
                    <a:pt x="14143" y="586"/>
                  </a:moveTo>
                  <a:lnTo>
                    <a:pt x="14143" y="2115"/>
                  </a:lnTo>
                  <a:lnTo>
                    <a:pt x="12613" y="2115"/>
                  </a:lnTo>
                  <a:lnTo>
                    <a:pt x="12613" y="586"/>
                  </a:lnTo>
                  <a:close/>
                  <a:moveTo>
                    <a:pt x="9044" y="2280"/>
                  </a:moveTo>
                  <a:lnTo>
                    <a:pt x="9044" y="3809"/>
                  </a:lnTo>
                  <a:lnTo>
                    <a:pt x="7529" y="3809"/>
                  </a:lnTo>
                  <a:lnTo>
                    <a:pt x="7529" y="2280"/>
                  </a:lnTo>
                  <a:close/>
                  <a:moveTo>
                    <a:pt x="10738" y="2280"/>
                  </a:moveTo>
                  <a:lnTo>
                    <a:pt x="10738" y="3809"/>
                  </a:lnTo>
                  <a:lnTo>
                    <a:pt x="9224" y="3809"/>
                  </a:lnTo>
                  <a:lnTo>
                    <a:pt x="9224" y="2280"/>
                  </a:lnTo>
                  <a:close/>
                  <a:moveTo>
                    <a:pt x="12448" y="2280"/>
                  </a:moveTo>
                  <a:lnTo>
                    <a:pt x="12448" y="3809"/>
                  </a:lnTo>
                  <a:lnTo>
                    <a:pt x="10918" y="3809"/>
                  </a:lnTo>
                  <a:lnTo>
                    <a:pt x="10918" y="2280"/>
                  </a:lnTo>
                  <a:close/>
                  <a:moveTo>
                    <a:pt x="14143" y="2280"/>
                  </a:moveTo>
                  <a:lnTo>
                    <a:pt x="14143" y="3809"/>
                  </a:lnTo>
                  <a:lnTo>
                    <a:pt x="12613" y="3809"/>
                  </a:lnTo>
                  <a:lnTo>
                    <a:pt x="12613" y="2280"/>
                  </a:lnTo>
                  <a:close/>
                  <a:moveTo>
                    <a:pt x="15837" y="2280"/>
                  </a:moveTo>
                  <a:lnTo>
                    <a:pt x="15837" y="3809"/>
                  </a:lnTo>
                  <a:lnTo>
                    <a:pt x="14307" y="3809"/>
                  </a:lnTo>
                  <a:lnTo>
                    <a:pt x="14307" y="2280"/>
                  </a:lnTo>
                  <a:close/>
                  <a:moveTo>
                    <a:pt x="17532" y="2280"/>
                  </a:moveTo>
                  <a:lnTo>
                    <a:pt x="17532" y="3809"/>
                  </a:lnTo>
                  <a:lnTo>
                    <a:pt x="16003" y="3809"/>
                  </a:lnTo>
                  <a:lnTo>
                    <a:pt x="16003" y="2280"/>
                  </a:lnTo>
                  <a:close/>
                  <a:moveTo>
                    <a:pt x="19227" y="2280"/>
                  </a:moveTo>
                  <a:lnTo>
                    <a:pt x="19227" y="3809"/>
                  </a:lnTo>
                  <a:lnTo>
                    <a:pt x="17697" y="3809"/>
                  </a:lnTo>
                  <a:lnTo>
                    <a:pt x="17697" y="2280"/>
                  </a:lnTo>
                  <a:close/>
                  <a:moveTo>
                    <a:pt x="20922" y="2280"/>
                  </a:moveTo>
                  <a:lnTo>
                    <a:pt x="20922" y="3809"/>
                  </a:lnTo>
                  <a:lnTo>
                    <a:pt x="19392" y="3809"/>
                  </a:lnTo>
                  <a:lnTo>
                    <a:pt x="19392" y="2280"/>
                  </a:lnTo>
                  <a:close/>
                  <a:moveTo>
                    <a:pt x="22406" y="2280"/>
                  </a:moveTo>
                  <a:lnTo>
                    <a:pt x="22406" y="3809"/>
                  </a:lnTo>
                  <a:lnTo>
                    <a:pt x="21086" y="3809"/>
                  </a:lnTo>
                  <a:lnTo>
                    <a:pt x="21086" y="2280"/>
                  </a:lnTo>
                  <a:close/>
                  <a:moveTo>
                    <a:pt x="24101" y="2280"/>
                  </a:moveTo>
                  <a:lnTo>
                    <a:pt x="24101" y="3809"/>
                  </a:lnTo>
                  <a:lnTo>
                    <a:pt x="22586" y="3809"/>
                  </a:lnTo>
                  <a:lnTo>
                    <a:pt x="22586" y="2280"/>
                  </a:lnTo>
                  <a:close/>
                  <a:moveTo>
                    <a:pt x="25795" y="2280"/>
                  </a:moveTo>
                  <a:lnTo>
                    <a:pt x="25795" y="3809"/>
                  </a:lnTo>
                  <a:lnTo>
                    <a:pt x="24281" y="3809"/>
                  </a:lnTo>
                  <a:lnTo>
                    <a:pt x="24281" y="2280"/>
                  </a:lnTo>
                  <a:close/>
                  <a:moveTo>
                    <a:pt x="27281" y="2280"/>
                  </a:moveTo>
                  <a:lnTo>
                    <a:pt x="27281" y="3809"/>
                  </a:lnTo>
                  <a:lnTo>
                    <a:pt x="25975" y="3809"/>
                  </a:lnTo>
                  <a:lnTo>
                    <a:pt x="25975" y="2280"/>
                  </a:lnTo>
                  <a:close/>
                  <a:moveTo>
                    <a:pt x="28990" y="2280"/>
                  </a:moveTo>
                  <a:lnTo>
                    <a:pt x="28990" y="3809"/>
                  </a:lnTo>
                  <a:lnTo>
                    <a:pt x="27461" y="3809"/>
                  </a:lnTo>
                  <a:lnTo>
                    <a:pt x="27461" y="2280"/>
                  </a:lnTo>
                  <a:close/>
                  <a:moveTo>
                    <a:pt x="7349" y="3975"/>
                  </a:moveTo>
                  <a:lnTo>
                    <a:pt x="7349" y="5505"/>
                  </a:lnTo>
                  <a:lnTo>
                    <a:pt x="5835" y="5505"/>
                  </a:lnTo>
                  <a:lnTo>
                    <a:pt x="5835" y="3975"/>
                  </a:lnTo>
                  <a:close/>
                  <a:moveTo>
                    <a:pt x="9044" y="3975"/>
                  </a:moveTo>
                  <a:lnTo>
                    <a:pt x="9044" y="5505"/>
                  </a:lnTo>
                  <a:lnTo>
                    <a:pt x="7529" y="5505"/>
                  </a:lnTo>
                  <a:lnTo>
                    <a:pt x="7529" y="3975"/>
                  </a:lnTo>
                  <a:close/>
                  <a:moveTo>
                    <a:pt x="10738" y="3975"/>
                  </a:moveTo>
                  <a:lnTo>
                    <a:pt x="10738" y="5505"/>
                  </a:lnTo>
                  <a:lnTo>
                    <a:pt x="9224" y="5505"/>
                  </a:lnTo>
                  <a:lnTo>
                    <a:pt x="9224" y="3975"/>
                  </a:lnTo>
                  <a:close/>
                  <a:moveTo>
                    <a:pt x="12448" y="3975"/>
                  </a:moveTo>
                  <a:lnTo>
                    <a:pt x="12448" y="5505"/>
                  </a:lnTo>
                  <a:lnTo>
                    <a:pt x="10918" y="5505"/>
                  </a:lnTo>
                  <a:lnTo>
                    <a:pt x="10918" y="3975"/>
                  </a:lnTo>
                  <a:close/>
                  <a:moveTo>
                    <a:pt x="14143" y="3975"/>
                  </a:moveTo>
                  <a:lnTo>
                    <a:pt x="14143" y="5505"/>
                  </a:lnTo>
                  <a:lnTo>
                    <a:pt x="12613" y="5505"/>
                  </a:lnTo>
                  <a:lnTo>
                    <a:pt x="12613" y="3975"/>
                  </a:lnTo>
                  <a:close/>
                  <a:moveTo>
                    <a:pt x="15837" y="3975"/>
                  </a:moveTo>
                  <a:lnTo>
                    <a:pt x="15837" y="5505"/>
                  </a:lnTo>
                  <a:lnTo>
                    <a:pt x="14307" y="5505"/>
                  </a:lnTo>
                  <a:lnTo>
                    <a:pt x="14307" y="3975"/>
                  </a:lnTo>
                  <a:close/>
                  <a:moveTo>
                    <a:pt x="17532" y="3975"/>
                  </a:moveTo>
                  <a:lnTo>
                    <a:pt x="17532" y="5505"/>
                  </a:lnTo>
                  <a:lnTo>
                    <a:pt x="16003" y="5505"/>
                  </a:lnTo>
                  <a:lnTo>
                    <a:pt x="16003" y="3975"/>
                  </a:lnTo>
                  <a:close/>
                  <a:moveTo>
                    <a:pt x="19227" y="3975"/>
                  </a:moveTo>
                  <a:lnTo>
                    <a:pt x="19227" y="5505"/>
                  </a:lnTo>
                  <a:lnTo>
                    <a:pt x="17697" y="5505"/>
                  </a:lnTo>
                  <a:lnTo>
                    <a:pt x="17697" y="3975"/>
                  </a:lnTo>
                  <a:close/>
                  <a:moveTo>
                    <a:pt x="20922" y="3975"/>
                  </a:moveTo>
                  <a:lnTo>
                    <a:pt x="20922" y="5505"/>
                  </a:lnTo>
                  <a:lnTo>
                    <a:pt x="19392" y="5505"/>
                  </a:lnTo>
                  <a:lnTo>
                    <a:pt x="19392" y="3975"/>
                  </a:lnTo>
                  <a:close/>
                  <a:moveTo>
                    <a:pt x="22406" y="3975"/>
                  </a:moveTo>
                  <a:lnTo>
                    <a:pt x="22406" y="5505"/>
                  </a:lnTo>
                  <a:lnTo>
                    <a:pt x="21086" y="5505"/>
                  </a:lnTo>
                  <a:lnTo>
                    <a:pt x="21086" y="3975"/>
                  </a:lnTo>
                  <a:close/>
                  <a:moveTo>
                    <a:pt x="24101" y="3975"/>
                  </a:moveTo>
                  <a:lnTo>
                    <a:pt x="24101" y="5505"/>
                  </a:lnTo>
                  <a:lnTo>
                    <a:pt x="22586" y="5505"/>
                  </a:lnTo>
                  <a:lnTo>
                    <a:pt x="22586" y="3975"/>
                  </a:lnTo>
                  <a:close/>
                  <a:moveTo>
                    <a:pt x="25795" y="3975"/>
                  </a:moveTo>
                  <a:lnTo>
                    <a:pt x="25795" y="5505"/>
                  </a:lnTo>
                  <a:lnTo>
                    <a:pt x="24281" y="5505"/>
                  </a:lnTo>
                  <a:lnTo>
                    <a:pt x="24281" y="3975"/>
                  </a:lnTo>
                  <a:close/>
                  <a:moveTo>
                    <a:pt x="27281" y="3975"/>
                  </a:moveTo>
                  <a:lnTo>
                    <a:pt x="27281" y="5505"/>
                  </a:lnTo>
                  <a:lnTo>
                    <a:pt x="25975" y="5505"/>
                  </a:lnTo>
                  <a:lnTo>
                    <a:pt x="25975" y="3975"/>
                  </a:lnTo>
                  <a:close/>
                  <a:moveTo>
                    <a:pt x="28990" y="3975"/>
                  </a:moveTo>
                  <a:lnTo>
                    <a:pt x="28990" y="5505"/>
                  </a:lnTo>
                  <a:lnTo>
                    <a:pt x="27461" y="5505"/>
                  </a:lnTo>
                  <a:lnTo>
                    <a:pt x="27461" y="3975"/>
                  </a:lnTo>
                  <a:close/>
                  <a:moveTo>
                    <a:pt x="30670" y="3975"/>
                  </a:moveTo>
                  <a:lnTo>
                    <a:pt x="30670" y="5505"/>
                  </a:lnTo>
                  <a:lnTo>
                    <a:pt x="29155" y="5505"/>
                  </a:lnTo>
                  <a:lnTo>
                    <a:pt x="29155" y="3975"/>
                  </a:lnTo>
                  <a:close/>
                  <a:moveTo>
                    <a:pt x="3959" y="5669"/>
                  </a:moveTo>
                  <a:lnTo>
                    <a:pt x="3959" y="7199"/>
                  </a:lnTo>
                  <a:lnTo>
                    <a:pt x="2445" y="7199"/>
                  </a:lnTo>
                  <a:lnTo>
                    <a:pt x="2445" y="5669"/>
                  </a:lnTo>
                  <a:close/>
                  <a:moveTo>
                    <a:pt x="5655" y="5669"/>
                  </a:moveTo>
                  <a:lnTo>
                    <a:pt x="5655" y="7199"/>
                  </a:lnTo>
                  <a:lnTo>
                    <a:pt x="4139" y="7199"/>
                  </a:lnTo>
                  <a:lnTo>
                    <a:pt x="4139" y="5669"/>
                  </a:lnTo>
                  <a:close/>
                  <a:moveTo>
                    <a:pt x="7349" y="5669"/>
                  </a:moveTo>
                  <a:lnTo>
                    <a:pt x="7349" y="7199"/>
                  </a:lnTo>
                  <a:lnTo>
                    <a:pt x="5835" y="7199"/>
                  </a:lnTo>
                  <a:lnTo>
                    <a:pt x="5835" y="5669"/>
                  </a:lnTo>
                  <a:close/>
                  <a:moveTo>
                    <a:pt x="9044" y="5669"/>
                  </a:moveTo>
                  <a:lnTo>
                    <a:pt x="9044" y="7199"/>
                  </a:lnTo>
                  <a:lnTo>
                    <a:pt x="7529" y="7199"/>
                  </a:lnTo>
                  <a:lnTo>
                    <a:pt x="7529" y="5669"/>
                  </a:lnTo>
                  <a:close/>
                  <a:moveTo>
                    <a:pt x="10738" y="5669"/>
                  </a:moveTo>
                  <a:lnTo>
                    <a:pt x="10738" y="7199"/>
                  </a:lnTo>
                  <a:lnTo>
                    <a:pt x="9224" y="7199"/>
                  </a:lnTo>
                  <a:lnTo>
                    <a:pt x="9224" y="5669"/>
                  </a:lnTo>
                  <a:close/>
                  <a:moveTo>
                    <a:pt x="12448" y="5669"/>
                  </a:moveTo>
                  <a:lnTo>
                    <a:pt x="12448" y="7199"/>
                  </a:lnTo>
                  <a:lnTo>
                    <a:pt x="10918" y="7199"/>
                  </a:lnTo>
                  <a:lnTo>
                    <a:pt x="10918" y="5669"/>
                  </a:lnTo>
                  <a:close/>
                  <a:moveTo>
                    <a:pt x="14143" y="5669"/>
                  </a:moveTo>
                  <a:lnTo>
                    <a:pt x="14143" y="7199"/>
                  </a:lnTo>
                  <a:lnTo>
                    <a:pt x="12613" y="7199"/>
                  </a:lnTo>
                  <a:lnTo>
                    <a:pt x="12613" y="5669"/>
                  </a:lnTo>
                  <a:close/>
                  <a:moveTo>
                    <a:pt x="15837" y="5669"/>
                  </a:moveTo>
                  <a:lnTo>
                    <a:pt x="15837" y="7199"/>
                  </a:lnTo>
                  <a:lnTo>
                    <a:pt x="14307" y="7199"/>
                  </a:lnTo>
                  <a:lnTo>
                    <a:pt x="14307" y="5669"/>
                  </a:lnTo>
                  <a:close/>
                  <a:moveTo>
                    <a:pt x="17532" y="5669"/>
                  </a:moveTo>
                  <a:lnTo>
                    <a:pt x="17532" y="7199"/>
                  </a:lnTo>
                  <a:lnTo>
                    <a:pt x="16003" y="7199"/>
                  </a:lnTo>
                  <a:lnTo>
                    <a:pt x="16003" y="5669"/>
                  </a:lnTo>
                  <a:close/>
                  <a:moveTo>
                    <a:pt x="19227" y="5669"/>
                  </a:moveTo>
                  <a:lnTo>
                    <a:pt x="19227" y="7199"/>
                  </a:lnTo>
                  <a:lnTo>
                    <a:pt x="17697" y="7199"/>
                  </a:lnTo>
                  <a:lnTo>
                    <a:pt x="17697" y="5669"/>
                  </a:lnTo>
                  <a:close/>
                  <a:moveTo>
                    <a:pt x="20922" y="5669"/>
                  </a:moveTo>
                  <a:lnTo>
                    <a:pt x="20922" y="7199"/>
                  </a:lnTo>
                  <a:lnTo>
                    <a:pt x="19392" y="7199"/>
                  </a:lnTo>
                  <a:lnTo>
                    <a:pt x="19392" y="5669"/>
                  </a:lnTo>
                  <a:close/>
                  <a:moveTo>
                    <a:pt x="22406" y="5669"/>
                  </a:moveTo>
                  <a:lnTo>
                    <a:pt x="22406" y="7199"/>
                  </a:lnTo>
                  <a:lnTo>
                    <a:pt x="21086" y="7199"/>
                  </a:lnTo>
                  <a:lnTo>
                    <a:pt x="21086" y="5669"/>
                  </a:lnTo>
                  <a:close/>
                  <a:moveTo>
                    <a:pt x="24101" y="5669"/>
                  </a:moveTo>
                  <a:lnTo>
                    <a:pt x="24101" y="7199"/>
                  </a:lnTo>
                  <a:lnTo>
                    <a:pt x="22586" y="7199"/>
                  </a:lnTo>
                  <a:lnTo>
                    <a:pt x="22586" y="5669"/>
                  </a:lnTo>
                  <a:close/>
                  <a:moveTo>
                    <a:pt x="25795" y="5669"/>
                  </a:moveTo>
                  <a:lnTo>
                    <a:pt x="25795" y="7199"/>
                  </a:lnTo>
                  <a:lnTo>
                    <a:pt x="24281" y="7199"/>
                  </a:lnTo>
                  <a:lnTo>
                    <a:pt x="24281" y="5669"/>
                  </a:lnTo>
                  <a:close/>
                  <a:moveTo>
                    <a:pt x="27281" y="5669"/>
                  </a:moveTo>
                  <a:lnTo>
                    <a:pt x="27281" y="7199"/>
                  </a:lnTo>
                  <a:lnTo>
                    <a:pt x="25975" y="7199"/>
                  </a:lnTo>
                  <a:lnTo>
                    <a:pt x="25975" y="5669"/>
                  </a:lnTo>
                  <a:close/>
                  <a:moveTo>
                    <a:pt x="28990" y="5669"/>
                  </a:moveTo>
                  <a:lnTo>
                    <a:pt x="28990" y="7199"/>
                  </a:lnTo>
                  <a:lnTo>
                    <a:pt x="27461" y="7199"/>
                  </a:lnTo>
                  <a:lnTo>
                    <a:pt x="27461" y="5669"/>
                  </a:lnTo>
                  <a:close/>
                  <a:moveTo>
                    <a:pt x="30670" y="5669"/>
                  </a:moveTo>
                  <a:lnTo>
                    <a:pt x="30670" y="7199"/>
                  </a:lnTo>
                  <a:lnTo>
                    <a:pt x="29155" y="7199"/>
                  </a:lnTo>
                  <a:lnTo>
                    <a:pt x="29155" y="5669"/>
                  </a:lnTo>
                  <a:close/>
                  <a:moveTo>
                    <a:pt x="3959" y="7364"/>
                  </a:moveTo>
                  <a:lnTo>
                    <a:pt x="3959" y="8894"/>
                  </a:lnTo>
                  <a:lnTo>
                    <a:pt x="2445" y="8894"/>
                  </a:lnTo>
                  <a:lnTo>
                    <a:pt x="2445" y="7364"/>
                  </a:lnTo>
                  <a:close/>
                  <a:moveTo>
                    <a:pt x="5655" y="7364"/>
                  </a:moveTo>
                  <a:lnTo>
                    <a:pt x="5655" y="8894"/>
                  </a:lnTo>
                  <a:lnTo>
                    <a:pt x="4139" y="8894"/>
                  </a:lnTo>
                  <a:lnTo>
                    <a:pt x="4139" y="7364"/>
                  </a:lnTo>
                  <a:close/>
                  <a:moveTo>
                    <a:pt x="7349" y="7364"/>
                  </a:moveTo>
                  <a:lnTo>
                    <a:pt x="7349" y="8894"/>
                  </a:lnTo>
                  <a:lnTo>
                    <a:pt x="5835" y="8894"/>
                  </a:lnTo>
                  <a:lnTo>
                    <a:pt x="5835" y="7364"/>
                  </a:lnTo>
                  <a:close/>
                  <a:moveTo>
                    <a:pt x="9044" y="7364"/>
                  </a:moveTo>
                  <a:lnTo>
                    <a:pt x="9044" y="8894"/>
                  </a:lnTo>
                  <a:lnTo>
                    <a:pt x="7529" y="8894"/>
                  </a:lnTo>
                  <a:lnTo>
                    <a:pt x="7529" y="7364"/>
                  </a:lnTo>
                  <a:close/>
                  <a:moveTo>
                    <a:pt x="10738" y="7364"/>
                  </a:moveTo>
                  <a:lnTo>
                    <a:pt x="10738" y="8894"/>
                  </a:lnTo>
                  <a:lnTo>
                    <a:pt x="9224" y="8894"/>
                  </a:lnTo>
                  <a:lnTo>
                    <a:pt x="9224" y="7364"/>
                  </a:lnTo>
                  <a:close/>
                  <a:moveTo>
                    <a:pt x="12448" y="7364"/>
                  </a:moveTo>
                  <a:lnTo>
                    <a:pt x="12448" y="8894"/>
                  </a:lnTo>
                  <a:lnTo>
                    <a:pt x="10918" y="8894"/>
                  </a:lnTo>
                  <a:lnTo>
                    <a:pt x="10918" y="7364"/>
                  </a:lnTo>
                  <a:close/>
                  <a:moveTo>
                    <a:pt x="14143" y="7364"/>
                  </a:moveTo>
                  <a:lnTo>
                    <a:pt x="14143" y="8894"/>
                  </a:lnTo>
                  <a:lnTo>
                    <a:pt x="12613" y="8894"/>
                  </a:lnTo>
                  <a:lnTo>
                    <a:pt x="12613" y="7364"/>
                  </a:lnTo>
                  <a:close/>
                  <a:moveTo>
                    <a:pt x="15837" y="7364"/>
                  </a:moveTo>
                  <a:lnTo>
                    <a:pt x="15837" y="8894"/>
                  </a:lnTo>
                  <a:lnTo>
                    <a:pt x="14307" y="8894"/>
                  </a:lnTo>
                  <a:lnTo>
                    <a:pt x="14307" y="7364"/>
                  </a:lnTo>
                  <a:close/>
                  <a:moveTo>
                    <a:pt x="17532" y="7364"/>
                  </a:moveTo>
                  <a:lnTo>
                    <a:pt x="17532" y="8894"/>
                  </a:lnTo>
                  <a:lnTo>
                    <a:pt x="16003" y="8894"/>
                  </a:lnTo>
                  <a:lnTo>
                    <a:pt x="16003" y="7364"/>
                  </a:lnTo>
                  <a:close/>
                  <a:moveTo>
                    <a:pt x="19227" y="7364"/>
                  </a:moveTo>
                  <a:lnTo>
                    <a:pt x="19227" y="8894"/>
                  </a:lnTo>
                  <a:lnTo>
                    <a:pt x="17697" y="8894"/>
                  </a:lnTo>
                  <a:lnTo>
                    <a:pt x="17697" y="7364"/>
                  </a:lnTo>
                  <a:close/>
                  <a:moveTo>
                    <a:pt x="20922" y="7364"/>
                  </a:moveTo>
                  <a:lnTo>
                    <a:pt x="20922" y="8894"/>
                  </a:lnTo>
                  <a:lnTo>
                    <a:pt x="19392" y="8894"/>
                  </a:lnTo>
                  <a:lnTo>
                    <a:pt x="19392" y="7364"/>
                  </a:lnTo>
                  <a:close/>
                  <a:moveTo>
                    <a:pt x="22406" y="7364"/>
                  </a:moveTo>
                  <a:lnTo>
                    <a:pt x="22406" y="8894"/>
                  </a:lnTo>
                  <a:lnTo>
                    <a:pt x="21086" y="8894"/>
                  </a:lnTo>
                  <a:lnTo>
                    <a:pt x="21086" y="7364"/>
                  </a:lnTo>
                  <a:close/>
                  <a:moveTo>
                    <a:pt x="24101" y="7364"/>
                  </a:moveTo>
                  <a:lnTo>
                    <a:pt x="24101" y="8894"/>
                  </a:lnTo>
                  <a:lnTo>
                    <a:pt x="22586" y="8894"/>
                  </a:lnTo>
                  <a:lnTo>
                    <a:pt x="22586" y="7364"/>
                  </a:lnTo>
                  <a:close/>
                  <a:moveTo>
                    <a:pt x="25795" y="7364"/>
                  </a:moveTo>
                  <a:lnTo>
                    <a:pt x="25795" y="8894"/>
                  </a:lnTo>
                  <a:lnTo>
                    <a:pt x="24281" y="8894"/>
                  </a:lnTo>
                  <a:lnTo>
                    <a:pt x="24281" y="7364"/>
                  </a:lnTo>
                  <a:close/>
                  <a:moveTo>
                    <a:pt x="27281" y="7364"/>
                  </a:moveTo>
                  <a:lnTo>
                    <a:pt x="27281" y="8894"/>
                  </a:lnTo>
                  <a:lnTo>
                    <a:pt x="25975" y="8894"/>
                  </a:lnTo>
                  <a:lnTo>
                    <a:pt x="25975" y="7364"/>
                  </a:lnTo>
                  <a:close/>
                  <a:moveTo>
                    <a:pt x="28990" y="7364"/>
                  </a:moveTo>
                  <a:lnTo>
                    <a:pt x="28990" y="8894"/>
                  </a:lnTo>
                  <a:lnTo>
                    <a:pt x="27461" y="8894"/>
                  </a:lnTo>
                  <a:lnTo>
                    <a:pt x="27461" y="7364"/>
                  </a:lnTo>
                  <a:close/>
                  <a:moveTo>
                    <a:pt x="30670" y="7364"/>
                  </a:moveTo>
                  <a:lnTo>
                    <a:pt x="30670" y="8894"/>
                  </a:lnTo>
                  <a:lnTo>
                    <a:pt x="29155" y="8894"/>
                  </a:lnTo>
                  <a:lnTo>
                    <a:pt x="29155" y="7364"/>
                  </a:lnTo>
                  <a:close/>
                  <a:moveTo>
                    <a:pt x="2265" y="9058"/>
                  </a:moveTo>
                  <a:lnTo>
                    <a:pt x="2265" y="10588"/>
                  </a:lnTo>
                  <a:lnTo>
                    <a:pt x="750" y="10588"/>
                  </a:lnTo>
                  <a:lnTo>
                    <a:pt x="750" y="9058"/>
                  </a:lnTo>
                  <a:close/>
                  <a:moveTo>
                    <a:pt x="3959" y="9058"/>
                  </a:moveTo>
                  <a:lnTo>
                    <a:pt x="3959" y="10588"/>
                  </a:lnTo>
                  <a:lnTo>
                    <a:pt x="2445" y="10588"/>
                  </a:lnTo>
                  <a:lnTo>
                    <a:pt x="2445" y="9058"/>
                  </a:lnTo>
                  <a:close/>
                  <a:moveTo>
                    <a:pt x="5655" y="9058"/>
                  </a:moveTo>
                  <a:lnTo>
                    <a:pt x="5655" y="10588"/>
                  </a:lnTo>
                  <a:lnTo>
                    <a:pt x="4139" y="10588"/>
                  </a:lnTo>
                  <a:lnTo>
                    <a:pt x="4139" y="9058"/>
                  </a:lnTo>
                  <a:close/>
                  <a:moveTo>
                    <a:pt x="7349" y="9058"/>
                  </a:moveTo>
                  <a:lnTo>
                    <a:pt x="7349" y="10588"/>
                  </a:lnTo>
                  <a:lnTo>
                    <a:pt x="5835" y="10588"/>
                  </a:lnTo>
                  <a:lnTo>
                    <a:pt x="5835" y="9058"/>
                  </a:lnTo>
                  <a:close/>
                  <a:moveTo>
                    <a:pt x="9044" y="9058"/>
                  </a:moveTo>
                  <a:lnTo>
                    <a:pt x="9044" y="10588"/>
                  </a:lnTo>
                  <a:lnTo>
                    <a:pt x="7529" y="10588"/>
                  </a:lnTo>
                  <a:lnTo>
                    <a:pt x="7529" y="9058"/>
                  </a:lnTo>
                  <a:close/>
                  <a:moveTo>
                    <a:pt x="10738" y="9058"/>
                  </a:moveTo>
                  <a:lnTo>
                    <a:pt x="10738" y="10588"/>
                  </a:lnTo>
                  <a:lnTo>
                    <a:pt x="9224" y="10588"/>
                  </a:lnTo>
                  <a:lnTo>
                    <a:pt x="9224" y="9058"/>
                  </a:lnTo>
                  <a:close/>
                  <a:moveTo>
                    <a:pt x="12448" y="9058"/>
                  </a:moveTo>
                  <a:lnTo>
                    <a:pt x="12448" y="10588"/>
                  </a:lnTo>
                  <a:lnTo>
                    <a:pt x="10918" y="10588"/>
                  </a:lnTo>
                  <a:lnTo>
                    <a:pt x="10918" y="9058"/>
                  </a:lnTo>
                  <a:close/>
                  <a:moveTo>
                    <a:pt x="14143" y="9058"/>
                  </a:moveTo>
                  <a:lnTo>
                    <a:pt x="14143" y="10588"/>
                  </a:lnTo>
                  <a:lnTo>
                    <a:pt x="12613" y="10588"/>
                  </a:lnTo>
                  <a:lnTo>
                    <a:pt x="12613" y="9058"/>
                  </a:lnTo>
                  <a:close/>
                  <a:moveTo>
                    <a:pt x="15837" y="9058"/>
                  </a:moveTo>
                  <a:lnTo>
                    <a:pt x="15837" y="10588"/>
                  </a:lnTo>
                  <a:lnTo>
                    <a:pt x="14307" y="10588"/>
                  </a:lnTo>
                  <a:lnTo>
                    <a:pt x="14307" y="9058"/>
                  </a:lnTo>
                  <a:close/>
                  <a:moveTo>
                    <a:pt x="17532" y="9058"/>
                  </a:moveTo>
                  <a:lnTo>
                    <a:pt x="17532" y="10588"/>
                  </a:lnTo>
                  <a:lnTo>
                    <a:pt x="16003" y="10588"/>
                  </a:lnTo>
                  <a:lnTo>
                    <a:pt x="16003" y="9058"/>
                  </a:lnTo>
                  <a:close/>
                  <a:moveTo>
                    <a:pt x="19227" y="9058"/>
                  </a:moveTo>
                  <a:lnTo>
                    <a:pt x="19227" y="10588"/>
                  </a:lnTo>
                  <a:lnTo>
                    <a:pt x="17697" y="10588"/>
                  </a:lnTo>
                  <a:lnTo>
                    <a:pt x="17697" y="9058"/>
                  </a:lnTo>
                  <a:close/>
                  <a:moveTo>
                    <a:pt x="20922" y="9058"/>
                  </a:moveTo>
                  <a:lnTo>
                    <a:pt x="20922" y="10588"/>
                  </a:lnTo>
                  <a:lnTo>
                    <a:pt x="19392" y="10588"/>
                  </a:lnTo>
                  <a:lnTo>
                    <a:pt x="19392" y="9058"/>
                  </a:lnTo>
                  <a:close/>
                  <a:moveTo>
                    <a:pt x="22406" y="9058"/>
                  </a:moveTo>
                  <a:lnTo>
                    <a:pt x="22406" y="10588"/>
                  </a:lnTo>
                  <a:lnTo>
                    <a:pt x="21086" y="10588"/>
                  </a:lnTo>
                  <a:lnTo>
                    <a:pt x="21086" y="9058"/>
                  </a:lnTo>
                  <a:close/>
                  <a:moveTo>
                    <a:pt x="24101" y="9058"/>
                  </a:moveTo>
                  <a:lnTo>
                    <a:pt x="24101" y="10588"/>
                  </a:lnTo>
                  <a:lnTo>
                    <a:pt x="22586" y="10588"/>
                  </a:lnTo>
                  <a:lnTo>
                    <a:pt x="22586" y="9058"/>
                  </a:lnTo>
                  <a:close/>
                  <a:moveTo>
                    <a:pt x="25795" y="9058"/>
                  </a:moveTo>
                  <a:lnTo>
                    <a:pt x="25795" y="10588"/>
                  </a:lnTo>
                  <a:lnTo>
                    <a:pt x="24281" y="10588"/>
                  </a:lnTo>
                  <a:lnTo>
                    <a:pt x="24281" y="9058"/>
                  </a:lnTo>
                  <a:close/>
                  <a:moveTo>
                    <a:pt x="27281" y="9058"/>
                  </a:moveTo>
                  <a:lnTo>
                    <a:pt x="27281" y="10588"/>
                  </a:lnTo>
                  <a:lnTo>
                    <a:pt x="25975" y="10588"/>
                  </a:lnTo>
                  <a:lnTo>
                    <a:pt x="25975" y="9058"/>
                  </a:lnTo>
                  <a:close/>
                  <a:moveTo>
                    <a:pt x="28990" y="9058"/>
                  </a:moveTo>
                  <a:lnTo>
                    <a:pt x="28990" y="10588"/>
                  </a:lnTo>
                  <a:lnTo>
                    <a:pt x="27461" y="10588"/>
                  </a:lnTo>
                  <a:lnTo>
                    <a:pt x="27461" y="9058"/>
                  </a:lnTo>
                  <a:close/>
                  <a:moveTo>
                    <a:pt x="30670" y="9058"/>
                  </a:moveTo>
                  <a:lnTo>
                    <a:pt x="30670" y="10588"/>
                  </a:lnTo>
                  <a:lnTo>
                    <a:pt x="29155" y="10588"/>
                  </a:lnTo>
                  <a:lnTo>
                    <a:pt x="29155" y="9058"/>
                  </a:lnTo>
                  <a:close/>
                  <a:moveTo>
                    <a:pt x="2265" y="10768"/>
                  </a:moveTo>
                  <a:lnTo>
                    <a:pt x="2265" y="12283"/>
                  </a:lnTo>
                  <a:lnTo>
                    <a:pt x="750" y="12283"/>
                  </a:lnTo>
                  <a:lnTo>
                    <a:pt x="750" y="10768"/>
                  </a:lnTo>
                  <a:close/>
                  <a:moveTo>
                    <a:pt x="3959" y="10768"/>
                  </a:moveTo>
                  <a:lnTo>
                    <a:pt x="3959" y="12283"/>
                  </a:lnTo>
                  <a:lnTo>
                    <a:pt x="2445" y="12283"/>
                  </a:lnTo>
                  <a:lnTo>
                    <a:pt x="2445" y="10768"/>
                  </a:lnTo>
                  <a:close/>
                  <a:moveTo>
                    <a:pt x="5655" y="10768"/>
                  </a:moveTo>
                  <a:lnTo>
                    <a:pt x="5655" y="12283"/>
                  </a:lnTo>
                  <a:lnTo>
                    <a:pt x="4139" y="12283"/>
                  </a:lnTo>
                  <a:lnTo>
                    <a:pt x="4139" y="10768"/>
                  </a:lnTo>
                  <a:close/>
                  <a:moveTo>
                    <a:pt x="7349" y="10768"/>
                  </a:moveTo>
                  <a:lnTo>
                    <a:pt x="7349" y="12283"/>
                  </a:lnTo>
                  <a:lnTo>
                    <a:pt x="5835" y="12283"/>
                  </a:lnTo>
                  <a:lnTo>
                    <a:pt x="5835" y="10768"/>
                  </a:lnTo>
                  <a:close/>
                  <a:moveTo>
                    <a:pt x="9044" y="10768"/>
                  </a:moveTo>
                  <a:lnTo>
                    <a:pt x="9044" y="12283"/>
                  </a:lnTo>
                  <a:lnTo>
                    <a:pt x="7529" y="12283"/>
                  </a:lnTo>
                  <a:lnTo>
                    <a:pt x="7529" y="10768"/>
                  </a:lnTo>
                  <a:close/>
                  <a:moveTo>
                    <a:pt x="10738" y="10768"/>
                  </a:moveTo>
                  <a:lnTo>
                    <a:pt x="10738" y="12283"/>
                  </a:lnTo>
                  <a:lnTo>
                    <a:pt x="9224" y="12283"/>
                  </a:lnTo>
                  <a:lnTo>
                    <a:pt x="9224" y="10768"/>
                  </a:lnTo>
                  <a:close/>
                  <a:moveTo>
                    <a:pt x="12448" y="10768"/>
                  </a:moveTo>
                  <a:lnTo>
                    <a:pt x="12448" y="12283"/>
                  </a:lnTo>
                  <a:lnTo>
                    <a:pt x="10918" y="12283"/>
                  </a:lnTo>
                  <a:lnTo>
                    <a:pt x="10918" y="10768"/>
                  </a:lnTo>
                  <a:close/>
                  <a:moveTo>
                    <a:pt x="14143" y="10768"/>
                  </a:moveTo>
                  <a:lnTo>
                    <a:pt x="14143" y="12283"/>
                  </a:lnTo>
                  <a:lnTo>
                    <a:pt x="12613" y="12283"/>
                  </a:lnTo>
                  <a:lnTo>
                    <a:pt x="12613" y="10768"/>
                  </a:lnTo>
                  <a:close/>
                  <a:moveTo>
                    <a:pt x="15837" y="10768"/>
                  </a:moveTo>
                  <a:lnTo>
                    <a:pt x="15837" y="12283"/>
                  </a:lnTo>
                  <a:lnTo>
                    <a:pt x="14307" y="12283"/>
                  </a:lnTo>
                  <a:lnTo>
                    <a:pt x="14307" y="10768"/>
                  </a:lnTo>
                  <a:close/>
                  <a:moveTo>
                    <a:pt x="17532" y="10768"/>
                  </a:moveTo>
                  <a:lnTo>
                    <a:pt x="17532" y="12283"/>
                  </a:lnTo>
                  <a:lnTo>
                    <a:pt x="16003" y="12283"/>
                  </a:lnTo>
                  <a:lnTo>
                    <a:pt x="16003" y="10768"/>
                  </a:lnTo>
                  <a:close/>
                  <a:moveTo>
                    <a:pt x="19227" y="10768"/>
                  </a:moveTo>
                  <a:lnTo>
                    <a:pt x="19227" y="12283"/>
                  </a:lnTo>
                  <a:lnTo>
                    <a:pt x="17697" y="12283"/>
                  </a:lnTo>
                  <a:lnTo>
                    <a:pt x="17697" y="10768"/>
                  </a:lnTo>
                  <a:close/>
                  <a:moveTo>
                    <a:pt x="20922" y="10768"/>
                  </a:moveTo>
                  <a:lnTo>
                    <a:pt x="20922" y="12283"/>
                  </a:lnTo>
                  <a:lnTo>
                    <a:pt x="19392" y="12283"/>
                  </a:lnTo>
                  <a:lnTo>
                    <a:pt x="19392" y="10768"/>
                  </a:lnTo>
                  <a:close/>
                  <a:moveTo>
                    <a:pt x="22406" y="10768"/>
                  </a:moveTo>
                  <a:lnTo>
                    <a:pt x="22406" y="12283"/>
                  </a:lnTo>
                  <a:lnTo>
                    <a:pt x="21086" y="12283"/>
                  </a:lnTo>
                  <a:lnTo>
                    <a:pt x="21086" y="10768"/>
                  </a:lnTo>
                  <a:close/>
                  <a:moveTo>
                    <a:pt x="24101" y="10768"/>
                  </a:moveTo>
                  <a:lnTo>
                    <a:pt x="24101" y="12283"/>
                  </a:lnTo>
                  <a:lnTo>
                    <a:pt x="22586" y="12283"/>
                  </a:lnTo>
                  <a:lnTo>
                    <a:pt x="22586" y="10768"/>
                  </a:lnTo>
                  <a:close/>
                  <a:moveTo>
                    <a:pt x="25795" y="10768"/>
                  </a:moveTo>
                  <a:lnTo>
                    <a:pt x="25795" y="12283"/>
                  </a:lnTo>
                  <a:lnTo>
                    <a:pt x="24281" y="12283"/>
                  </a:lnTo>
                  <a:lnTo>
                    <a:pt x="24281" y="10768"/>
                  </a:lnTo>
                  <a:close/>
                  <a:moveTo>
                    <a:pt x="27281" y="10768"/>
                  </a:moveTo>
                  <a:lnTo>
                    <a:pt x="27281" y="12283"/>
                  </a:lnTo>
                  <a:lnTo>
                    <a:pt x="25975" y="12283"/>
                  </a:lnTo>
                  <a:lnTo>
                    <a:pt x="25975" y="10768"/>
                  </a:lnTo>
                  <a:close/>
                  <a:moveTo>
                    <a:pt x="28990" y="10768"/>
                  </a:moveTo>
                  <a:lnTo>
                    <a:pt x="28990" y="12283"/>
                  </a:lnTo>
                  <a:lnTo>
                    <a:pt x="27461" y="12283"/>
                  </a:lnTo>
                  <a:lnTo>
                    <a:pt x="27461" y="10768"/>
                  </a:lnTo>
                  <a:close/>
                  <a:moveTo>
                    <a:pt x="30670" y="10768"/>
                  </a:moveTo>
                  <a:lnTo>
                    <a:pt x="30670" y="12283"/>
                  </a:lnTo>
                  <a:lnTo>
                    <a:pt x="29155" y="12283"/>
                  </a:lnTo>
                  <a:lnTo>
                    <a:pt x="29155" y="10768"/>
                  </a:lnTo>
                  <a:close/>
                  <a:moveTo>
                    <a:pt x="2265" y="12463"/>
                  </a:moveTo>
                  <a:lnTo>
                    <a:pt x="2265" y="13977"/>
                  </a:lnTo>
                  <a:lnTo>
                    <a:pt x="750" y="13977"/>
                  </a:lnTo>
                  <a:lnTo>
                    <a:pt x="750" y="12463"/>
                  </a:lnTo>
                  <a:close/>
                  <a:moveTo>
                    <a:pt x="3959" y="12463"/>
                  </a:moveTo>
                  <a:lnTo>
                    <a:pt x="3959" y="13977"/>
                  </a:lnTo>
                  <a:lnTo>
                    <a:pt x="2445" y="13977"/>
                  </a:lnTo>
                  <a:lnTo>
                    <a:pt x="2445" y="12463"/>
                  </a:lnTo>
                  <a:close/>
                  <a:moveTo>
                    <a:pt x="5655" y="12463"/>
                  </a:moveTo>
                  <a:lnTo>
                    <a:pt x="5655" y="13977"/>
                  </a:lnTo>
                  <a:lnTo>
                    <a:pt x="4139" y="13977"/>
                  </a:lnTo>
                  <a:lnTo>
                    <a:pt x="4139" y="12463"/>
                  </a:lnTo>
                  <a:close/>
                  <a:moveTo>
                    <a:pt x="7349" y="12463"/>
                  </a:moveTo>
                  <a:lnTo>
                    <a:pt x="7349" y="13977"/>
                  </a:lnTo>
                  <a:lnTo>
                    <a:pt x="5835" y="13977"/>
                  </a:lnTo>
                  <a:lnTo>
                    <a:pt x="5835" y="12463"/>
                  </a:lnTo>
                  <a:close/>
                  <a:moveTo>
                    <a:pt x="9044" y="12463"/>
                  </a:moveTo>
                  <a:lnTo>
                    <a:pt x="9044" y="13977"/>
                  </a:lnTo>
                  <a:lnTo>
                    <a:pt x="7529" y="13977"/>
                  </a:lnTo>
                  <a:lnTo>
                    <a:pt x="7529" y="12463"/>
                  </a:lnTo>
                  <a:close/>
                  <a:moveTo>
                    <a:pt x="10738" y="12463"/>
                  </a:moveTo>
                  <a:lnTo>
                    <a:pt x="10738" y="13977"/>
                  </a:lnTo>
                  <a:lnTo>
                    <a:pt x="9224" y="13977"/>
                  </a:lnTo>
                  <a:lnTo>
                    <a:pt x="9224" y="12463"/>
                  </a:lnTo>
                  <a:close/>
                  <a:moveTo>
                    <a:pt x="12448" y="12463"/>
                  </a:moveTo>
                  <a:lnTo>
                    <a:pt x="12448" y="13977"/>
                  </a:lnTo>
                  <a:lnTo>
                    <a:pt x="10918" y="13977"/>
                  </a:lnTo>
                  <a:lnTo>
                    <a:pt x="10918" y="12463"/>
                  </a:lnTo>
                  <a:close/>
                  <a:moveTo>
                    <a:pt x="14143" y="12463"/>
                  </a:moveTo>
                  <a:lnTo>
                    <a:pt x="14143" y="13977"/>
                  </a:lnTo>
                  <a:lnTo>
                    <a:pt x="12613" y="13977"/>
                  </a:lnTo>
                  <a:lnTo>
                    <a:pt x="12613" y="12463"/>
                  </a:lnTo>
                  <a:close/>
                  <a:moveTo>
                    <a:pt x="15837" y="12463"/>
                  </a:moveTo>
                  <a:lnTo>
                    <a:pt x="15837" y="13977"/>
                  </a:lnTo>
                  <a:lnTo>
                    <a:pt x="14307" y="13977"/>
                  </a:lnTo>
                  <a:lnTo>
                    <a:pt x="14307" y="12463"/>
                  </a:lnTo>
                  <a:close/>
                  <a:moveTo>
                    <a:pt x="17532" y="12463"/>
                  </a:moveTo>
                  <a:lnTo>
                    <a:pt x="17532" y="13977"/>
                  </a:lnTo>
                  <a:lnTo>
                    <a:pt x="16003" y="13977"/>
                  </a:lnTo>
                  <a:lnTo>
                    <a:pt x="16003" y="12463"/>
                  </a:lnTo>
                  <a:close/>
                  <a:moveTo>
                    <a:pt x="19227" y="12463"/>
                  </a:moveTo>
                  <a:lnTo>
                    <a:pt x="19227" y="13977"/>
                  </a:lnTo>
                  <a:lnTo>
                    <a:pt x="17697" y="13977"/>
                  </a:lnTo>
                  <a:lnTo>
                    <a:pt x="17697" y="12463"/>
                  </a:lnTo>
                  <a:close/>
                  <a:moveTo>
                    <a:pt x="20922" y="12463"/>
                  </a:moveTo>
                  <a:lnTo>
                    <a:pt x="20922" y="13977"/>
                  </a:lnTo>
                  <a:lnTo>
                    <a:pt x="19392" y="13977"/>
                  </a:lnTo>
                  <a:lnTo>
                    <a:pt x="19392" y="12463"/>
                  </a:lnTo>
                  <a:close/>
                  <a:moveTo>
                    <a:pt x="22406" y="12463"/>
                  </a:moveTo>
                  <a:lnTo>
                    <a:pt x="22406" y="13977"/>
                  </a:lnTo>
                  <a:lnTo>
                    <a:pt x="21086" y="13977"/>
                  </a:lnTo>
                  <a:lnTo>
                    <a:pt x="21086" y="12463"/>
                  </a:lnTo>
                  <a:close/>
                  <a:moveTo>
                    <a:pt x="24101" y="12463"/>
                  </a:moveTo>
                  <a:lnTo>
                    <a:pt x="24101" y="13977"/>
                  </a:lnTo>
                  <a:lnTo>
                    <a:pt x="22586" y="13977"/>
                  </a:lnTo>
                  <a:lnTo>
                    <a:pt x="22586" y="12463"/>
                  </a:lnTo>
                  <a:close/>
                  <a:moveTo>
                    <a:pt x="25795" y="12463"/>
                  </a:moveTo>
                  <a:lnTo>
                    <a:pt x="25795" y="13977"/>
                  </a:lnTo>
                  <a:lnTo>
                    <a:pt x="24281" y="13977"/>
                  </a:lnTo>
                  <a:lnTo>
                    <a:pt x="24281" y="12463"/>
                  </a:lnTo>
                  <a:close/>
                  <a:moveTo>
                    <a:pt x="27281" y="12463"/>
                  </a:moveTo>
                  <a:lnTo>
                    <a:pt x="27281" y="13977"/>
                  </a:lnTo>
                  <a:lnTo>
                    <a:pt x="25975" y="13977"/>
                  </a:lnTo>
                  <a:lnTo>
                    <a:pt x="25975" y="12463"/>
                  </a:lnTo>
                  <a:close/>
                  <a:moveTo>
                    <a:pt x="28990" y="12463"/>
                  </a:moveTo>
                  <a:lnTo>
                    <a:pt x="28990" y="13977"/>
                  </a:lnTo>
                  <a:lnTo>
                    <a:pt x="27461" y="13977"/>
                  </a:lnTo>
                  <a:lnTo>
                    <a:pt x="27461" y="12463"/>
                  </a:lnTo>
                  <a:close/>
                  <a:moveTo>
                    <a:pt x="30670" y="12463"/>
                  </a:moveTo>
                  <a:lnTo>
                    <a:pt x="30670" y="13977"/>
                  </a:lnTo>
                  <a:lnTo>
                    <a:pt x="29155" y="13977"/>
                  </a:lnTo>
                  <a:lnTo>
                    <a:pt x="29155" y="12463"/>
                  </a:lnTo>
                  <a:close/>
                  <a:moveTo>
                    <a:pt x="2265" y="14157"/>
                  </a:moveTo>
                  <a:lnTo>
                    <a:pt x="2265" y="15673"/>
                  </a:lnTo>
                  <a:lnTo>
                    <a:pt x="750" y="15673"/>
                  </a:lnTo>
                  <a:lnTo>
                    <a:pt x="750" y="14157"/>
                  </a:lnTo>
                  <a:close/>
                  <a:moveTo>
                    <a:pt x="3959" y="14157"/>
                  </a:moveTo>
                  <a:lnTo>
                    <a:pt x="3959" y="15673"/>
                  </a:lnTo>
                  <a:lnTo>
                    <a:pt x="2445" y="15673"/>
                  </a:lnTo>
                  <a:lnTo>
                    <a:pt x="2445" y="14157"/>
                  </a:lnTo>
                  <a:close/>
                  <a:moveTo>
                    <a:pt x="5655" y="14157"/>
                  </a:moveTo>
                  <a:lnTo>
                    <a:pt x="5655" y="15673"/>
                  </a:lnTo>
                  <a:lnTo>
                    <a:pt x="4139" y="15673"/>
                  </a:lnTo>
                  <a:lnTo>
                    <a:pt x="4139" y="14157"/>
                  </a:lnTo>
                  <a:close/>
                  <a:moveTo>
                    <a:pt x="7349" y="14157"/>
                  </a:moveTo>
                  <a:lnTo>
                    <a:pt x="7349" y="15673"/>
                  </a:lnTo>
                  <a:lnTo>
                    <a:pt x="5835" y="15673"/>
                  </a:lnTo>
                  <a:lnTo>
                    <a:pt x="5835" y="14157"/>
                  </a:lnTo>
                  <a:close/>
                  <a:moveTo>
                    <a:pt x="9044" y="14157"/>
                  </a:moveTo>
                  <a:lnTo>
                    <a:pt x="9044" y="15673"/>
                  </a:lnTo>
                  <a:lnTo>
                    <a:pt x="7529" y="15673"/>
                  </a:lnTo>
                  <a:lnTo>
                    <a:pt x="7529" y="14157"/>
                  </a:lnTo>
                  <a:close/>
                  <a:moveTo>
                    <a:pt x="10738" y="14157"/>
                  </a:moveTo>
                  <a:lnTo>
                    <a:pt x="10738" y="15673"/>
                  </a:lnTo>
                  <a:lnTo>
                    <a:pt x="9224" y="15673"/>
                  </a:lnTo>
                  <a:lnTo>
                    <a:pt x="9224" y="14157"/>
                  </a:lnTo>
                  <a:close/>
                  <a:moveTo>
                    <a:pt x="12448" y="14157"/>
                  </a:moveTo>
                  <a:lnTo>
                    <a:pt x="12448" y="15673"/>
                  </a:lnTo>
                  <a:lnTo>
                    <a:pt x="10918" y="15673"/>
                  </a:lnTo>
                  <a:lnTo>
                    <a:pt x="10918" y="14157"/>
                  </a:lnTo>
                  <a:close/>
                  <a:moveTo>
                    <a:pt x="14143" y="14157"/>
                  </a:moveTo>
                  <a:lnTo>
                    <a:pt x="14143" y="15673"/>
                  </a:lnTo>
                  <a:lnTo>
                    <a:pt x="12613" y="15673"/>
                  </a:lnTo>
                  <a:lnTo>
                    <a:pt x="12613" y="14157"/>
                  </a:lnTo>
                  <a:close/>
                  <a:moveTo>
                    <a:pt x="15837" y="14157"/>
                  </a:moveTo>
                  <a:lnTo>
                    <a:pt x="15837" y="15673"/>
                  </a:lnTo>
                  <a:lnTo>
                    <a:pt x="14307" y="15673"/>
                  </a:lnTo>
                  <a:lnTo>
                    <a:pt x="14307" y="14157"/>
                  </a:lnTo>
                  <a:close/>
                  <a:moveTo>
                    <a:pt x="17532" y="14157"/>
                  </a:moveTo>
                  <a:lnTo>
                    <a:pt x="17532" y="15673"/>
                  </a:lnTo>
                  <a:lnTo>
                    <a:pt x="16003" y="15673"/>
                  </a:lnTo>
                  <a:lnTo>
                    <a:pt x="16003" y="14157"/>
                  </a:lnTo>
                  <a:close/>
                  <a:moveTo>
                    <a:pt x="19227" y="14157"/>
                  </a:moveTo>
                  <a:lnTo>
                    <a:pt x="19227" y="15673"/>
                  </a:lnTo>
                  <a:lnTo>
                    <a:pt x="17697" y="15673"/>
                  </a:lnTo>
                  <a:lnTo>
                    <a:pt x="17697" y="14157"/>
                  </a:lnTo>
                  <a:close/>
                  <a:moveTo>
                    <a:pt x="20922" y="14157"/>
                  </a:moveTo>
                  <a:lnTo>
                    <a:pt x="20922" y="15673"/>
                  </a:lnTo>
                  <a:lnTo>
                    <a:pt x="19392" y="15673"/>
                  </a:lnTo>
                  <a:lnTo>
                    <a:pt x="19392" y="14157"/>
                  </a:lnTo>
                  <a:close/>
                  <a:moveTo>
                    <a:pt x="22406" y="14157"/>
                  </a:moveTo>
                  <a:lnTo>
                    <a:pt x="22406" y="15673"/>
                  </a:lnTo>
                  <a:lnTo>
                    <a:pt x="21086" y="15673"/>
                  </a:lnTo>
                  <a:lnTo>
                    <a:pt x="21086" y="14157"/>
                  </a:lnTo>
                  <a:close/>
                  <a:moveTo>
                    <a:pt x="24101" y="14157"/>
                  </a:moveTo>
                  <a:lnTo>
                    <a:pt x="24101" y="15673"/>
                  </a:lnTo>
                  <a:lnTo>
                    <a:pt x="22586" y="15673"/>
                  </a:lnTo>
                  <a:lnTo>
                    <a:pt x="22586" y="14157"/>
                  </a:lnTo>
                  <a:close/>
                  <a:moveTo>
                    <a:pt x="25795" y="14157"/>
                  </a:moveTo>
                  <a:lnTo>
                    <a:pt x="25795" y="15673"/>
                  </a:lnTo>
                  <a:lnTo>
                    <a:pt x="24281" y="15673"/>
                  </a:lnTo>
                  <a:lnTo>
                    <a:pt x="24281" y="14157"/>
                  </a:lnTo>
                  <a:close/>
                  <a:moveTo>
                    <a:pt x="27281" y="14157"/>
                  </a:moveTo>
                  <a:lnTo>
                    <a:pt x="27281" y="15673"/>
                  </a:lnTo>
                  <a:lnTo>
                    <a:pt x="25975" y="15673"/>
                  </a:lnTo>
                  <a:lnTo>
                    <a:pt x="25975" y="14157"/>
                  </a:lnTo>
                  <a:close/>
                  <a:moveTo>
                    <a:pt x="28990" y="14157"/>
                  </a:moveTo>
                  <a:lnTo>
                    <a:pt x="28990" y="15673"/>
                  </a:lnTo>
                  <a:lnTo>
                    <a:pt x="27461" y="15673"/>
                  </a:lnTo>
                  <a:lnTo>
                    <a:pt x="27461" y="14157"/>
                  </a:lnTo>
                  <a:close/>
                  <a:moveTo>
                    <a:pt x="30670" y="14157"/>
                  </a:moveTo>
                  <a:lnTo>
                    <a:pt x="30670" y="15673"/>
                  </a:lnTo>
                  <a:lnTo>
                    <a:pt x="29155" y="15673"/>
                  </a:lnTo>
                  <a:lnTo>
                    <a:pt x="29155" y="14157"/>
                  </a:lnTo>
                  <a:close/>
                  <a:moveTo>
                    <a:pt x="2265" y="15853"/>
                  </a:moveTo>
                  <a:lnTo>
                    <a:pt x="2265" y="17367"/>
                  </a:lnTo>
                  <a:lnTo>
                    <a:pt x="750" y="17367"/>
                  </a:lnTo>
                  <a:lnTo>
                    <a:pt x="750" y="15853"/>
                  </a:lnTo>
                  <a:close/>
                  <a:moveTo>
                    <a:pt x="3959" y="15853"/>
                  </a:moveTo>
                  <a:lnTo>
                    <a:pt x="3959" y="17367"/>
                  </a:lnTo>
                  <a:lnTo>
                    <a:pt x="2445" y="17367"/>
                  </a:lnTo>
                  <a:lnTo>
                    <a:pt x="2445" y="15853"/>
                  </a:lnTo>
                  <a:close/>
                  <a:moveTo>
                    <a:pt x="5655" y="15853"/>
                  </a:moveTo>
                  <a:lnTo>
                    <a:pt x="5655" y="17367"/>
                  </a:lnTo>
                  <a:lnTo>
                    <a:pt x="4139" y="17367"/>
                  </a:lnTo>
                  <a:lnTo>
                    <a:pt x="4139" y="15853"/>
                  </a:lnTo>
                  <a:close/>
                  <a:moveTo>
                    <a:pt x="7349" y="15853"/>
                  </a:moveTo>
                  <a:lnTo>
                    <a:pt x="7349" y="17367"/>
                  </a:lnTo>
                  <a:lnTo>
                    <a:pt x="5835" y="17367"/>
                  </a:lnTo>
                  <a:lnTo>
                    <a:pt x="5835" y="15853"/>
                  </a:lnTo>
                  <a:close/>
                  <a:moveTo>
                    <a:pt x="9044" y="15853"/>
                  </a:moveTo>
                  <a:lnTo>
                    <a:pt x="9044" y="17367"/>
                  </a:lnTo>
                  <a:lnTo>
                    <a:pt x="7529" y="17367"/>
                  </a:lnTo>
                  <a:lnTo>
                    <a:pt x="7529" y="15853"/>
                  </a:lnTo>
                  <a:close/>
                  <a:moveTo>
                    <a:pt x="10738" y="15853"/>
                  </a:moveTo>
                  <a:lnTo>
                    <a:pt x="10738" y="17367"/>
                  </a:lnTo>
                  <a:lnTo>
                    <a:pt x="9224" y="17367"/>
                  </a:lnTo>
                  <a:lnTo>
                    <a:pt x="9224" y="15853"/>
                  </a:lnTo>
                  <a:close/>
                  <a:moveTo>
                    <a:pt x="12448" y="15853"/>
                  </a:moveTo>
                  <a:lnTo>
                    <a:pt x="12448" y="17367"/>
                  </a:lnTo>
                  <a:lnTo>
                    <a:pt x="10918" y="17367"/>
                  </a:lnTo>
                  <a:lnTo>
                    <a:pt x="10918" y="15853"/>
                  </a:lnTo>
                  <a:close/>
                  <a:moveTo>
                    <a:pt x="14143" y="15853"/>
                  </a:moveTo>
                  <a:lnTo>
                    <a:pt x="14143" y="17367"/>
                  </a:lnTo>
                  <a:lnTo>
                    <a:pt x="12613" y="17367"/>
                  </a:lnTo>
                  <a:lnTo>
                    <a:pt x="12613" y="15853"/>
                  </a:lnTo>
                  <a:close/>
                  <a:moveTo>
                    <a:pt x="15837" y="15853"/>
                  </a:moveTo>
                  <a:lnTo>
                    <a:pt x="15837" y="17367"/>
                  </a:lnTo>
                  <a:lnTo>
                    <a:pt x="14307" y="17367"/>
                  </a:lnTo>
                  <a:lnTo>
                    <a:pt x="14307" y="15853"/>
                  </a:lnTo>
                  <a:close/>
                  <a:moveTo>
                    <a:pt x="17532" y="15853"/>
                  </a:moveTo>
                  <a:lnTo>
                    <a:pt x="17532" y="17367"/>
                  </a:lnTo>
                  <a:lnTo>
                    <a:pt x="16003" y="17367"/>
                  </a:lnTo>
                  <a:lnTo>
                    <a:pt x="16003" y="15853"/>
                  </a:lnTo>
                  <a:close/>
                  <a:moveTo>
                    <a:pt x="19227" y="15853"/>
                  </a:moveTo>
                  <a:lnTo>
                    <a:pt x="19227" y="17367"/>
                  </a:lnTo>
                  <a:lnTo>
                    <a:pt x="17697" y="17367"/>
                  </a:lnTo>
                  <a:lnTo>
                    <a:pt x="17697" y="15853"/>
                  </a:lnTo>
                  <a:close/>
                  <a:moveTo>
                    <a:pt x="20922" y="15853"/>
                  </a:moveTo>
                  <a:lnTo>
                    <a:pt x="20922" y="17367"/>
                  </a:lnTo>
                  <a:lnTo>
                    <a:pt x="19392" y="17367"/>
                  </a:lnTo>
                  <a:lnTo>
                    <a:pt x="19392" y="15853"/>
                  </a:lnTo>
                  <a:close/>
                  <a:moveTo>
                    <a:pt x="22406" y="15853"/>
                  </a:moveTo>
                  <a:lnTo>
                    <a:pt x="22406" y="17367"/>
                  </a:lnTo>
                  <a:lnTo>
                    <a:pt x="21086" y="17367"/>
                  </a:lnTo>
                  <a:lnTo>
                    <a:pt x="21086" y="15853"/>
                  </a:lnTo>
                  <a:close/>
                  <a:moveTo>
                    <a:pt x="24101" y="15853"/>
                  </a:moveTo>
                  <a:lnTo>
                    <a:pt x="24101" y="17367"/>
                  </a:lnTo>
                  <a:lnTo>
                    <a:pt x="22586" y="17367"/>
                  </a:lnTo>
                  <a:lnTo>
                    <a:pt x="22586" y="15853"/>
                  </a:lnTo>
                  <a:close/>
                  <a:moveTo>
                    <a:pt x="25795" y="15853"/>
                  </a:moveTo>
                  <a:lnTo>
                    <a:pt x="25795" y="17367"/>
                  </a:lnTo>
                  <a:lnTo>
                    <a:pt x="24281" y="17367"/>
                  </a:lnTo>
                  <a:lnTo>
                    <a:pt x="24281" y="15853"/>
                  </a:lnTo>
                  <a:close/>
                  <a:moveTo>
                    <a:pt x="27281" y="15853"/>
                  </a:moveTo>
                  <a:lnTo>
                    <a:pt x="27281" y="17367"/>
                  </a:lnTo>
                  <a:lnTo>
                    <a:pt x="25975" y="17367"/>
                  </a:lnTo>
                  <a:lnTo>
                    <a:pt x="25975" y="15853"/>
                  </a:lnTo>
                  <a:close/>
                  <a:moveTo>
                    <a:pt x="28990" y="15853"/>
                  </a:moveTo>
                  <a:lnTo>
                    <a:pt x="28990" y="17367"/>
                  </a:lnTo>
                  <a:lnTo>
                    <a:pt x="27461" y="17367"/>
                  </a:lnTo>
                  <a:lnTo>
                    <a:pt x="27461" y="15853"/>
                  </a:lnTo>
                  <a:close/>
                  <a:moveTo>
                    <a:pt x="30670" y="15853"/>
                  </a:moveTo>
                  <a:lnTo>
                    <a:pt x="30670" y="17367"/>
                  </a:lnTo>
                  <a:lnTo>
                    <a:pt x="29155" y="17367"/>
                  </a:lnTo>
                  <a:lnTo>
                    <a:pt x="29155" y="15853"/>
                  </a:lnTo>
                  <a:close/>
                  <a:moveTo>
                    <a:pt x="2265" y="17547"/>
                  </a:moveTo>
                  <a:lnTo>
                    <a:pt x="2265" y="19062"/>
                  </a:lnTo>
                  <a:lnTo>
                    <a:pt x="750" y="19062"/>
                  </a:lnTo>
                  <a:lnTo>
                    <a:pt x="750" y="17547"/>
                  </a:lnTo>
                  <a:close/>
                  <a:moveTo>
                    <a:pt x="3959" y="17547"/>
                  </a:moveTo>
                  <a:lnTo>
                    <a:pt x="3959" y="19062"/>
                  </a:lnTo>
                  <a:lnTo>
                    <a:pt x="2445" y="19062"/>
                  </a:lnTo>
                  <a:lnTo>
                    <a:pt x="2445" y="17547"/>
                  </a:lnTo>
                  <a:close/>
                  <a:moveTo>
                    <a:pt x="5655" y="17547"/>
                  </a:moveTo>
                  <a:lnTo>
                    <a:pt x="5655" y="19062"/>
                  </a:lnTo>
                  <a:lnTo>
                    <a:pt x="4139" y="19062"/>
                  </a:lnTo>
                  <a:lnTo>
                    <a:pt x="4139" y="17547"/>
                  </a:lnTo>
                  <a:close/>
                  <a:moveTo>
                    <a:pt x="7349" y="17547"/>
                  </a:moveTo>
                  <a:lnTo>
                    <a:pt x="7349" y="19062"/>
                  </a:lnTo>
                  <a:lnTo>
                    <a:pt x="5835" y="19062"/>
                  </a:lnTo>
                  <a:lnTo>
                    <a:pt x="5835" y="17547"/>
                  </a:lnTo>
                  <a:close/>
                  <a:moveTo>
                    <a:pt x="9044" y="17547"/>
                  </a:moveTo>
                  <a:lnTo>
                    <a:pt x="9044" y="19062"/>
                  </a:lnTo>
                  <a:lnTo>
                    <a:pt x="7529" y="19062"/>
                  </a:lnTo>
                  <a:lnTo>
                    <a:pt x="7529" y="17547"/>
                  </a:lnTo>
                  <a:close/>
                  <a:moveTo>
                    <a:pt x="10738" y="17547"/>
                  </a:moveTo>
                  <a:lnTo>
                    <a:pt x="10738" y="19062"/>
                  </a:lnTo>
                  <a:lnTo>
                    <a:pt x="9224" y="19062"/>
                  </a:lnTo>
                  <a:lnTo>
                    <a:pt x="9224" y="17547"/>
                  </a:lnTo>
                  <a:close/>
                  <a:moveTo>
                    <a:pt x="12448" y="17547"/>
                  </a:moveTo>
                  <a:lnTo>
                    <a:pt x="12448" y="19062"/>
                  </a:lnTo>
                  <a:lnTo>
                    <a:pt x="10918" y="19062"/>
                  </a:lnTo>
                  <a:lnTo>
                    <a:pt x="10918" y="17547"/>
                  </a:lnTo>
                  <a:close/>
                  <a:moveTo>
                    <a:pt x="14143" y="17547"/>
                  </a:moveTo>
                  <a:lnTo>
                    <a:pt x="14143" y="19062"/>
                  </a:lnTo>
                  <a:lnTo>
                    <a:pt x="12613" y="19062"/>
                  </a:lnTo>
                  <a:lnTo>
                    <a:pt x="12613" y="17547"/>
                  </a:lnTo>
                  <a:close/>
                  <a:moveTo>
                    <a:pt x="15837" y="17547"/>
                  </a:moveTo>
                  <a:lnTo>
                    <a:pt x="15837" y="19062"/>
                  </a:lnTo>
                  <a:lnTo>
                    <a:pt x="14307" y="19062"/>
                  </a:lnTo>
                  <a:lnTo>
                    <a:pt x="14307" y="17547"/>
                  </a:lnTo>
                  <a:close/>
                  <a:moveTo>
                    <a:pt x="17532" y="17547"/>
                  </a:moveTo>
                  <a:lnTo>
                    <a:pt x="17532" y="19062"/>
                  </a:lnTo>
                  <a:lnTo>
                    <a:pt x="16003" y="19062"/>
                  </a:lnTo>
                  <a:lnTo>
                    <a:pt x="16003" y="17547"/>
                  </a:lnTo>
                  <a:close/>
                  <a:moveTo>
                    <a:pt x="19227" y="17547"/>
                  </a:moveTo>
                  <a:lnTo>
                    <a:pt x="19227" y="19062"/>
                  </a:lnTo>
                  <a:lnTo>
                    <a:pt x="17697" y="19062"/>
                  </a:lnTo>
                  <a:lnTo>
                    <a:pt x="17697" y="17547"/>
                  </a:lnTo>
                  <a:close/>
                  <a:moveTo>
                    <a:pt x="20922" y="17547"/>
                  </a:moveTo>
                  <a:lnTo>
                    <a:pt x="20922" y="19062"/>
                  </a:lnTo>
                  <a:lnTo>
                    <a:pt x="19392" y="19062"/>
                  </a:lnTo>
                  <a:lnTo>
                    <a:pt x="19392" y="17547"/>
                  </a:lnTo>
                  <a:close/>
                  <a:moveTo>
                    <a:pt x="22406" y="17547"/>
                  </a:moveTo>
                  <a:lnTo>
                    <a:pt x="22406" y="19062"/>
                  </a:lnTo>
                  <a:lnTo>
                    <a:pt x="21086" y="19062"/>
                  </a:lnTo>
                  <a:lnTo>
                    <a:pt x="21086" y="17547"/>
                  </a:lnTo>
                  <a:close/>
                  <a:moveTo>
                    <a:pt x="24101" y="17547"/>
                  </a:moveTo>
                  <a:lnTo>
                    <a:pt x="24101" y="19062"/>
                  </a:lnTo>
                  <a:lnTo>
                    <a:pt x="22586" y="19062"/>
                  </a:lnTo>
                  <a:lnTo>
                    <a:pt x="22586" y="17547"/>
                  </a:lnTo>
                  <a:close/>
                  <a:moveTo>
                    <a:pt x="25795" y="17547"/>
                  </a:moveTo>
                  <a:lnTo>
                    <a:pt x="25795" y="19062"/>
                  </a:lnTo>
                  <a:lnTo>
                    <a:pt x="24281" y="19062"/>
                  </a:lnTo>
                  <a:lnTo>
                    <a:pt x="24281" y="17547"/>
                  </a:lnTo>
                  <a:close/>
                  <a:moveTo>
                    <a:pt x="27281" y="17547"/>
                  </a:moveTo>
                  <a:lnTo>
                    <a:pt x="27281" y="19062"/>
                  </a:lnTo>
                  <a:lnTo>
                    <a:pt x="25975" y="19062"/>
                  </a:lnTo>
                  <a:lnTo>
                    <a:pt x="25975" y="17547"/>
                  </a:lnTo>
                  <a:close/>
                  <a:moveTo>
                    <a:pt x="28990" y="17547"/>
                  </a:moveTo>
                  <a:lnTo>
                    <a:pt x="28990" y="19062"/>
                  </a:lnTo>
                  <a:lnTo>
                    <a:pt x="27461" y="19062"/>
                  </a:lnTo>
                  <a:lnTo>
                    <a:pt x="27461" y="17547"/>
                  </a:lnTo>
                  <a:close/>
                  <a:moveTo>
                    <a:pt x="30670" y="17547"/>
                  </a:moveTo>
                  <a:lnTo>
                    <a:pt x="30670" y="19062"/>
                  </a:lnTo>
                  <a:lnTo>
                    <a:pt x="29155" y="19062"/>
                  </a:lnTo>
                  <a:lnTo>
                    <a:pt x="29155" y="17547"/>
                  </a:lnTo>
                  <a:close/>
                  <a:moveTo>
                    <a:pt x="3959" y="19242"/>
                  </a:moveTo>
                  <a:lnTo>
                    <a:pt x="3959" y="20756"/>
                  </a:lnTo>
                  <a:lnTo>
                    <a:pt x="2445" y="20756"/>
                  </a:lnTo>
                  <a:lnTo>
                    <a:pt x="2445" y="19242"/>
                  </a:lnTo>
                  <a:close/>
                  <a:moveTo>
                    <a:pt x="5655" y="19242"/>
                  </a:moveTo>
                  <a:lnTo>
                    <a:pt x="5655" y="20756"/>
                  </a:lnTo>
                  <a:lnTo>
                    <a:pt x="4139" y="20756"/>
                  </a:lnTo>
                  <a:lnTo>
                    <a:pt x="4139" y="19242"/>
                  </a:lnTo>
                  <a:close/>
                  <a:moveTo>
                    <a:pt x="7349" y="19242"/>
                  </a:moveTo>
                  <a:lnTo>
                    <a:pt x="7349" y="20756"/>
                  </a:lnTo>
                  <a:lnTo>
                    <a:pt x="5835" y="20756"/>
                  </a:lnTo>
                  <a:lnTo>
                    <a:pt x="5835" y="19242"/>
                  </a:lnTo>
                  <a:close/>
                  <a:moveTo>
                    <a:pt x="9044" y="19242"/>
                  </a:moveTo>
                  <a:lnTo>
                    <a:pt x="9044" y="20756"/>
                  </a:lnTo>
                  <a:lnTo>
                    <a:pt x="7529" y="20756"/>
                  </a:lnTo>
                  <a:lnTo>
                    <a:pt x="7529" y="19242"/>
                  </a:lnTo>
                  <a:close/>
                  <a:moveTo>
                    <a:pt x="10738" y="19242"/>
                  </a:moveTo>
                  <a:lnTo>
                    <a:pt x="10738" y="20756"/>
                  </a:lnTo>
                  <a:lnTo>
                    <a:pt x="9224" y="20756"/>
                  </a:lnTo>
                  <a:lnTo>
                    <a:pt x="9224" y="19242"/>
                  </a:lnTo>
                  <a:close/>
                  <a:moveTo>
                    <a:pt x="12448" y="19242"/>
                  </a:moveTo>
                  <a:lnTo>
                    <a:pt x="12448" y="20756"/>
                  </a:lnTo>
                  <a:lnTo>
                    <a:pt x="10918" y="20756"/>
                  </a:lnTo>
                  <a:lnTo>
                    <a:pt x="10918" y="19242"/>
                  </a:lnTo>
                  <a:close/>
                  <a:moveTo>
                    <a:pt x="14143" y="19242"/>
                  </a:moveTo>
                  <a:lnTo>
                    <a:pt x="14143" y="20756"/>
                  </a:lnTo>
                  <a:lnTo>
                    <a:pt x="12613" y="20756"/>
                  </a:lnTo>
                  <a:lnTo>
                    <a:pt x="12613" y="19242"/>
                  </a:lnTo>
                  <a:close/>
                  <a:moveTo>
                    <a:pt x="15837" y="19242"/>
                  </a:moveTo>
                  <a:lnTo>
                    <a:pt x="15837" y="20756"/>
                  </a:lnTo>
                  <a:lnTo>
                    <a:pt x="14307" y="20756"/>
                  </a:lnTo>
                  <a:lnTo>
                    <a:pt x="14307" y="19242"/>
                  </a:lnTo>
                  <a:close/>
                  <a:moveTo>
                    <a:pt x="17532" y="19242"/>
                  </a:moveTo>
                  <a:lnTo>
                    <a:pt x="17532" y="20756"/>
                  </a:lnTo>
                  <a:lnTo>
                    <a:pt x="16003" y="20756"/>
                  </a:lnTo>
                  <a:lnTo>
                    <a:pt x="16003" y="19242"/>
                  </a:lnTo>
                  <a:close/>
                  <a:moveTo>
                    <a:pt x="19227" y="19242"/>
                  </a:moveTo>
                  <a:lnTo>
                    <a:pt x="19227" y="20756"/>
                  </a:lnTo>
                  <a:lnTo>
                    <a:pt x="17697" y="20756"/>
                  </a:lnTo>
                  <a:lnTo>
                    <a:pt x="17697" y="19242"/>
                  </a:lnTo>
                  <a:close/>
                  <a:moveTo>
                    <a:pt x="20922" y="19242"/>
                  </a:moveTo>
                  <a:lnTo>
                    <a:pt x="20922" y="20756"/>
                  </a:lnTo>
                  <a:lnTo>
                    <a:pt x="19392" y="20756"/>
                  </a:lnTo>
                  <a:lnTo>
                    <a:pt x="19392" y="19242"/>
                  </a:lnTo>
                  <a:close/>
                  <a:moveTo>
                    <a:pt x="22406" y="19242"/>
                  </a:moveTo>
                  <a:lnTo>
                    <a:pt x="22406" y="20756"/>
                  </a:lnTo>
                  <a:lnTo>
                    <a:pt x="21086" y="20756"/>
                  </a:lnTo>
                  <a:lnTo>
                    <a:pt x="21086" y="19242"/>
                  </a:lnTo>
                  <a:close/>
                  <a:moveTo>
                    <a:pt x="24101" y="19242"/>
                  </a:moveTo>
                  <a:lnTo>
                    <a:pt x="24101" y="20756"/>
                  </a:lnTo>
                  <a:lnTo>
                    <a:pt x="22586" y="20756"/>
                  </a:lnTo>
                  <a:lnTo>
                    <a:pt x="22586" y="19242"/>
                  </a:lnTo>
                  <a:close/>
                  <a:moveTo>
                    <a:pt x="25795" y="19242"/>
                  </a:moveTo>
                  <a:lnTo>
                    <a:pt x="25795" y="20756"/>
                  </a:lnTo>
                  <a:lnTo>
                    <a:pt x="24281" y="20756"/>
                  </a:lnTo>
                  <a:lnTo>
                    <a:pt x="24281" y="19242"/>
                  </a:lnTo>
                  <a:close/>
                  <a:moveTo>
                    <a:pt x="27281" y="19242"/>
                  </a:moveTo>
                  <a:lnTo>
                    <a:pt x="27281" y="20756"/>
                  </a:lnTo>
                  <a:lnTo>
                    <a:pt x="25975" y="20756"/>
                  </a:lnTo>
                  <a:lnTo>
                    <a:pt x="25975" y="19242"/>
                  </a:lnTo>
                  <a:close/>
                  <a:moveTo>
                    <a:pt x="28990" y="19242"/>
                  </a:moveTo>
                  <a:lnTo>
                    <a:pt x="28990" y="20756"/>
                  </a:lnTo>
                  <a:lnTo>
                    <a:pt x="27461" y="20756"/>
                  </a:lnTo>
                  <a:lnTo>
                    <a:pt x="27461" y="19242"/>
                  </a:lnTo>
                  <a:close/>
                  <a:moveTo>
                    <a:pt x="30670" y="19242"/>
                  </a:moveTo>
                  <a:lnTo>
                    <a:pt x="30670" y="20756"/>
                  </a:lnTo>
                  <a:lnTo>
                    <a:pt x="29155" y="20756"/>
                  </a:lnTo>
                  <a:lnTo>
                    <a:pt x="29155" y="19242"/>
                  </a:lnTo>
                  <a:close/>
                  <a:moveTo>
                    <a:pt x="3959" y="20936"/>
                  </a:moveTo>
                  <a:lnTo>
                    <a:pt x="3959" y="22451"/>
                  </a:lnTo>
                  <a:lnTo>
                    <a:pt x="2445" y="22451"/>
                  </a:lnTo>
                  <a:lnTo>
                    <a:pt x="2445" y="20936"/>
                  </a:lnTo>
                  <a:close/>
                  <a:moveTo>
                    <a:pt x="5655" y="20936"/>
                  </a:moveTo>
                  <a:lnTo>
                    <a:pt x="5655" y="22451"/>
                  </a:lnTo>
                  <a:lnTo>
                    <a:pt x="4139" y="22451"/>
                  </a:lnTo>
                  <a:lnTo>
                    <a:pt x="4139" y="20936"/>
                  </a:lnTo>
                  <a:close/>
                  <a:moveTo>
                    <a:pt x="7349" y="20936"/>
                  </a:moveTo>
                  <a:lnTo>
                    <a:pt x="7349" y="22451"/>
                  </a:lnTo>
                  <a:lnTo>
                    <a:pt x="5835" y="22451"/>
                  </a:lnTo>
                  <a:lnTo>
                    <a:pt x="5835" y="20936"/>
                  </a:lnTo>
                  <a:close/>
                  <a:moveTo>
                    <a:pt x="9044" y="20936"/>
                  </a:moveTo>
                  <a:lnTo>
                    <a:pt x="9044" y="22451"/>
                  </a:lnTo>
                  <a:lnTo>
                    <a:pt x="7529" y="22451"/>
                  </a:lnTo>
                  <a:lnTo>
                    <a:pt x="7529" y="20936"/>
                  </a:lnTo>
                  <a:close/>
                  <a:moveTo>
                    <a:pt x="10738" y="20936"/>
                  </a:moveTo>
                  <a:lnTo>
                    <a:pt x="10738" y="22451"/>
                  </a:lnTo>
                  <a:lnTo>
                    <a:pt x="9224" y="22451"/>
                  </a:lnTo>
                  <a:lnTo>
                    <a:pt x="9224" y="20936"/>
                  </a:lnTo>
                  <a:close/>
                  <a:moveTo>
                    <a:pt x="12448" y="20936"/>
                  </a:moveTo>
                  <a:lnTo>
                    <a:pt x="12448" y="22451"/>
                  </a:lnTo>
                  <a:lnTo>
                    <a:pt x="10918" y="22451"/>
                  </a:lnTo>
                  <a:lnTo>
                    <a:pt x="10918" y="20936"/>
                  </a:lnTo>
                  <a:close/>
                  <a:moveTo>
                    <a:pt x="14143" y="20936"/>
                  </a:moveTo>
                  <a:lnTo>
                    <a:pt x="14143" y="22451"/>
                  </a:lnTo>
                  <a:lnTo>
                    <a:pt x="12613" y="22451"/>
                  </a:lnTo>
                  <a:lnTo>
                    <a:pt x="12613" y="20936"/>
                  </a:lnTo>
                  <a:close/>
                  <a:moveTo>
                    <a:pt x="15837" y="20936"/>
                  </a:moveTo>
                  <a:lnTo>
                    <a:pt x="15837" y="22451"/>
                  </a:lnTo>
                  <a:lnTo>
                    <a:pt x="14307" y="22451"/>
                  </a:lnTo>
                  <a:lnTo>
                    <a:pt x="14307" y="20936"/>
                  </a:lnTo>
                  <a:close/>
                  <a:moveTo>
                    <a:pt x="17532" y="20936"/>
                  </a:moveTo>
                  <a:lnTo>
                    <a:pt x="17532" y="22451"/>
                  </a:lnTo>
                  <a:lnTo>
                    <a:pt x="16003" y="22451"/>
                  </a:lnTo>
                  <a:lnTo>
                    <a:pt x="16003" y="20936"/>
                  </a:lnTo>
                  <a:close/>
                  <a:moveTo>
                    <a:pt x="19227" y="20936"/>
                  </a:moveTo>
                  <a:lnTo>
                    <a:pt x="19227" y="22451"/>
                  </a:lnTo>
                  <a:lnTo>
                    <a:pt x="17697" y="22451"/>
                  </a:lnTo>
                  <a:lnTo>
                    <a:pt x="17697" y="20936"/>
                  </a:lnTo>
                  <a:close/>
                  <a:moveTo>
                    <a:pt x="20922" y="20936"/>
                  </a:moveTo>
                  <a:lnTo>
                    <a:pt x="20922" y="22451"/>
                  </a:lnTo>
                  <a:lnTo>
                    <a:pt x="19392" y="22451"/>
                  </a:lnTo>
                  <a:lnTo>
                    <a:pt x="19392" y="20936"/>
                  </a:lnTo>
                  <a:close/>
                  <a:moveTo>
                    <a:pt x="22406" y="20936"/>
                  </a:moveTo>
                  <a:lnTo>
                    <a:pt x="22406" y="22451"/>
                  </a:lnTo>
                  <a:lnTo>
                    <a:pt x="21086" y="22451"/>
                  </a:lnTo>
                  <a:lnTo>
                    <a:pt x="21086" y="20936"/>
                  </a:lnTo>
                  <a:close/>
                  <a:moveTo>
                    <a:pt x="24101" y="20936"/>
                  </a:moveTo>
                  <a:lnTo>
                    <a:pt x="24101" y="22451"/>
                  </a:lnTo>
                  <a:lnTo>
                    <a:pt x="22586" y="22451"/>
                  </a:lnTo>
                  <a:lnTo>
                    <a:pt x="22586" y="20936"/>
                  </a:lnTo>
                  <a:close/>
                  <a:moveTo>
                    <a:pt x="25795" y="20936"/>
                  </a:moveTo>
                  <a:lnTo>
                    <a:pt x="25795" y="22451"/>
                  </a:lnTo>
                  <a:lnTo>
                    <a:pt x="24281" y="22451"/>
                  </a:lnTo>
                  <a:lnTo>
                    <a:pt x="24281" y="20936"/>
                  </a:lnTo>
                  <a:close/>
                  <a:moveTo>
                    <a:pt x="27281" y="20936"/>
                  </a:moveTo>
                  <a:lnTo>
                    <a:pt x="27281" y="22451"/>
                  </a:lnTo>
                  <a:lnTo>
                    <a:pt x="25975" y="22451"/>
                  </a:lnTo>
                  <a:lnTo>
                    <a:pt x="25975" y="20936"/>
                  </a:lnTo>
                  <a:close/>
                  <a:moveTo>
                    <a:pt x="28990" y="20936"/>
                  </a:moveTo>
                  <a:lnTo>
                    <a:pt x="28990" y="22451"/>
                  </a:lnTo>
                  <a:lnTo>
                    <a:pt x="27461" y="22451"/>
                  </a:lnTo>
                  <a:lnTo>
                    <a:pt x="27461" y="20936"/>
                  </a:lnTo>
                  <a:close/>
                  <a:moveTo>
                    <a:pt x="30670" y="20936"/>
                  </a:moveTo>
                  <a:lnTo>
                    <a:pt x="30670" y="22451"/>
                  </a:lnTo>
                  <a:lnTo>
                    <a:pt x="29155" y="22451"/>
                  </a:lnTo>
                  <a:lnTo>
                    <a:pt x="29155" y="20936"/>
                  </a:lnTo>
                  <a:close/>
                  <a:moveTo>
                    <a:pt x="3959" y="22631"/>
                  </a:moveTo>
                  <a:lnTo>
                    <a:pt x="3959" y="24145"/>
                  </a:lnTo>
                  <a:lnTo>
                    <a:pt x="2445" y="24145"/>
                  </a:lnTo>
                  <a:lnTo>
                    <a:pt x="2445" y="22631"/>
                  </a:lnTo>
                  <a:close/>
                  <a:moveTo>
                    <a:pt x="5655" y="22631"/>
                  </a:moveTo>
                  <a:lnTo>
                    <a:pt x="5655" y="24145"/>
                  </a:lnTo>
                  <a:lnTo>
                    <a:pt x="4139" y="24145"/>
                  </a:lnTo>
                  <a:lnTo>
                    <a:pt x="4139" y="22631"/>
                  </a:lnTo>
                  <a:close/>
                  <a:moveTo>
                    <a:pt x="7349" y="22631"/>
                  </a:moveTo>
                  <a:lnTo>
                    <a:pt x="7349" y="24145"/>
                  </a:lnTo>
                  <a:lnTo>
                    <a:pt x="5835" y="24145"/>
                  </a:lnTo>
                  <a:lnTo>
                    <a:pt x="5835" y="22631"/>
                  </a:lnTo>
                  <a:close/>
                  <a:moveTo>
                    <a:pt x="9044" y="22631"/>
                  </a:moveTo>
                  <a:lnTo>
                    <a:pt x="9044" y="24145"/>
                  </a:lnTo>
                  <a:lnTo>
                    <a:pt x="7529" y="24145"/>
                  </a:lnTo>
                  <a:lnTo>
                    <a:pt x="7529" y="22631"/>
                  </a:lnTo>
                  <a:close/>
                  <a:moveTo>
                    <a:pt x="10738" y="22631"/>
                  </a:moveTo>
                  <a:lnTo>
                    <a:pt x="10738" y="24145"/>
                  </a:lnTo>
                  <a:lnTo>
                    <a:pt x="9224" y="24145"/>
                  </a:lnTo>
                  <a:lnTo>
                    <a:pt x="9224" y="22631"/>
                  </a:lnTo>
                  <a:close/>
                  <a:moveTo>
                    <a:pt x="12448" y="22631"/>
                  </a:moveTo>
                  <a:lnTo>
                    <a:pt x="12448" y="24145"/>
                  </a:lnTo>
                  <a:lnTo>
                    <a:pt x="10918" y="24145"/>
                  </a:lnTo>
                  <a:lnTo>
                    <a:pt x="10918" y="22631"/>
                  </a:lnTo>
                  <a:close/>
                  <a:moveTo>
                    <a:pt x="14143" y="22631"/>
                  </a:moveTo>
                  <a:lnTo>
                    <a:pt x="14143" y="24145"/>
                  </a:lnTo>
                  <a:lnTo>
                    <a:pt x="12613" y="24145"/>
                  </a:lnTo>
                  <a:lnTo>
                    <a:pt x="12613" y="22631"/>
                  </a:lnTo>
                  <a:close/>
                  <a:moveTo>
                    <a:pt x="15837" y="22631"/>
                  </a:moveTo>
                  <a:lnTo>
                    <a:pt x="15837" y="24145"/>
                  </a:lnTo>
                  <a:lnTo>
                    <a:pt x="14307" y="24145"/>
                  </a:lnTo>
                  <a:lnTo>
                    <a:pt x="14307" y="22631"/>
                  </a:lnTo>
                  <a:close/>
                  <a:moveTo>
                    <a:pt x="17532" y="22631"/>
                  </a:moveTo>
                  <a:lnTo>
                    <a:pt x="17532" y="24145"/>
                  </a:lnTo>
                  <a:lnTo>
                    <a:pt x="16003" y="24145"/>
                  </a:lnTo>
                  <a:lnTo>
                    <a:pt x="16003" y="22631"/>
                  </a:lnTo>
                  <a:close/>
                  <a:moveTo>
                    <a:pt x="19227" y="22631"/>
                  </a:moveTo>
                  <a:lnTo>
                    <a:pt x="19227" y="24145"/>
                  </a:lnTo>
                  <a:lnTo>
                    <a:pt x="17697" y="24145"/>
                  </a:lnTo>
                  <a:lnTo>
                    <a:pt x="17697" y="22631"/>
                  </a:lnTo>
                  <a:close/>
                  <a:moveTo>
                    <a:pt x="20922" y="22631"/>
                  </a:moveTo>
                  <a:lnTo>
                    <a:pt x="20922" y="24145"/>
                  </a:lnTo>
                  <a:lnTo>
                    <a:pt x="19392" y="24145"/>
                  </a:lnTo>
                  <a:lnTo>
                    <a:pt x="19392" y="22631"/>
                  </a:lnTo>
                  <a:close/>
                  <a:moveTo>
                    <a:pt x="22406" y="22631"/>
                  </a:moveTo>
                  <a:lnTo>
                    <a:pt x="22406" y="24145"/>
                  </a:lnTo>
                  <a:lnTo>
                    <a:pt x="21086" y="24145"/>
                  </a:lnTo>
                  <a:lnTo>
                    <a:pt x="21086" y="22631"/>
                  </a:lnTo>
                  <a:close/>
                  <a:moveTo>
                    <a:pt x="24101" y="22631"/>
                  </a:moveTo>
                  <a:lnTo>
                    <a:pt x="24101" y="24145"/>
                  </a:lnTo>
                  <a:lnTo>
                    <a:pt x="22586" y="24145"/>
                  </a:lnTo>
                  <a:lnTo>
                    <a:pt x="22586" y="22631"/>
                  </a:lnTo>
                  <a:close/>
                  <a:moveTo>
                    <a:pt x="25795" y="22631"/>
                  </a:moveTo>
                  <a:lnTo>
                    <a:pt x="25795" y="24145"/>
                  </a:lnTo>
                  <a:lnTo>
                    <a:pt x="24281" y="24145"/>
                  </a:lnTo>
                  <a:lnTo>
                    <a:pt x="24281" y="22631"/>
                  </a:lnTo>
                  <a:close/>
                  <a:moveTo>
                    <a:pt x="27281" y="22631"/>
                  </a:moveTo>
                  <a:lnTo>
                    <a:pt x="27281" y="24145"/>
                  </a:lnTo>
                  <a:lnTo>
                    <a:pt x="25975" y="24145"/>
                  </a:lnTo>
                  <a:lnTo>
                    <a:pt x="25975" y="22631"/>
                  </a:lnTo>
                  <a:close/>
                  <a:moveTo>
                    <a:pt x="28990" y="22631"/>
                  </a:moveTo>
                  <a:lnTo>
                    <a:pt x="28990" y="24145"/>
                  </a:lnTo>
                  <a:lnTo>
                    <a:pt x="27461" y="24145"/>
                  </a:lnTo>
                  <a:lnTo>
                    <a:pt x="27461" y="22631"/>
                  </a:lnTo>
                  <a:close/>
                  <a:moveTo>
                    <a:pt x="30670" y="22631"/>
                  </a:moveTo>
                  <a:lnTo>
                    <a:pt x="30670" y="24145"/>
                  </a:lnTo>
                  <a:lnTo>
                    <a:pt x="29155" y="24145"/>
                  </a:lnTo>
                  <a:lnTo>
                    <a:pt x="29155" y="22631"/>
                  </a:lnTo>
                  <a:close/>
                  <a:moveTo>
                    <a:pt x="3959" y="24325"/>
                  </a:moveTo>
                  <a:lnTo>
                    <a:pt x="3959" y="25841"/>
                  </a:lnTo>
                  <a:lnTo>
                    <a:pt x="2445" y="25841"/>
                  </a:lnTo>
                  <a:lnTo>
                    <a:pt x="2445" y="24325"/>
                  </a:lnTo>
                  <a:close/>
                  <a:moveTo>
                    <a:pt x="5655" y="24325"/>
                  </a:moveTo>
                  <a:lnTo>
                    <a:pt x="5655" y="25841"/>
                  </a:lnTo>
                  <a:lnTo>
                    <a:pt x="4139" y="25841"/>
                  </a:lnTo>
                  <a:lnTo>
                    <a:pt x="4139" y="24325"/>
                  </a:lnTo>
                  <a:close/>
                  <a:moveTo>
                    <a:pt x="7349" y="24325"/>
                  </a:moveTo>
                  <a:lnTo>
                    <a:pt x="7349" y="25841"/>
                  </a:lnTo>
                  <a:lnTo>
                    <a:pt x="5835" y="25841"/>
                  </a:lnTo>
                  <a:lnTo>
                    <a:pt x="5835" y="24325"/>
                  </a:lnTo>
                  <a:close/>
                  <a:moveTo>
                    <a:pt x="9044" y="24325"/>
                  </a:moveTo>
                  <a:lnTo>
                    <a:pt x="9044" y="25841"/>
                  </a:lnTo>
                  <a:lnTo>
                    <a:pt x="7529" y="25841"/>
                  </a:lnTo>
                  <a:lnTo>
                    <a:pt x="7529" y="24325"/>
                  </a:lnTo>
                  <a:close/>
                  <a:moveTo>
                    <a:pt x="10738" y="24325"/>
                  </a:moveTo>
                  <a:lnTo>
                    <a:pt x="10738" y="25841"/>
                  </a:lnTo>
                  <a:lnTo>
                    <a:pt x="9224" y="25841"/>
                  </a:lnTo>
                  <a:lnTo>
                    <a:pt x="9224" y="24325"/>
                  </a:lnTo>
                  <a:close/>
                  <a:moveTo>
                    <a:pt x="12448" y="24325"/>
                  </a:moveTo>
                  <a:lnTo>
                    <a:pt x="12448" y="25841"/>
                  </a:lnTo>
                  <a:lnTo>
                    <a:pt x="10918" y="25841"/>
                  </a:lnTo>
                  <a:lnTo>
                    <a:pt x="10918" y="24325"/>
                  </a:lnTo>
                  <a:close/>
                  <a:moveTo>
                    <a:pt x="14143" y="24325"/>
                  </a:moveTo>
                  <a:lnTo>
                    <a:pt x="14143" y="25841"/>
                  </a:lnTo>
                  <a:lnTo>
                    <a:pt x="12613" y="25841"/>
                  </a:lnTo>
                  <a:lnTo>
                    <a:pt x="12613" y="24325"/>
                  </a:lnTo>
                  <a:close/>
                  <a:moveTo>
                    <a:pt x="15837" y="24325"/>
                  </a:moveTo>
                  <a:lnTo>
                    <a:pt x="15837" y="25841"/>
                  </a:lnTo>
                  <a:lnTo>
                    <a:pt x="14307" y="25841"/>
                  </a:lnTo>
                  <a:lnTo>
                    <a:pt x="14307" y="24325"/>
                  </a:lnTo>
                  <a:close/>
                  <a:moveTo>
                    <a:pt x="17532" y="24325"/>
                  </a:moveTo>
                  <a:lnTo>
                    <a:pt x="17532" y="25841"/>
                  </a:lnTo>
                  <a:lnTo>
                    <a:pt x="16003" y="25841"/>
                  </a:lnTo>
                  <a:lnTo>
                    <a:pt x="16003" y="24325"/>
                  </a:lnTo>
                  <a:close/>
                  <a:moveTo>
                    <a:pt x="19227" y="24325"/>
                  </a:moveTo>
                  <a:lnTo>
                    <a:pt x="19227" y="25841"/>
                  </a:lnTo>
                  <a:lnTo>
                    <a:pt x="17697" y="25841"/>
                  </a:lnTo>
                  <a:lnTo>
                    <a:pt x="17697" y="24325"/>
                  </a:lnTo>
                  <a:close/>
                  <a:moveTo>
                    <a:pt x="20922" y="24325"/>
                  </a:moveTo>
                  <a:lnTo>
                    <a:pt x="20922" y="25841"/>
                  </a:lnTo>
                  <a:lnTo>
                    <a:pt x="19392" y="25841"/>
                  </a:lnTo>
                  <a:lnTo>
                    <a:pt x="19392" y="24325"/>
                  </a:lnTo>
                  <a:close/>
                  <a:moveTo>
                    <a:pt x="22406" y="24325"/>
                  </a:moveTo>
                  <a:lnTo>
                    <a:pt x="22406" y="25841"/>
                  </a:lnTo>
                  <a:lnTo>
                    <a:pt x="21086" y="25841"/>
                  </a:lnTo>
                  <a:lnTo>
                    <a:pt x="21086" y="24325"/>
                  </a:lnTo>
                  <a:close/>
                  <a:moveTo>
                    <a:pt x="24101" y="24325"/>
                  </a:moveTo>
                  <a:lnTo>
                    <a:pt x="24101" y="25841"/>
                  </a:lnTo>
                  <a:lnTo>
                    <a:pt x="22586" y="25841"/>
                  </a:lnTo>
                  <a:lnTo>
                    <a:pt x="22586" y="24325"/>
                  </a:lnTo>
                  <a:close/>
                  <a:moveTo>
                    <a:pt x="25795" y="24325"/>
                  </a:moveTo>
                  <a:lnTo>
                    <a:pt x="25795" y="25841"/>
                  </a:lnTo>
                  <a:lnTo>
                    <a:pt x="24281" y="25841"/>
                  </a:lnTo>
                  <a:lnTo>
                    <a:pt x="24281" y="24325"/>
                  </a:lnTo>
                  <a:close/>
                  <a:moveTo>
                    <a:pt x="27281" y="24325"/>
                  </a:moveTo>
                  <a:lnTo>
                    <a:pt x="27281" y="25841"/>
                  </a:lnTo>
                  <a:lnTo>
                    <a:pt x="25975" y="25841"/>
                  </a:lnTo>
                  <a:lnTo>
                    <a:pt x="25975" y="24325"/>
                  </a:lnTo>
                  <a:close/>
                  <a:moveTo>
                    <a:pt x="28990" y="24325"/>
                  </a:moveTo>
                  <a:lnTo>
                    <a:pt x="28990" y="25841"/>
                  </a:lnTo>
                  <a:lnTo>
                    <a:pt x="27461" y="25841"/>
                  </a:lnTo>
                  <a:lnTo>
                    <a:pt x="27461" y="24325"/>
                  </a:lnTo>
                  <a:close/>
                  <a:moveTo>
                    <a:pt x="30670" y="24325"/>
                  </a:moveTo>
                  <a:lnTo>
                    <a:pt x="30670" y="25841"/>
                  </a:lnTo>
                  <a:lnTo>
                    <a:pt x="29155" y="25841"/>
                  </a:lnTo>
                  <a:lnTo>
                    <a:pt x="29155" y="24325"/>
                  </a:lnTo>
                  <a:close/>
                  <a:moveTo>
                    <a:pt x="3959" y="26021"/>
                  </a:moveTo>
                  <a:lnTo>
                    <a:pt x="3959" y="27580"/>
                  </a:lnTo>
                  <a:lnTo>
                    <a:pt x="2445" y="27580"/>
                  </a:lnTo>
                  <a:lnTo>
                    <a:pt x="2445" y="26021"/>
                  </a:lnTo>
                  <a:close/>
                  <a:moveTo>
                    <a:pt x="5655" y="26021"/>
                  </a:moveTo>
                  <a:lnTo>
                    <a:pt x="5655" y="27580"/>
                  </a:lnTo>
                  <a:lnTo>
                    <a:pt x="4139" y="27580"/>
                  </a:lnTo>
                  <a:lnTo>
                    <a:pt x="4139" y="26021"/>
                  </a:lnTo>
                  <a:close/>
                  <a:moveTo>
                    <a:pt x="7349" y="26021"/>
                  </a:moveTo>
                  <a:lnTo>
                    <a:pt x="7349" y="27580"/>
                  </a:lnTo>
                  <a:lnTo>
                    <a:pt x="5835" y="27580"/>
                  </a:lnTo>
                  <a:lnTo>
                    <a:pt x="5835" y="26021"/>
                  </a:lnTo>
                  <a:close/>
                  <a:moveTo>
                    <a:pt x="9044" y="26021"/>
                  </a:moveTo>
                  <a:lnTo>
                    <a:pt x="9044" y="27580"/>
                  </a:lnTo>
                  <a:lnTo>
                    <a:pt x="7529" y="27580"/>
                  </a:lnTo>
                  <a:lnTo>
                    <a:pt x="7529" y="26021"/>
                  </a:lnTo>
                  <a:close/>
                  <a:moveTo>
                    <a:pt x="10738" y="26021"/>
                  </a:moveTo>
                  <a:lnTo>
                    <a:pt x="10738" y="27580"/>
                  </a:lnTo>
                  <a:lnTo>
                    <a:pt x="9224" y="27580"/>
                  </a:lnTo>
                  <a:lnTo>
                    <a:pt x="9224" y="26021"/>
                  </a:lnTo>
                  <a:close/>
                  <a:moveTo>
                    <a:pt x="12448" y="26021"/>
                  </a:moveTo>
                  <a:lnTo>
                    <a:pt x="12448" y="27580"/>
                  </a:lnTo>
                  <a:lnTo>
                    <a:pt x="10918" y="27580"/>
                  </a:lnTo>
                  <a:lnTo>
                    <a:pt x="10918" y="26021"/>
                  </a:lnTo>
                  <a:close/>
                  <a:moveTo>
                    <a:pt x="14143" y="26021"/>
                  </a:moveTo>
                  <a:lnTo>
                    <a:pt x="14143" y="27580"/>
                  </a:lnTo>
                  <a:lnTo>
                    <a:pt x="12613" y="27580"/>
                  </a:lnTo>
                  <a:lnTo>
                    <a:pt x="12613" y="26021"/>
                  </a:lnTo>
                  <a:close/>
                  <a:moveTo>
                    <a:pt x="15837" y="26021"/>
                  </a:moveTo>
                  <a:lnTo>
                    <a:pt x="15837" y="27580"/>
                  </a:lnTo>
                  <a:lnTo>
                    <a:pt x="14307" y="27580"/>
                  </a:lnTo>
                  <a:lnTo>
                    <a:pt x="14307" y="26021"/>
                  </a:lnTo>
                  <a:close/>
                  <a:moveTo>
                    <a:pt x="17532" y="26021"/>
                  </a:moveTo>
                  <a:lnTo>
                    <a:pt x="17532" y="27580"/>
                  </a:lnTo>
                  <a:lnTo>
                    <a:pt x="16003" y="27580"/>
                  </a:lnTo>
                  <a:lnTo>
                    <a:pt x="16003" y="26021"/>
                  </a:lnTo>
                  <a:close/>
                  <a:moveTo>
                    <a:pt x="19227" y="26021"/>
                  </a:moveTo>
                  <a:lnTo>
                    <a:pt x="19227" y="27580"/>
                  </a:lnTo>
                  <a:lnTo>
                    <a:pt x="17697" y="27580"/>
                  </a:lnTo>
                  <a:lnTo>
                    <a:pt x="17697" y="26021"/>
                  </a:lnTo>
                  <a:close/>
                  <a:moveTo>
                    <a:pt x="20922" y="26021"/>
                  </a:moveTo>
                  <a:lnTo>
                    <a:pt x="20922" y="27580"/>
                  </a:lnTo>
                  <a:lnTo>
                    <a:pt x="19392" y="27580"/>
                  </a:lnTo>
                  <a:lnTo>
                    <a:pt x="19392" y="26021"/>
                  </a:lnTo>
                  <a:close/>
                  <a:moveTo>
                    <a:pt x="22406" y="26021"/>
                  </a:moveTo>
                  <a:lnTo>
                    <a:pt x="22406" y="27580"/>
                  </a:lnTo>
                  <a:lnTo>
                    <a:pt x="21086" y="27580"/>
                  </a:lnTo>
                  <a:lnTo>
                    <a:pt x="21086" y="26021"/>
                  </a:lnTo>
                  <a:close/>
                  <a:moveTo>
                    <a:pt x="24101" y="26021"/>
                  </a:moveTo>
                  <a:lnTo>
                    <a:pt x="24101" y="27580"/>
                  </a:lnTo>
                  <a:lnTo>
                    <a:pt x="22586" y="27580"/>
                  </a:lnTo>
                  <a:lnTo>
                    <a:pt x="22586" y="26021"/>
                  </a:lnTo>
                  <a:close/>
                  <a:moveTo>
                    <a:pt x="25795" y="26021"/>
                  </a:moveTo>
                  <a:lnTo>
                    <a:pt x="25795" y="27580"/>
                  </a:lnTo>
                  <a:lnTo>
                    <a:pt x="24281" y="27580"/>
                  </a:lnTo>
                  <a:lnTo>
                    <a:pt x="24281" y="26021"/>
                  </a:lnTo>
                  <a:close/>
                  <a:moveTo>
                    <a:pt x="27281" y="26021"/>
                  </a:moveTo>
                  <a:lnTo>
                    <a:pt x="27281" y="27580"/>
                  </a:lnTo>
                  <a:lnTo>
                    <a:pt x="25975" y="27580"/>
                  </a:lnTo>
                  <a:lnTo>
                    <a:pt x="25975" y="26021"/>
                  </a:lnTo>
                  <a:close/>
                  <a:moveTo>
                    <a:pt x="28990" y="26021"/>
                  </a:moveTo>
                  <a:lnTo>
                    <a:pt x="28990" y="27580"/>
                  </a:lnTo>
                  <a:lnTo>
                    <a:pt x="27461" y="27580"/>
                  </a:lnTo>
                  <a:lnTo>
                    <a:pt x="27461" y="26021"/>
                  </a:lnTo>
                  <a:close/>
                  <a:moveTo>
                    <a:pt x="30670" y="26021"/>
                  </a:moveTo>
                  <a:lnTo>
                    <a:pt x="30670" y="26545"/>
                  </a:lnTo>
                  <a:cubicBezTo>
                    <a:pt x="30670" y="27115"/>
                    <a:pt x="30204" y="27580"/>
                    <a:pt x="29634" y="27580"/>
                  </a:cubicBezTo>
                  <a:lnTo>
                    <a:pt x="29155" y="27580"/>
                  </a:lnTo>
                  <a:lnTo>
                    <a:pt x="29155" y="26021"/>
                  </a:lnTo>
                  <a:close/>
                  <a:moveTo>
                    <a:pt x="12448" y="0"/>
                  </a:moveTo>
                  <a:lnTo>
                    <a:pt x="12448" y="420"/>
                  </a:lnTo>
                  <a:lnTo>
                    <a:pt x="10964" y="420"/>
                  </a:lnTo>
                  <a:cubicBezTo>
                    <a:pt x="10784" y="480"/>
                    <a:pt x="10604" y="540"/>
                    <a:pt x="10424" y="586"/>
                  </a:cubicBezTo>
                  <a:lnTo>
                    <a:pt x="10738" y="586"/>
                  </a:lnTo>
                  <a:lnTo>
                    <a:pt x="10738" y="2115"/>
                  </a:lnTo>
                  <a:lnTo>
                    <a:pt x="9224" y="2115"/>
                  </a:lnTo>
                  <a:lnTo>
                    <a:pt x="9224" y="1036"/>
                  </a:lnTo>
                  <a:cubicBezTo>
                    <a:pt x="9178" y="1066"/>
                    <a:pt x="9148" y="1096"/>
                    <a:pt x="9088" y="1140"/>
                  </a:cubicBezTo>
                  <a:cubicBezTo>
                    <a:pt x="9074" y="1156"/>
                    <a:pt x="9058" y="1156"/>
                    <a:pt x="9044" y="1170"/>
                  </a:cubicBezTo>
                  <a:lnTo>
                    <a:pt x="9044" y="2115"/>
                  </a:lnTo>
                  <a:lnTo>
                    <a:pt x="7529" y="2115"/>
                  </a:lnTo>
                  <a:lnTo>
                    <a:pt x="7529" y="1605"/>
                  </a:lnTo>
                  <a:lnTo>
                    <a:pt x="7349" y="1695"/>
                  </a:lnTo>
                  <a:lnTo>
                    <a:pt x="7349" y="2115"/>
                  </a:lnTo>
                  <a:lnTo>
                    <a:pt x="7019" y="2115"/>
                  </a:lnTo>
                  <a:cubicBezTo>
                    <a:pt x="6989" y="2175"/>
                    <a:pt x="6959" y="2235"/>
                    <a:pt x="6929" y="2280"/>
                  </a:cubicBezTo>
                  <a:lnTo>
                    <a:pt x="7349" y="2280"/>
                  </a:lnTo>
                  <a:lnTo>
                    <a:pt x="7349" y="3809"/>
                  </a:lnTo>
                  <a:lnTo>
                    <a:pt x="5835" y="3809"/>
                  </a:lnTo>
                  <a:lnTo>
                    <a:pt x="5835" y="2775"/>
                  </a:lnTo>
                  <a:lnTo>
                    <a:pt x="5655" y="2820"/>
                  </a:lnTo>
                  <a:lnTo>
                    <a:pt x="5655" y="3809"/>
                  </a:lnTo>
                  <a:lnTo>
                    <a:pt x="4739" y="3809"/>
                  </a:lnTo>
                  <a:lnTo>
                    <a:pt x="4739" y="3929"/>
                  </a:lnTo>
                  <a:cubicBezTo>
                    <a:pt x="4739" y="3945"/>
                    <a:pt x="4725" y="3959"/>
                    <a:pt x="4725" y="3975"/>
                  </a:cubicBezTo>
                  <a:lnTo>
                    <a:pt x="5655" y="3975"/>
                  </a:lnTo>
                  <a:lnTo>
                    <a:pt x="5655" y="5505"/>
                  </a:lnTo>
                  <a:lnTo>
                    <a:pt x="4139" y="5505"/>
                  </a:lnTo>
                  <a:lnTo>
                    <a:pt x="4139" y="4455"/>
                  </a:lnTo>
                  <a:cubicBezTo>
                    <a:pt x="4125" y="4455"/>
                    <a:pt x="4125" y="4455"/>
                    <a:pt x="4109" y="4469"/>
                  </a:cubicBezTo>
                  <a:cubicBezTo>
                    <a:pt x="4065" y="4485"/>
                    <a:pt x="4019" y="4515"/>
                    <a:pt x="3959" y="4545"/>
                  </a:cubicBezTo>
                  <a:lnTo>
                    <a:pt x="3959" y="5505"/>
                  </a:lnTo>
                  <a:lnTo>
                    <a:pt x="2715" y="5505"/>
                  </a:lnTo>
                  <a:cubicBezTo>
                    <a:pt x="2565" y="5579"/>
                    <a:pt x="2415" y="5639"/>
                    <a:pt x="2265" y="5699"/>
                  </a:cubicBezTo>
                  <a:lnTo>
                    <a:pt x="2265" y="7199"/>
                  </a:lnTo>
                  <a:lnTo>
                    <a:pt x="1216" y="7199"/>
                  </a:lnTo>
                  <a:cubicBezTo>
                    <a:pt x="1186" y="7259"/>
                    <a:pt x="1140" y="7319"/>
                    <a:pt x="1110" y="7364"/>
                  </a:cubicBezTo>
                  <a:lnTo>
                    <a:pt x="2265" y="7364"/>
                  </a:lnTo>
                  <a:lnTo>
                    <a:pt x="2265" y="8894"/>
                  </a:lnTo>
                  <a:lnTo>
                    <a:pt x="750" y="8894"/>
                  </a:lnTo>
                  <a:lnTo>
                    <a:pt x="750" y="7829"/>
                  </a:lnTo>
                  <a:cubicBezTo>
                    <a:pt x="720" y="7859"/>
                    <a:pt x="690" y="7889"/>
                    <a:pt x="660" y="7934"/>
                  </a:cubicBezTo>
                  <a:lnTo>
                    <a:pt x="570" y="8069"/>
                  </a:lnTo>
                  <a:lnTo>
                    <a:pt x="570" y="8894"/>
                  </a:lnTo>
                  <a:lnTo>
                    <a:pt x="286" y="8894"/>
                  </a:lnTo>
                  <a:lnTo>
                    <a:pt x="286" y="9058"/>
                  </a:lnTo>
                  <a:lnTo>
                    <a:pt x="570" y="9058"/>
                  </a:lnTo>
                  <a:lnTo>
                    <a:pt x="570" y="10588"/>
                  </a:lnTo>
                  <a:lnTo>
                    <a:pt x="16" y="10588"/>
                  </a:lnTo>
                  <a:cubicBezTo>
                    <a:pt x="16" y="10648"/>
                    <a:pt x="16" y="10708"/>
                    <a:pt x="0" y="10768"/>
                  </a:cubicBezTo>
                  <a:lnTo>
                    <a:pt x="570" y="10768"/>
                  </a:lnTo>
                  <a:lnTo>
                    <a:pt x="570" y="12283"/>
                  </a:lnTo>
                  <a:lnTo>
                    <a:pt x="136" y="12283"/>
                  </a:lnTo>
                  <a:lnTo>
                    <a:pt x="136" y="12448"/>
                  </a:lnTo>
                  <a:lnTo>
                    <a:pt x="136" y="12463"/>
                  </a:lnTo>
                  <a:lnTo>
                    <a:pt x="570" y="12463"/>
                  </a:lnTo>
                  <a:lnTo>
                    <a:pt x="570" y="13977"/>
                  </a:lnTo>
                  <a:lnTo>
                    <a:pt x="286" y="13977"/>
                  </a:lnTo>
                  <a:cubicBezTo>
                    <a:pt x="286" y="14037"/>
                    <a:pt x="300" y="14097"/>
                    <a:pt x="316" y="14157"/>
                  </a:cubicBezTo>
                  <a:lnTo>
                    <a:pt x="570" y="14157"/>
                  </a:lnTo>
                  <a:lnTo>
                    <a:pt x="570" y="15673"/>
                  </a:lnTo>
                  <a:lnTo>
                    <a:pt x="270" y="15673"/>
                  </a:lnTo>
                  <a:cubicBezTo>
                    <a:pt x="270" y="15733"/>
                    <a:pt x="286" y="15793"/>
                    <a:pt x="286" y="15853"/>
                  </a:cubicBezTo>
                  <a:lnTo>
                    <a:pt x="570" y="15853"/>
                  </a:lnTo>
                  <a:lnTo>
                    <a:pt x="570" y="17367"/>
                  </a:lnTo>
                  <a:lnTo>
                    <a:pt x="196" y="17367"/>
                  </a:lnTo>
                  <a:lnTo>
                    <a:pt x="240" y="17547"/>
                  </a:lnTo>
                  <a:lnTo>
                    <a:pt x="570" y="17547"/>
                  </a:lnTo>
                  <a:lnTo>
                    <a:pt x="570" y="18492"/>
                  </a:lnTo>
                  <a:cubicBezTo>
                    <a:pt x="586" y="18522"/>
                    <a:pt x="600" y="18552"/>
                    <a:pt x="600" y="18597"/>
                  </a:cubicBezTo>
                  <a:cubicBezTo>
                    <a:pt x="660" y="18807"/>
                    <a:pt x="706" y="19032"/>
                    <a:pt x="750" y="19242"/>
                  </a:cubicBezTo>
                  <a:lnTo>
                    <a:pt x="2265" y="19242"/>
                  </a:lnTo>
                  <a:lnTo>
                    <a:pt x="2265" y="20756"/>
                  </a:lnTo>
                  <a:lnTo>
                    <a:pt x="856" y="20756"/>
                  </a:lnTo>
                  <a:cubicBezTo>
                    <a:pt x="870" y="20816"/>
                    <a:pt x="870" y="20876"/>
                    <a:pt x="870" y="20936"/>
                  </a:cubicBezTo>
                  <a:lnTo>
                    <a:pt x="2265" y="20936"/>
                  </a:lnTo>
                  <a:lnTo>
                    <a:pt x="2265" y="22451"/>
                  </a:lnTo>
                  <a:lnTo>
                    <a:pt x="750" y="22451"/>
                  </a:lnTo>
                  <a:lnTo>
                    <a:pt x="750" y="22136"/>
                  </a:lnTo>
                  <a:cubicBezTo>
                    <a:pt x="690" y="22556"/>
                    <a:pt x="646" y="22961"/>
                    <a:pt x="750" y="23366"/>
                  </a:cubicBezTo>
                  <a:lnTo>
                    <a:pt x="750" y="22631"/>
                  </a:lnTo>
                  <a:lnTo>
                    <a:pt x="2265" y="22631"/>
                  </a:lnTo>
                  <a:lnTo>
                    <a:pt x="2265" y="24145"/>
                  </a:lnTo>
                  <a:lnTo>
                    <a:pt x="990" y="24145"/>
                  </a:lnTo>
                  <a:cubicBezTo>
                    <a:pt x="1006" y="24205"/>
                    <a:pt x="1020" y="24265"/>
                    <a:pt x="1020" y="24325"/>
                  </a:cubicBezTo>
                  <a:lnTo>
                    <a:pt x="2265" y="24325"/>
                  </a:lnTo>
                  <a:lnTo>
                    <a:pt x="2265" y="25841"/>
                  </a:lnTo>
                  <a:lnTo>
                    <a:pt x="750" y="25841"/>
                  </a:lnTo>
                  <a:lnTo>
                    <a:pt x="750" y="25811"/>
                  </a:lnTo>
                  <a:cubicBezTo>
                    <a:pt x="720" y="25901"/>
                    <a:pt x="706" y="25991"/>
                    <a:pt x="706" y="26081"/>
                  </a:cubicBezTo>
                  <a:cubicBezTo>
                    <a:pt x="720" y="26171"/>
                    <a:pt x="720" y="26275"/>
                    <a:pt x="750" y="26365"/>
                  </a:cubicBezTo>
                  <a:lnTo>
                    <a:pt x="750" y="26021"/>
                  </a:lnTo>
                  <a:lnTo>
                    <a:pt x="2265" y="26021"/>
                  </a:lnTo>
                  <a:lnTo>
                    <a:pt x="2265" y="27580"/>
                  </a:lnTo>
                  <a:lnTo>
                    <a:pt x="856" y="27580"/>
                  </a:lnTo>
                  <a:cubicBezTo>
                    <a:pt x="840" y="27640"/>
                    <a:pt x="840" y="27715"/>
                    <a:pt x="826" y="27775"/>
                  </a:cubicBezTo>
                  <a:lnTo>
                    <a:pt x="29634" y="27775"/>
                  </a:lnTo>
                  <a:cubicBezTo>
                    <a:pt x="30310" y="27775"/>
                    <a:pt x="30864" y="27220"/>
                    <a:pt x="30864" y="26545"/>
                  </a:cubicBezTo>
                  <a:lnTo>
                    <a:pt x="30864" y="2490"/>
                  </a:lnTo>
                  <a:cubicBezTo>
                    <a:pt x="30804" y="2475"/>
                    <a:pt x="30730" y="2460"/>
                    <a:pt x="30670" y="2460"/>
                  </a:cubicBezTo>
                  <a:lnTo>
                    <a:pt x="30670" y="3809"/>
                  </a:lnTo>
                  <a:lnTo>
                    <a:pt x="29155" y="3809"/>
                  </a:lnTo>
                  <a:lnTo>
                    <a:pt x="29155" y="2280"/>
                  </a:lnTo>
                  <a:lnTo>
                    <a:pt x="30144" y="2280"/>
                  </a:lnTo>
                  <a:cubicBezTo>
                    <a:pt x="30130" y="2250"/>
                    <a:pt x="30100" y="2220"/>
                    <a:pt x="30084" y="2175"/>
                  </a:cubicBezTo>
                  <a:cubicBezTo>
                    <a:pt x="30070" y="2160"/>
                    <a:pt x="30054" y="2130"/>
                    <a:pt x="30040" y="2115"/>
                  </a:cubicBezTo>
                  <a:lnTo>
                    <a:pt x="29155" y="2115"/>
                  </a:lnTo>
                  <a:lnTo>
                    <a:pt x="29155" y="1680"/>
                  </a:lnTo>
                  <a:cubicBezTo>
                    <a:pt x="29095" y="1680"/>
                    <a:pt x="29035" y="1665"/>
                    <a:pt x="28990" y="1635"/>
                  </a:cubicBezTo>
                  <a:lnTo>
                    <a:pt x="28990" y="2115"/>
                  </a:lnTo>
                  <a:lnTo>
                    <a:pt x="27461" y="2115"/>
                  </a:lnTo>
                  <a:lnTo>
                    <a:pt x="27461" y="870"/>
                  </a:lnTo>
                  <a:cubicBezTo>
                    <a:pt x="27401" y="840"/>
                    <a:pt x="27341" y="826"/>
                    <a:pt x="27281" y="810"/>
                  </a:cubicBezTo>
                  <a:lnTo>
                    <a:pt x="27281" y="2115"/>
                  </a:lnTo>
                  <a:lnTo>
                    <a:pt x="25975" y="2115"/>
                  </a:lnTo>
                  <a:lnTo>
                    <a:pt x="25975" y="616"/>
                  </a:lnTo>
                  <a:cubicBezTo>
                    <a:pt x="25945" y="616"/>
                    <a:pt x="25901" y="630"/>
                    <a:pt x="25871" y="630"/>
                  </a:cubicBezTo>
                  <a:cubicBezTo>
                    <a:pt x="25841" y="646"/>
                    <a:pt x="25825" y="646"/>
                    <a:pt x="25795" y="660"/>
                  </a:cubicBezTo>
                  <a:lnTo>
                    <a:pt x="25795" y="2115"/>
                  </a:lnTo>
                  <a:lnTo>
                    <a:pt x="24281" y="2115"/>
                  </a:lnTo>
                  <a:lnTo>
                    <a:pt x="24281" y="706"/>
                  </a:lnTo>
                  <a:lnTo>
                    <a:pt x="24266" y="706"/>
                  </a:lnTo>
                  <a:cubicBezTo>
                    <a:pt x="24236" y="720"/>
                    <a:pt x="24161" y="750"/>
                    <a:pt x="24101" y="766"/>
                  </a:cubicBezTo>
                  <a:lnTo>
                    <a:pt x="24101" y="2115"/>
                  </a:lnTo>
                  <a:lnTo>
                    <a:pt x="22586" y="2115"/>
                  </a:lnTo>
                  <a:lnTo>
                    <a:pt x="22586" y="1770"/>
                  </a:lnTo>
                  <a:cubicBezTo>
                    <a:pt x="22556" y="1785"/>
                    <a:pt x="22541" y="1800"/>
                    <a:pt x="22526" y="1800"/>
                  </a:cubicBezTo>
                  <a:cubicBezTo>
                    <a:pt x="22481" y="1815"/>
                    <a:pt x="22451" y="1830"/>
                    <a:pt x="22406" y="1830"/>
                  </a:cubicBezTo>
                  <a:lnTo>
                    <a:pt x="22406" y="2115"/>
                  </a:lnTo>
                  <a:lnTo>
                    <a:pt x="21086" y="2115"/>
                  </a:lnTo>
                  <a:lnTo>
                    <a:pt x="21086" y="1560"/>
                  </a:lnTo>
                  <a:cubicBezTo>
                    <a:pt x="21026" y="1560"/>
                    <a:pt x="20966" y="1575"/>
                    <a:pt x="20922" y="1590"/>
                  </a:cubicBezTo>
                  <a:lnTo>
                    <a:pt x="20922" y="2115"/>
                  </a:lnTo>
                  <a:lnTo>
                    <a:pt x="19392" y="2115"/>
                  </a:lnTo>
                  <a:lnTo>
                    <a:pt x="19392" y="1516"/>
                  </a:lnTo>
                  <a:cubicBezTo>
                    <a:pt x="19332" y="1500"/>
                    <a:pt x="19286" y="1486"/>
                    <a:pt x="19227" y="1470"/>
                  </a:cubicBezTo>
                  <a:lnTo>
                    <a:pt x="19227" y="2115"/>
                  </a:lnTo>
                  <a:lnTo>
                    <a:pt x="17697" y="2115"/>
                  </a:lnTo>
                  <a:lnTo>
                    <a:pt x="17697" y="990"/>
                  </a:lnTo>
                  <a:cubicBezTo>
                    <a:pt x="17637" y="976"/>
                    <a:pt x="17577" y="960"/>
                    <a:pt x="17532" y="946"/>
                  </a:cubicBezTo>
                  <a:lnTo>
                    <a:pt x="17532" y="2115"/>
                  </a:lnTo>
                  <a:lnTo>
                    <a:pt x="16003" y="2115"/>
                  </a:lnTo>
                  <a:lnTo>
                    <a:pt x="16003" y="1036"/>
                  </a:lnTo>
                  <a:cubicBezTo>
                    <a:pt x="15943" y="1036"/>
                    <a:pt x="15883" y="1050"/>
                    <a:pt x="15837" y="1066"/>
                  </a:cubicBezTo>
                  <a:lnTo>
                    <a:pt x="15837" y="2115"/>
                  </a:lnTo>
                  <a:lnTo>
                    <a:pt x="14307" y="2115"/>
                  </a:lnTo>
                  <a:lnTo>
                    <a:pt x="14307" y="586"/>
                  </a:lnTo>
                  <a:lnTo>
                    <a:pt x="14593" y="586"/>
                  </a:lnTo>
                  <a:cubicBezTo>
                    <a:pt x="14443" y="510"/>
                    <a:pt x="14293" y="436"/>
                    <a:pt x="14143" y="376"/>
                  </a:cubicBezTo>
                  <a:lnTo>
                    <a:pt x="14143" y="420"/>
                  </a:lnTo>
                  <a:lnTo>
                    <a:pt x="12613" y="420"/>
                  </a:lnTo>
                  <a:lnTo>
                    <a:pt x="1261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a:off x="2751125" y="4707725"/>
              <a:ext cx="818100" cy="744900"/>
            </a:xfrm>
            <a:custGeom>
              <a:rect b="b" l="l" r="r" t="t"/>
              <a:pathLst>
                <a:path extrusionOk="0" h="29796" w="32724">
                  <a:moveTo>
                    <a:pt x="12486" y="1"/>
                  </a:moveTo>
                  <a:cubicBezTo>
                    <a:pt x="12381" y="1"/>
                    <a:pt x="12278" y="4"/>
                    <a:pt x="12178" y="11"/>
                  </a:cubicBezTo>
                  <a:cubicBezTo>
                    <a:pt x="11908" y="27"/>
                    <a:pt x="11714" y="117"/>
                    <a:pt x="11488" y="237"/>
                  </a:cubicBezTo>
                  <a:cubicBezTo>
                    <a:pt x="10904" y="521"/>
                    <a:pt x="10228" y="657"/>
                    <a:pt x="9598" y="867"/>
                  </a:cubicBezTo>
                  <a:cubicBezTo>
                    <a:pt x="9388" y="941"/>
                    <a:pt x="9328" y="1017"/>
                    <a:pt x="9148" y="1151"/>
                  </a:cubicBezTo>
                  <a:cubicBezTo>
                    <a:pt x="8579" y="1616"/>
                    <a:pt x="7694" y="1287"/>
                    <a:pt x="7214" y="1916"/>
                  </a:cubicBezTo>
                  <a:cubicBezTo>
                    <a:pt x="7034" y="2126"/>
                    <a:pt x="6975" y="2441"/>
                    <a:pt x="6705" y="2576"/>
                  </a:cubicBezTo>
                  <a:cubicBezTo>
                    <a:pt x="6389" y="2756"/>
                    <a:pt x="5969" y="2741"/>
                    <a:pt x="5625" y="2861"/>
                  </a:cubicBezTo>
                  <a:cubicBezTo>
                    <a:pt x="5415" y="2936"/>
                    <a:pt x="5279" y="3026"/>
                    <a:pt x="5099" y="3131"/>
                  </a:cubicBezTo>
                  <a:cubicBezTo>
                    <a:pt x="5025" y="3191"/>
                    <a:pt x="4919" y="3206"/>
                    <a:pt x="4859" y="3266"/>
                  </a:cubicBezTo>
                  <a:cubicBezTo>
                    <a:pt x="4755" y="3356"/>
                    <a:pt x="4785" y="3491"/>
                    <a:pt x="4785" y="3610"/>
                  </a:cubicBezTo>
                  <a:cubicBezTo>
                    <a:pt x="4799" y="3716"/>
                    <a:pt x="4815" y="3850"/>
                    <a:pt x="4799" y="3940"/>
                  </a:cubicBezTo>
                  <a:cubicBezTo>
                    <a:pt x="4739" y="4210"/>
                    <a:pt x="4409" y="4360"/>
                    <a:pt x="4169" y="4480"/>
                  </a:cubicBezTo>
                  <a:cubicBezTo>
                    <a:pt x="4019" y="4540"/>
                    <a:pt x="3870" y="4646"/>
                    <a:pt x="3705" y="4720"/>
                  </a:cubicBezTo>
                  <a:cubicBezTo>
                    <a:pt x="3675" y="4720"/>
                    <a:pt x="3585" y="4750"/>
                    <a:pt x="3570" y="4766"/>
                  </a:cubicBezTo>
                  <a:cubicBezTo>
                    <a:pt x="3525" y="4810"/>
                    <a:pt x="3465" y="4900"/>
                    <a:pt x="3420" y="4960"/>
                  </a:cubicBezTo>
                  <a:cubicBezTo>
                    <a:pt x="3345" y="5096"/>
                    <a:pt x="3285" y="5170"/>
                    <a:pt x="3150" y="5276"/>
                  </a:cubicBezTo>
                  <a:cubicBezTo>
                    <a:pt x="2805" y="5560"/>
                    <a:pt x="2430" y="5650"/>
                    <a:pt x="2010" y="5846"/>
                  </a:cubicBezTo>
                  <a:cubicBezTo>
                    <a:pt x="1786" y="5950"/>
                    <a:pt x="1906" y="6070"/>
                    <a:pt x="1860" y="6250"/>
                  </a:cubicBezTo>
                  <a:cubicBezTo>
                    <a:pt x="1770" y="6626"/>
                    <a:pt x="1470" y="6850"/>
                    <a:pt x="1290" y="7180"/>
                  </a:cubicBezTo>
                  <a:cubicBezTo>
                    <a:pt x="1140" y="7465"/>
                    <a:pt x="916" y="7690"/>
                    <a:pt x="720" y="7945"/>
                  </a:cubicBezTo>
                  <a:cubicBezTo>
                    <a:pt x="540" y="8185"/>
                    <a:pt x="420" y="8470"/>
                    <a:pt x="360" y="8755"/>
                  </a:cubicBezTo>
                  <a:cubicBezTo>
                    <a:pt x="330" y="8875"/>
                    <a:pt x="360" y="8979"/>
                    <a:pt x="346" y="9085"/>
                  </a:cubicBezTo>
                  <a:cubicBezTo>
                    <a:pt x="346" y="9235"/>
                    <a:pt x="270" y="9355"/>
                    <a:pt x="210" y="9489"/>
                  </a:cubicBezTo>
                  <a:cubicBezTo>
                    <a:pt x="150" y="9639"/>
                    <a:pt x="90" y="9819"/>
                    <a:pt x="46" y="9985"/>
                  </a:cubicBezTo>
                  <a:cubicBezTo>
                    <a:pt x="0" y="10165"/>
                    <a:pt x="16" y="10209"/>
                    <a:pt x="60" y="10389"/>
                  </a:cubicBezTo>
                  <a:cubicBezTo>
                    <a:pt x="120" y="10645"/>
                    <a:pt x="16" y="10945"/>
                    <a:pt x="46" y="11199"/>
                  </a:cubicBezTo>
                  <a:cubicBezTo>
                    <a:pt x="60" y="11305"/>
                    <a:pt x="106" y="11365"/>
                    <a:pt x="136" y="11469"/>
                  </a:cubicBezTo>
                  <a:cubicBezTo>
                    <a:pt x="136" y="11529"/>
                    <a:pt x="106" y="11589"/>
                    <a:pt x="120" y="11665"/>
                  </a:cubicBezTo>
                  <a:cubicBezTo>
                    <a:pt x="136" y="11785"/>
                    <a:pt x="196" y="11889"/>
                    <a:pt x="196" y="12009"/>
                  </a:cubicBezTo>
                  <a:cubicBezTo>
                    <a:pt x="210" y="12144"/>
                    <a:pt x="196" y="12309"/>
                    <a:pt x="196" y="12459"/>
                  </a:cubicBezTo>
                  <a:cubicBezTo>
                    <a:pt x="196" y="12789"/>
                    <a:pt x="180" y="13104"/>
                    <a:pt x="256" y="13419"/>
                  </a:cubicBezTo>
                  <a:cubicBezTo>
                    <a:pt x="330" y="13764"/>
                    <a:pt x="346" y="14108"/>
                    <a:pt x="436" y="14438"/>
                  </a:cubicBezTo>
                  <a:cubicBezTo>
                    <a:pt x="526" y="14754"/>
                    <a:pt x="406" y="14934"/>
                    <a:pt x="360" y="15248"/>
                  </a:cubicBezTo>
                  <a:cubicBezTo>
                    <a:pt x="316" y="15488"/>
                    <a:pt x="346" y="15758"/>
                    <a:pt x="346" y="15998"/>
                  </a:cubicBezTo>
                  <a:cubicBezTo>
                    <a:pt x="346" y="16224"/>
                    <a:pt x="316" y="16404"/>
                    <a:pt x="256" y="16628"/>
                  </a:cubicBezTo>
                  <a:cubicBezTo>
                    <a:pt x="76" y="17288"/>
                    <a:pt x="480" y="17963"/>
                    <a:pt x="660" y="18608"/>
                  </a:cubicBezTo>
                  <a:cubicBezTo>
                    <a:pt x="886" y="19373"/>
                    <a:pt x="916" y="20213"/>
                    <a:pt x="930" y="21007"/>
                  </a:cubicBezTo>
                  <a:cubicBezTo>
                    <a:pt x="930" y="21833"/>
                    <a:pt x="586" y="22702"/>
                    <a:pt x="840" y="23527"/>
                  </a:cubicBezTo>
                  <a:cubicBezTo>
                    <a:pt x="930" y="23797"/>
                    <a:pt x="1066" y="24052"/>
                    <a:pt x="1080" y="24352"/>
                  </a:cubicBezTo>
                  <a:cubicBezTo>
                    <a:pt x="1110" y="24712"/>
                    <a:pt x="1020" y="25072"/>
                    <a:pt x="930" y="25416"/>
                  </a:cubicBezTo>
                  <a:cubicBezTo>
                    <a:pt x="870" y="25642"/>
                    <a:pt x="766" y="25866"/>
                    <a:pt x="766" y="26092"/>
                  </a:cubicBezTo>
                  <a:cubicBezTo>
                    <a:pt x="780" y="26346"/>
                    <a:pt x="870" y="26602"/>
                    <a:pt x="916" y="26856"/>
                  </a:cubicBezTo>
                  <a:cubicBezTo>
                    <a:pt x="990" y="27366"/>
                    <a:pt x="856" y="27846"/>
                    <a:pt x="856" y="28341"/>
                  </a:cubicBezTo>
                  <a:lnTo>
                    <a:pt x="856" y="28806"/>
                  </a:lnTo>
                  <a:cubicBezTo>
                    <a:pt x="856" y="28986"/>
                    <a:pt x="796" y="29061"/>
                    <a:pt x="706" y="29211"/>
                  </a:cubicBezTo>
                  <a:cubicBezTo>
                    <a:pt x="600" y="29405"/>
                    <a:pt x="646" y="29601"/>
                    <a:pt x="646" y="29795"/>
                  </a:cubicBezTo>
                  <a:cubicBezTo>
                    <a:pt x="750" y="29735"/>
                    <a:pt x="870" y="29675"/>
                    <a:pt x="976" y="29615"/>
                  </a:cubicBezTo>
                  <a:cubicBezTo>
                    <a:pt x="1170" y="29511"/>
                    <a:pt x="1306" y="29435"/>
                    <a:pt x="1396" y="29226"/>
                  </a:cubicBezTo>
                  <a:cubicBezTo>
                    <a:pt x="1546" y="28941"/>
                    <a:pt x="1560" y="28671"/>
                    <a:pt x="1576" y="28371"/>
                  </a:cubicBezTo>
                  <a:cubicBezTo>
                    <a:pt x="1590" y="28026"/>
                    <a:pt x="1726" y="27696"/>
                    <a:pt x="1726" y="27351"/>
                  </a:cubicBezTo>
                  <a:cubicBezTo>
                    <a:pt x="1740" y="27096"/>
                    <a:pt x="1786" y="26886"/>
                    <a:pt x="1816" y="26632"/>
                  </a:cubicBezTo>
                  <a:cubicBezTo>
                    <a:pt x="1846" y="26422"/>
                    <a:pt x="1816" y="26166"/>
                    <a:pt x="1816" y="25942"/>
                  </a:cubicBezTo>
                  <a:cubicBezTo>
                    <a:pt x="1816" y="25642"/>
                    <a:pt x="1816" y="25356"/>
                    <a:pt x="1756" y="25056"/>
                  </a:cubicBezTo>
                  <a:cubicBezTo>
                    <a:pt x="1680" y="24772"/>
                    <a:pt x="1606" y="24516"/>
                    <a:pt x="1576" y="24216"/>
                  </a:cubicBezTo>
                  <a:cubicBezTo>
                    <a:pt x="1576" y="24186"/>
                    <a:pt x="1516" y="24067"/>
                    <a:pt x="1516" y="24052"/>
                  </a:cubicBezTo>
                  <a:cubicBezTo>
                    <a:pt x="1516" y="23962"/>
                    <a:pt x="1546" y="23962"/>
                    <a:pt x="1560" y="23887"/>
                  </a:cubicBezTo>
                  <a:cubicBezTo>
                    <a:pt x="1590" y="23737"/>
                    <a:pt x="1620" y="23602"/>
                    <a:pt x="1650" y="23452"/>
                  </a:cubicBezTo>
                  <a:cubicBezTo>
                    <a:pt x="1726" y="23092"/>
                    <a:pt x="1380" y="22747"/>
                    <a:pt x="1426" y="22417"/>
                  </a:cubicBezTo>
                  <a:cubicBezTo>
                    <a:pt x="1470" y="22207"/>
                    <a:pt x="1576" y="22102"/>
                    <a:pt x="1576" y="21893"/>
                  </a:cubicBezTo>
                  <a:lnTo>
                    <a:pt x="1576" y="21337"/>
                  </a:lnTo>
                  <a:cubicBezTo>
                    <a:pt x="1576" y="21157"/>
                    <a:pt x="1560" y="20963"/>
                    <a:pt x="1590" y="20783"/>
                  </a:cubicBezTo>
                  <a:cubicBezTo>
                    <a:pt x="1636" y="20557"/>
                    <a:pt x="1680" y="20333"/>
                    <a:pt x="1650" y="20093"/>
                  </a:cubicBezTo>
                  <a:cubicBezTo>
                    <a:pt x="1620" y="19837"/>
                    <a:pt x="1456" y="19627"/>
                    <a:pt x="1410" y="19373"/>
                  </a:cubicBezTo>
                  <a:cubicBezTo>
                    <a:pt x="1380" y="19163"/>
                    <a:pt x="1336" y="18983"/>
                    <a:pt x="1290" y="18773"/>
                  </a:cubicBezTo>
                  <a:cubicBezTo>
                    <a:pt x="1156" y="18233"/>
                    <a:pt x="856" y="17858"/>
                    <a:pt x="1006" y="17288"/>
                  </a:cubicBezTo>
                  <a:cubicBezTo>
                    <a:pt x="1066" y="17063"/>
                    <a:pt x="1216" y="16824"/>
                    <a:pt x="1126" y="16584"/>
                  </a:cubicBezTo>
                  <a:cubicBezTo>
                    <a:pt x="1080" y="16478"/>
                    <a:pt x="960" y="16328"/>
                    <a:pt x="946" y="16208"/>
                  </a:cubicBezTo>
                  <a:cubicBezTo>
                    <a:pt x="900" y="15984"/>
                    <a:pt x="1200" y="15564"/>
                    <a:pt x="1410" y="15504"/>
                  </a:cubicBezTo>
                  <a:cubicBezTo>
                    <a:pt x="1590" y="15444"/>
                    <a:pt x="1726" y="15474"/>
                    <a:pt x="1816" y="15278"/>
                  </a:cubicBezTo>
                  <a:cubicBezTo>
                    <a:pt x="1935" y="14994"/>
                    <a:pt x="1846" y="14648"/>
                    <a:pt x="1906" y="14348"/>
                  </a:cubicBezTo>
                  <a:cubicBezTo>
                    <a:pt x="2010" y="13884"/>
                    <a:pt x="1965" y="13389"/>
                    <a:pt x="1965" y="12924"/>
                  </a:cubicBezTo>
                  <a:cubicBezTo>
                    <a:pt x="1980" y="12264"/>
                    <a:pt x="1740" y="11709"/>
                    <a:pt x="1590" y="11079"/>
                  </a:cubicBezTo>
                  <a:cubicBezTo>
                    <a:pt x="1516" y="10765"/>
                    <a:pt x="1396" y="10569"/>
                    <a:pt x="1186" y="10299"/>
                  </a:cubicBezTo>
                  <a:cubicBezTo>
                    <a:pt x="990" y="10059"/>
                    <a:pt x="840" y="9939"/>
                    <a:pt x="886" y="9609"/>
                  </a:cubicBezTo>
                  <a:cubicBezTo>
                    <a:pt x="916" y="9459"/>
                    <a:pt x="946" y="9355"/>
                    <a:pt x="960" y="9205"/>
                  </a:cubicBezTo>
                  <a:cubicBezTo>
                    <a:pt x="960" y="9115"/>
                    <a:pt x="930" y="8995"/>
                    <a:pt x="946" y="8905"/>
                  </a:cubicBezTo>
                  <a:cubicBezTo>
                    <a:pt x="976" y="8665"/>
                    <a:pt x="1126" y="8515"/>
                    <a:pt x="1260" y="8335"/>
                  </a:cubicBezTo>
                  <a:cubicBezTo>
                    <a:pt x="1366" y="8200"/>
                    <a:pt x="1456" y="8035"/>
                    <a:pt x="1516" y="7870"/>
                  </a:cubicBezTo>
                  <a:cubicBezTo>
                    <a:pt x="1590" y="7705"/>
                    <a:pt x="1560" y="7570"/>
                    <a:pt x="1590" y="7405"/>
                  </a:cubicBezTo>
                  <a:cubicBezTo>
                    <a:pt x="1620" y="7255"/>
                    <a:pt x="1636" y="7030"/>
                    <a:pt x="1726" y="6910"/>
                  </a:cubicBezTo>
                  <a:cubicBezTo>
                    <a:pt x="1830" y="6775"/>
                    <a:pt x="2055" y="6580"/>
                    <a:pt x="2190" y="6490"/>
                  </a:cubicBezTo>
                  <a:cubicBezTo>
                    <a:pt x="2385" y="6370"/>
                    <a:pt x="2610" y="6250"/>
                    <a:pt x="2820" y="6160"/>
                  </a:cubicBezTo>
                  <a:cubicBezTo>
                    <a:pt x="2985" y="6086"/>
                    <a:pt x="3060" y="6010"/>
                    <a:pt x="3195" y="5906"/>
                  </a:cubicBezTo>
                  <a:cubicBezTo>
                    <a:pt x="3400" y="5727"/>
                    <a:pt x="3810" y="5526"/>
                    <a:pt x="4141" y="5526"/>
                  </a:cubicBezTo>
                  <a:cubicBezTo>
                    <a:pt x="4199" y="5526"/>
                    <a:pt x="4254" y="5532"/>
                    <a:pt x="4305" y="5546"/>
                  </a:cubicBezTo>
                  <a:cubicBezTo>
                    <a:pt x="4395" y="5576"/>
                    <a:pt x="4485" y="5650"/>
                    <a:pt x="4589" y="5680"/>
                  </a:cubicBezTo>
                  <a:cubicBezTo>
                    <a:pt x="4659" y="5695"/>
                    <a:pt x="4724" y="5699"/>
                    <a:pt x="4789" y="5699"/>
                  </a:cubicBezTo>
                  <a:cubicBezTo>
                    <a:pt x="4851" y="5699"/>
                    <a:pt x="4913" y="5696"/>
                    <a:pt x="4979" y="5696"/>
                  </a:cubicBezTo>
                  <a:cubicBezTo>
                    <a:pt x="5235" y="5696"/>
                    <a:pt x="5385" y="5650"/>
                    <a:pt x="5625" y="5546"/>
                  </a:cubicBezTo>
                  <a:cubicBezTo>
                    <a:pt x="5925" y="5396"/>
                    <a:pt x="6165" y="5230"/>
                    <a:pt x="6405" y="4990"/>
                  </a:cubicBezTo>
                  <a:cubicBezTo>
                    <a:pt x="6555" y="4840"/>
                    <a:pt x="6705" y="4706"/>
                    <a:pt x="6795" y="4526"/>
                  </a:cubicBezTo>
                  <a:cubicBezTo>
                    <a:pt x="6885" y="4376"/>
                    <a:pt x="6899" y="4166"/>
                    <a:pt x="7005" y="4030"/>
                  </a:cubicBezTo>
                  <a:cubicBezTo>
                    <a:pt x="7049" y="3970"/>
                    <a:pt x="7169" y="3926"/>
                    <a:pt x="7214" y="3896"/>
                  </a:cubicBezTo>
                  <a:cubicBezTo>
                    <a:pt x="7379" y="3776"/>
                    <a:pt x="7544" y="3640"/>
                    <a:pt x="7709" y="3506"/>
                  </a:cubicBezTo>
                  <a:cubicBezTo>
                    <a:pt x="8039" y="3266"/>
                    <a:pt x="8309" y="2981"/>
                    <a:pt x="8669" y="2786"/>
                  </a:cubicBezTo>
                  <a:cubicBezTo>
                    <a:pt x="8894" y="2666"/>
                    <a:pt x="9208" y="2561"/>
                    <a:pt x="9344" y="2336"/>
                  </a:cubicBezTo>
                  <a:cubicBezTo>
                    <a:pt x="9404" y="2261"/>
                    <a:pt x="9374" y="2186"/>
                    <a:pt x="9448" y="2096"/>
                  </a:cubicBezTo>
                  <a:cubicBezTo>
                    <a:pt x="9598" y="1886"/>
                    <a:pt x="9854" y="1676"/>
                    <a:pt x="10048" y="1497"/>
                  </a:cubicBezTo>
                  <a:cubicBezTo>
                    <a:pt x="10228" y="1331"/>
                    <a:pt x="10468" y="1241"/>
                    <a:pt x="10664" y="1077"/>
                  </a:cubicBezTo>
                  <a:cubicBezTo>
                    <a:pt x="10856" y="906"/>
                    <a:pt x="11058" y="804"/>
                    <a:pt x="11295" y="804"/>
                  </a:cubicBezTo>
                  <a:cubicBezTo>
                    <a:pt x="11370" y="804"/>
                    <a:pt x="11450" y="815"/>
                    <a:pt x="11534" y="837"/>
                  </a:cubicBezTo>
                  <a:cubicBezTo>
                    <a:pt x="11684" y="881"/>
                    <a:pt x="11788" y="941"/>
                    <a:pt x="11954" y="941"/>
                  </a:cubicBezTo>
                  <a:cubicBezTo>
                    <a:pt x="11973" y="944"/>
                    <a:pt x="11994" y="946"/>
                    <a:pt x="12016" y="946"/>
                  </a:cubicBezTo>
                  <a:cubicBezTo>
                    <a:pt x="12074" y="946"/>
                    <a:pt x="12137" y="937"/>
                    <a:pt x="12195" y="937"/>
                  </a:cubicBezTo>
                  <a:cubicBezTo>
                    <a:pt x="12215" y="937"/>
                    <a:pt x="12235" y="938"/>
                    <a:pt x="12253" y="941"/>
                  </a:cubicBezTo>
                  <a:cubicBezTo>
                    <a:pt x="12448" y="971"/>
                    <a:pt x="12613" y="1137"/>
                    <a:pt x="12778" y="1241"/>
                  </a:cubicBezTo>
                  <a:cubicBezTo>
                    <a:pt x="12883" y="1317"/>
                    <a:pt x="13018" y="1437"/>
                    <a:pt x="13123" y="1481"/>
                  </a:cubicBezTo>
                  <a:cubicBezTo>
                    <a:pt x="13241" y="1551"/>
                    <a:pt x="13349" y="1576"/>
                    <a:pt x="13469" y="1576"/>
                  </a:cubicBezTo>
                  <a:cubicBezTo>
                    <a:pt x="13503" y="1576"/>
                    <a:pt x="13537" y="1574"/>
                    <a:pt x="13573" y="1571"/>
                  </a:cubicBezTo>
                  <a:cubicBezTo>
                    <a:pt x="13664" y="1561"/>
                    <a:pt x="13715" y="1530"/>
                    <a:pt x="13775" y="1530"/>
                  </a:cubicBezTo>
                  <a:cubicBezTo>
                    <a:pt x="13804" y="1530"/>
                    <a:pt x="13835" y="1537"/>
                    <a:pt x="13873" y="1556"/>
                  </a:cubicBezTo>
                  <a:cubicBezTo>
                    <a:pt x="14023" y="1616"/>
                    <a:pt x="14098" y="1841"/>
                    <a:pt x="14188" y="1961"/>
                  </a:cubicBezTo>
                  <a:cubicBezTo>
                    <a:pt x="14323" y="2126"/>
                    <a:pt x="14563" y="2216"/>
                    <a:pt x="14757" y="2321"/>
                  </a:cubicBezTo>
                  <a:cubicBezTo>
                    <a:pt x="14861" y="2382"/>
                    <a:pt x="14955" y="2407"/>
                    <a:pt x="15043" y="2407"/>
                  </a:cubicBezTo>
                  <a:cubicBezTo>
                    <a:pt x="15451" y="2407"/>
                    <a:pt x="15717" y="1858"/>
                    <a:pt x="16137" y="1796"/>
                  </a:cubicBezTo>
                  <a:cubicBezTo>
                    <a:pt x="16191" y="1786"/>
                    <a:pt x="16244" y="1782"/>
                    <a:pt x="16298" y="1782"/>
                  </a:cubicBezTo>
                  <a:cubicBezTo>
                    <a:pt x="16530" y="1782"/>
                    <a:pt x="16762" y="1860"/>
                    <a:pt x="16995" y="1860"/>
                  </a:cubicBezTo>
                  <a:cubicBezTo>
                    <a:pt x="17024" y="1860"/>
                    <a:pt x="17053" y="1859"/>
                    <a:pt x="17083" y="1856"/>
                  </a:cubicBezTo>
                  <a:cubicBezTo>
                    <a:pt x="17222" y="1847"/>
                    <a:pt x="17292" y="1826"/>
                    <a:pt x="17369" y="1826"/>
                  </a:cubicBezTo>
                  <a:cubicBezTo>
                    <a:pt x="17415" y="1826"/>
                    <a:pt x="17464" y="1834"/>
                    <a:pt x="17532" y="1856"/>
                  </a:cubicBezTo>
                  <a:cubicBezTo>
                    <a:pt x="17697" y="1901"/>
                    <a:pt x="17922" y="1946"/>
                    <a:pt x="18072" y="2036"/>
                  </a:cubicBezTo>
                  <a:cubicBezTo>
                    <a:pt x="18222" y="2111"/>
                    <a:pt x="18237" y="2201"/>
                    <a:pt x="18417" y="2276"/>
                  </a:cubicBezTo>
                  <a:cubicBezTo>
                    <a:pt x="18642" y="2351"/>
                    <a:pt x="18987" y="2261"/>
                    <a:pt x="19167" y="2411"/>
                  </a:cubicBezTo>
                  <a:cubicBezTo>
                    <a:pt x="19257" y="2486"/>
                    <a:pt x="19287" y="2621"/>
                    <a:pt x="19406" y="2711"/>
                  </a:cubicBezTo>
                  <a:cubicBezTo>
                    <a:pt x="19542" y="2831"/>
                    <a:pt x="19646" y="2891"/>
                    <a:pt x="19752" y="3041"/>
                  </a:cubicBezTo>
                  <a:cubicBezTo>
                    <a:pt x="19826" y="3146"/>
                    <a:pt x="19886" y="3266"/>
                    <a:pt x="19962" y="3371"/>
                  </a:cubicBezTo>
                  <a:cubicBezTo>
                    <a:pt x="20103" y="3609"/>
                    <a:pt x="20267" y="3683"/>
                    <a:pt x="20478" y="3683"/>
                  </a:cubicBezTo>
                  <a:cubicBezTo>
                    <a:pt x="20559" y="3683"/>
                    <a:pt x="20646" y="3673"/>
                    <a:pt x="20742" y="3656"/>
                  </a:cubicBezTo>
                  <a:cubicBezTo>
                    <a:pt x="21026" y="3610"/>
                    <a:pt x="21192" y="3491"/>
                    <a:pt x="21446" y="3386"/>
                  </a:cubicBezTo>
                  <a:cubicBezTo>
                    <a:pt x="21582" y="3326"/>
                    <a:pt x="21626" y="3341"/>
                    <a:pt x="21732" y="3266"/>
                  </a:cubicBezTo>
                  <a:cubicBezTo>
                    <a:pt x="21866" y="3176"/>
                    <a:pt x="21912" y="3101"/>
                    <a:pt x="22062" y="3056"/>
                  </a:cubicBezTo>
                  <a:cubicBezTo>
                    <a:pt x="22256" y="3011"/>
                    <a:pt x="22496" y="3026"/>
                    <a:pt x="22676" y="2951"/>
                  </a:cubicBezTo>
                  <a:cubicBezTo>
                    <a:pt x="22781" y="2906"/>
                    <a:pt x="22856" y="2831"/>
                    <a:pt x="22976" y="2801"/>
                  </a:cubicBezTo>
                  <a:cubicBezTo>
                    <a:pt x="23171" y="2726"/>
                    <a:pt x="23411" y="2681"/>
                    <a:pt x="23591" y="2576"/>
                  </a:cubicBezTo>
                  <a:cubicBezTo>
                    <a:pt x="23711" y="2501"/>
                    <a:pt x="23711" y="2441"/>
                    <a:pt x="23801" y="2336"/>
                  </a:cubicBezTo>
                  <a:cubicBezTo>
                    <a:pt x="23906" y="2216"/>
                    <a:pt x="24086" y="2081"/>
                    <a:pt x="24221" y="1961"/>
                  </a:cubicBezTo>
                  <a:cubicBezTo>
                    <a:pt x="24446" y="1766"/>
                    <a:pt x="24775" y="1721"/>
                    <a:pt x="25075" y="1721"/>
                  </a:cubicBezTo>
                  <a:cubicBezTo>
                    <a:pt x="25226" y="1721"/>
                    <a:pt x="25389" y="1754"/>
                    <a:pt x="25539" y="1754"/>
                  </a:cubicBezTo>
                  <a:cubicBezTo>
                    <a:pt x="25614" y="1754"/>
                    <a:pt x="25686" y="1746"/>
                    <a:pt x="25751" y="1721"/>
                  </a:cubicBezTo>
                  <a:cubicBezTo>
                    <a:pt x="25885" y="1661"/>
                    <a:pt x="26021" y="1541"/>
                    <a:pt x="26155" y="1481"/>
                  </a:cubicBezTo>
                  <a:cubicBezTo>
                    <a:pt x="26266" y="1425"/>
                    <a:pt x="26607" y="1268"/>
                    <a:pt x="26777" y="1268"/>
                  </a:cubicBezTo>
                  <a:cubicBezTo>
                    <a:pt x="26791" y="1268"/>
                    <a:pt x="26804" y="1269"/>
                    <a:pt x="26815" y="1271"/>
                  </a:cubicBezTo>
                  <a:cubicBezTo>
                    <a:pt x="26921" y="1317"/>
                    <a:pt x="27025" y="1481"/>
                    <a:pt x="27115" y="1556"/>
                  </a:cubicBezTo>
                  <a:cubicBezTo>
                    <a:pt x="27281" y="1676"/>
                    <a:pt x="27445" y="1751"/>
                    <a:pt x="27595" y="1901"/>
                  </a:cubicBezTo>
                  <a:cubicBezTo>
                    <a:pt x="27685" y="1976"/>
                    <a:pt x="27805" y="2021"/>
                    <a:pt x="27880" y="2111"/>
                  </a:cubicBezTo>
                  <a:cubicBezTo>
                    <a:pt x="27985" y="2261"/>
                    <a:pt x="27955" y="2366"/>
                    <a:pt x="28135" y="2486"/>
                  </a:cubicBezTo>
                  <a:cubicBezTo>
                    <a:pt x="28450" y="2681"/>
                    <a:pt x="28795" y="2711"/>
                    <a:pt x="29140" y="2816"/>
                  </a:cubicBezTo>
                  <a:cubicBezTo>
                    <a:pt x="29290" y="2861"/>
                    <a:pt x="29275" y="2861"/>
                    <a:pt x="29290" y="3041"/>
                  </a:cubicBezTo>
                  <a:cubicBezTo>
                    <a:pt x="29320" y="3236"/>
                    <a:pt x="29320" y="3446"/>
                    <a:pt x="29455" y="3610"/>
                  </a:cubicBezTo>
                  <a:cubicBezTo>
                    <a:pt x="29590" y="3776"/>
                    <a:pt x="29800" y="3820"/>
                    <a:pt x="29964" y="3910"/>
                  </a:cubicBezTo>
                  <a:cubicBezTo>
                    <a:pt x="30190" y="4000"/>
                    <a:pt x="30084" y="3970"/>
                    <a:pt x="30144" y="4136"/>
                  </a:cubicBezTo>
                  <a:cubicBezTo>
                    <a:pt x="30194" y="4253"/>
                    <a:pt x="30250" y="4286"/>
                    <a:pt x="30318" y="4286"/>
                  </a:cubicBezTo>
                  <a:cubicBezTo>
                    <a:pt x="30409" y="4286"/>
                    <a:pt x="30519" y="4225"/>
                    <a:pt x="30657" y="4225"/>
                  </a:cubicBezTo>
                  <a:cubicBezTo>
                    <a:pt x="30666" y="4225"/>
                    <a:pt x="30675" y="4225"/>
                    <a:pt x="30684" y="4226"/>
                  </a:cubicBezTo>
                  <a:cubicBezTo>
                    <a:pt x="30730" y="4390"/>
                    <a:pt x="30984" y="4540"/>
                    <a:pt x="31150" y="4616"/>
                  </a:cubicBezTo>
                  <a:cubicBezTo>
                    <a:pt x="31228" y="4651"/>
                    <a:pt x="31292" y="4666"/>
                    <a:pt x="31356" y="4666"/>
                  </a:cubicBezTo>
                  <a:cubicBezTo>
                    <a:pt x="31427" y="4666"/>
                    <a:pt x="31498" y="4647"/>
                    <a:pt x="31584" y="4616"/>
                  </a:cubicBezTo>
                  <a:cubicBezTo>
                    <a:pt x="31780" y="4540"/>
                    <a:pt x="31900" y="4376"/>
                    <a:pt x="32080" y="4300"/>
                  </a:cubicBezTo>
                  <a:cubicBezTo>
                    <a:pt x="32274" y="4226"/>
                    <a:pt x="32500" y="4196"/>
                    <a:pt x="32724" y="4180"/>
                  </a:cubicBezTo>
                  <a:lnTo>
                    <a:pt x="32724" y="3341"/>
                  </a:lnTo>
                  <a:cubicBezTo>
                    <a:pt x="32674" y="3341"/>
                    <a:pt x="32624" y="3334"/>
                    <a:pt x="32570" y="3334"/>
                  </a:cubicBezTo>
                  <a:cubicBezTo>
                    <a:pt x="32542" y="3334"/>
                    <a:pt x="32514" y="3336"/>
                    <a:pt x="32484" y="3341"/>
                  </a:cubicBezTo>
                  <a:cubicBezTo>
                    <a:pt x="32363" y="3341"/>
                    <a:pt x="32193" y="3358"/>
                    <a:pt x="32028" y="3358"/>
                  </a:cubicBezTo>
                  <a:cubicBezTo>
                    <a:pt x="31847" y="3358"/>
                    <a:pt x="31671" y="3337"/>
                    <a:pt x="31570" y="3251"/>
                  </a:cubicBezTo>
                  <a:cubicBezTo>
                    <a:pt x="31420" y="3146"/>
                    <a:pt x="31330" y="2996"/>
                    <a:pt x="31240" y="2846"/>
                  </a:cubicBezTo>
                  <a:cubicBezTo>
                    <a:pt x="31150" y="2711"/>
                    <a:pt x="31120" y="2591"/>
                    <a:pt x="30970" y="2531"/>
                  </a:cubicBezTo>
                  <a:cubicBezTo>
                    <a:pt x="30820" y="2456"/>
                    <a:pt x="30684" y="2456"/>
                    <a:pt x="30520" y="2456"/>
                  </a:cubicBezTo>
                  <a:cubicBezTo>
                    <a:pt x="30324" y="2456"/>
                    <a:pt x="30234" y="2351"/>
                    <a:pt x="30144" y="2186"/>
                  </a:cubicBezTo>
                  <a:cubicBezTo>
                    <a:pt x="30054" y="2036"/>
                    <a:pt x="29964" y="1886"/>
                    <a:pt x="29784" y="1796"/>
                  </a:cubicBezTo>
                  <a:cubicBezTo>
                    <a:pt x="29545" y="1676"/>
                    <a:pt x="29245" y="1751"/>
                    <a:pt x="29005" y="1631"/>
                  </a:cubicBezTo>
                  <a:cubicBezTo>
                    <a:pt x="28810" y="1527"/>
                    <a:pt x="28660" y="1347"/>
                    <a:pt x="28465" y="1241"/>
                  </a:cubicBezTo>
                  <a:cubicBezTo>
                    <a:pt x="28210" y="1091"/>
                    <a:pt x="27880" y="1047"/>
                    <a:pt x="27595" y="911"/>
                  </a:cubicBezTo>
                  <a:cubicBezTo>
                    <a:pt x="27235" y="747"/>
                    <a:pt x="26891" y="731"/>
                    <a:pt x="26501" y="701"/>
                  </a:cubicBezTo>
                  <a:cubicBezTo>
                    <a:pt x="26337" y="678"/>
                    <a:pt x="26210" y="627"/>
                    <a:pt x="26062" y="627"/>
                  </a:cubicBezTo>
                  <a:cubicBezTo>
                    <a:pt x="26020" y="627"/>
                    <a:pt x="25977" y="631"/>
                    <a:pt x="25931" y="641"/>
                  </a:cubicBezTo>
                  <a:cubicBezTo>
                    <a:pt x="25781" y="671"/>
                    <a:pt x="25645" y="777"/>
                    <a:pt x="25495" y="821"/>
                  </a:cubicBezTo>
                  <a:cubicBezTo>
                    <a:pt x="25434" y="836"/>
                    <a:pt x="25373" y="840"/>
                    <a:pt x="25312" y="840"/>
                  </a:cubicBezTo>
                  <a:cubicBezTo>
                    <a:pt x="25253" y="840"/>
                    <a:pt x="25194" y="837"/>
                    <a:pt x="25135" y="837"/>
                  </a:cubicBezTo>
                  <a:cubicBezTo>
                    <a:pt x="24925" y="837"/>
                    <a:pt x="24925" y="761"/>
                    <a:pt x="24775" y="671"/>
                  </a:cubicBezTo>
                  <a:cubicBezTo>
                    <a:pt x="24717" y="639"/>
                    <a:pt x="24664" y="626"/>
                    <a:pt x="24612" y="626"/>
                  </a:cubicBezTo>
                  <a:cubicBezTo>
                    <a:pt x="24520" y="626"/>
                    <a:pt x="24432" y="668"/>
                    <a:pt x="24326" y="717"/>
                  </a:cubicBezTo>
                  <a:cubicBezTo>
                    <a:pt x="24251" y="747"/>
                    <a:pt x="24086" y="791"/>
                    <a:pt x="24026" y="851"/>
                  </a:cubicBezTo>
                  <a:cubicBezTo>
                    <a:pt x="23966" y="897"/>
                    <a:pt x="23951" y="971"/>
                    <a:pt x="23891" y="1017"/>
                  </a:cubicBezTo>
                  <a:cubicBezTo>
                    <a:pt x="23711" y="1181"/>
                    <a:pt x="23426" y="1241"/>
                    <a:pt x="23216" y="1377"/>
                  </a:cubicBezTo>
                  <a:cubicBezTo>
                    <a:pt x="23081" y="1467"/>
                    <a:pt x="22961" y="1527"/>
                    <a:pt x="22856" y="1631"/>
                  </a:cubicBezTo>
                  <a:cubicBezTo>
                    <a:pt x="22781" y="1691"/>
                    <a:pt x="22676" y="1781"/>
                    <a:pt x="22586" y="1811"/>
                  </a:cubicBezTo>
                  <a:cubicBezTo>
                    <a:pt x="22510" y="1840"/>
                    <a:pt x="22434" y="1850"/>
                    <a:pt x="22359" y="1850"/>
                  </a:cubicBezTo>
                  <a:cubicBezTo>
                    <a:pt x="22314" y="1850"/>
                    <a:pt x="22270" y="1847"/>
                    <a:pt x="22226" y="1841"/>
                  </a:cubicBezTo>
                  <a:cubicBezTo>
                    <a:pt x="22076" y="1811"/>
                    <a:pt x="21926" y="1721"/>
                    <a:pt x="21776" y="1691"/>
                  </a:cubicBezTo>
                  <a:cubicBezTo>
                    <a:pt x="21582" y="1646"/>
                    <a:pt x="21402" y="1586"/>
                    <a:pt x="21206" y="1571"/>
                  </a:cubicBezTo>
                  <a:cubicBezTo>
                    <a:pt x="21197" y="1570"/>
                    <a:pt x="21187" y="1570"/>
                    <a:pt x="21178" y="1570"/>
                  </a:cubicBezTo>
                  <a:cubicBezTo>
                    <a:pt x="20909" y="1570"/>
                    <a:pt x="20718" y="1767"/>
                    <a:pt x="20472" y="1781"/>
                  </a:cubicBezTo>
                  <a:cubicBezTo>
                    <a:pt x="20449" y="1784"/>
                    <a:pt x="20426" y="1785"/>
                    <a:pt x="20402" y="1785"/>
                  </a:cubicBezTo>
                  <a:cubicBezTo>
                    <a:pt x="20158" y="1785"/>
                    <a:pt x="19866" y="1654"/>
                    <a:pt x="19662" y="1586"/>
                  </a:cubicBezTo>
                  <a:cubicBezTo>
                    <a:pt x="19362" y="1511"/>
                    <a:pt x="19077" y="1407"/>
                    <a:pt x="18792" y="1317"/>
                  </a:cubicBezTo>
                  <a:cubicBezTo>
                    <a:pt x="18477" y="1227"/>
                    <a:pt x="18147" y="1151"/>
                    <a:pt x="17832" y="1031"/>
                  </a:cubicBezTo>
                  <a:cubicBezTo>
                    <a:pt x="17592" y="941"/>
                    <a:pt x="17397" y="897"/>
                    <a:pt x="17143" y="897"/>
                  </a:cubicBezTo>
                  <a:cubicBezTo>
                    <a:pt x="16633" y="897"/>
                    <a:pt x="16153" y="1031"/>
                    <a:pt x="15657" y="1121"/>
                  </a:cubicBezTo>
                  <a:cubicBezTo>
                    <a:pt x="15564" y="1133"/>
                    <a:pt x="15462" y="1181"/>
                    <a:pt x="15366" y="1181"/>
                  </a:cubicBezTo>
                  <a:cubicBezTo>
                    <a:pt x="15337" y="1181"/>
                    <a:pt x="15310" y="1177"/>
                    <a:pt x="15283" y="1167"/>
                  </a:cubicBezTo>
                  <a:cubicBezTo>
                    <a:pt x="15147" y="1107"/>
                    <a:pt x="15073" y="927"/>
                    <a:pt x="14983" y="851"/>
                  </a:cubicBezTo>
                  <a:cubicBezTo>
                    <a:pt x="14577" y="477"/>
                    <a:pt x="14038" y="327"/>
                    <a:pt x="13528" y="147"/>
                  </a:cubicBezTo>
                  <a:cubicBezTo>
                    <a:pt x="13204" y="42"/>
                    <a:pt x="12837" y="1"/>
                    <a:pt x="124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 name="Google Shape;47;p8"/>
          <p:cNvGrpSpPr/>
          <p:nvPr/>
        </p:nvGrpSpPr>
        <p:grpSpPr>
          <a:xfrm rot="-241014">
            <a:off x="713340" y="562395"/>
            <a:ext cx="7717212" cy="4046306"/>
            <a:chOff x="181824" y="352651"/>
            <a:chExt cx="8719282" cy="4421445"/>
          </a:xfrm>
        </p:grpSpPr>
        <p:sp>
          <p:nvSpPr>
            <p:cNvPr id="48" name="Google Shape;48;p8"/>
            <p:cNvSpPr/>
            <p:nvPr/>
          </p:nvSpPr>
          <p:spPr>
            <a:xfrm>
              <a:off x="181824" y="352651"/>
              <a:ext cx="5142632" cy="4421445"/>
            </a:xfrm>
            <a:custGeom>
              <a:rect b="b" l="l" r="r" t="t"/>
              <a:pathLst>
                <a:path extrusionOk="0" h="26344" w="30641">
                  <a:moveTo>
                    <a:pt x="1586" y="3984"/>
                  </a:moveTo>
                  <a:cubicBezTo>
                    <a:pt x="1629" y="3984"/>
                    <a:pt x="1670" y="3986"/>
                    <a:pt x="1710" y="3991"/>
                  </a:cubicBezTo>
                  <a:cubicBezTo>
                    <a:pt x="1756" y="3991"/>
                    <a:pt x="1786" y="4006"/>
                    <a:pt x="1830" y="4021"/>
                  </a:cubicBezTo>
                  <a:cubicBezTo>
                    <a:pt x="1920" y="4036"/>
                    <a:pt x="1996" y="4021"/>
                    <a:pt x="2070" y="4081"/>
                  </a:cubicBezTo>
                  <a:cubicBezTo>
                    <a:pt x="2130" y="4111"/>
                    <a:pt x="2130" y="4171"/>
                    <a:pt x="2176" y="4216"/>
                  </a:cubicBezTo>
                  <a:cubicBezTo>
                    <a:pt x="2236" y="4276"/>
                    <a:pt x="2356" y="4306"/>
                    <a:pt x="2430" y="4336"/>
                  </a:cubicBezTo>
                  <a:cubicBezTo>
                    <a:pt x="2356" y="4336"/>
                    <a:pt x="2280" y="4320"/>
                    <a:pt x="2190" y="4320"/>
                  </a:cubicBezTo>
                  <a:cubicBezTo>
                    <a:pt x="2180" y="4317"/>
                    <a:pt x="2167" y="4316"/>
                    <a:pt x="2152" y="4316"/>
                  </a:cubicBezTo>
                  <a:cubicBezTo>
                    <a:pt x="2123" y="4316"/>
                    <a:pt x="2086" y="4320"/>
                    <a:pt x="2053" y="4320"/>
                  </a:cubicBezTo>
                  <a:cubicBezTo>
                    <a:pt x="2024" y="4320"/>
                    <a:pt x="1997" y="4317"/>
                    <a:pt x="1980" y="4306"/>
                  </a:cubicBezTo>
                  <a:cubicBezTo>
                    <a:pt x="1950" y="4290"/>
                    <a:pt x="1920" y="4246"/>
                    <a:pt x="1890" y="4231"/>
                  </a:cubicBezTo>
                  <a:cubicBezTo>
                    <a:pt x="1860" y="4201"/>
                    <a:pt x="1816" y="4156"/>
                    <a:pt x="1770" y="4126"/>
                  </a:cubicBezTo>
                  <a:cubicBezTo>
                    <a:pt x="1636" y="4036"/>
                    <a:pt x="1486" y="4021"/>
                    <a:pt x="1336" y="4021"/>
                  </a:cubicBezTo>
                  <a:lnTo>
                    <a:pt x="1053" y="4021"/>
                  </a:lnTo>
                  <a:cubicBezTo>
                    <a:pt x="1150" y="4014"/>
                    <a:pt x="1243" y="3991"/>
                    <a:pt x="1336" y="3991"/>
                  </a:cubicBezTo>
                  <a:cubicBezTo>
                    <a:pt x="1416" y="3991"/>
                    <a:pt x="1502" y="3984"/>
                    <a:pt x="1586" y="3984"/>
                  </a:cubicBezTo>
                  <a:close/>
                  <a:moveTo>
                    <a:pt x="1070" y="1"/>
                  </a:moveTo>
                  <a:cubicBezTo>
                    <a:pt x="1063" y="1"/>
                    <a:pt x="1057" y="1"/>
                    <a:pt x="1050" y="1"/>
                  </a:cubicBezTo>
                  <a:cubicBezTo>
                    <a:pt x="870" y="17"/>
                    <a:pt x="706" y="151"/>
                    <a:pt x="510" y="151"/>
                  </a:cubicBezTo>
                  <a:cubicBezTo>
                    <a:pt x="480" y="156"/>
                    <a:pt x="447" y="158"/>
                    <a:pt x="413" y="158"/>
                  </a:cubicBezTo>
                  <a:cubicBezTo>
                    <a:pt x="344" y="158"/>
                    <a:pt x="270" y="151"/>
                    <a:pt x="210" y="151"/>
                  </a:cubicBezTo>
                  <a:cubicBezTo>
                    <a:pt x="210" y="211"/>
                    <a:pt x="226" y="391"/>
                    <a:pt x="240" y="451"/>
                  </a:cubicBezTo>
                  <a:cubicBezTo>
                    <a:pt x="256" y="481"/>
                    <a:pt x="270" y="511"/>
                    <a:pt x="286" y="557"/>
                  </a:cubicBezTo>
                  <a:cubicBezTo>
                    <a:pt x="316" y="647"/>
                    <a:pt x="330" y="767"/>
                    <a:pt x="330" y="871"/>
                  </a:cubicBezTo>
                  <a:cubicBezTo>
                    <a:pt x="316" y="1007"/>
                    <a:pt x="360" y="1127"/>
                    <a:pt x="346" y="1247"/>
                  </a:cubicBezTo>
                  <a:cubicBezTo>
                    <a:pt x="346" y="1381"/>
                    <a:pt x="300" y="1501"/>
                    <a:pt x="300" y="1637"/>
                  </a:cubicBezTo>
                  <a:cubicBezTo>
                    <a:pt x="286" y="1741"/>
                    <a:pt x="256" y="1817"/>
                    <a:pt x="286" y="1907"/>
                  </a:cubicBezTo>
                  <a:cubicBezTo>
                    <a:pt x="300" y="1997"/>
                    <a:pt x="286" y="2071"/>
                    <a:pt x="300" y="2147"/>
                  </a:cubicBezTo>
                  <a:cubicBezTo>
                    <a:pt x="316" y="2221"/>
                    <a:pt x="346" y="2281"/>
                    <a:pt x="346" y="2356"/>
                  </a:cubicBezTo>
                  <a:cubicBezTo>
                    <a:pt x="360" y="2446"/>
                    <a:pt x="346" y="2521"/>
                    <a:pt x="346" y="2596"/>
                  </a:cubicBezTo>
                  <a:cubicBezTo>
                    <a:pt x="360" y="2686"/>
                    <a:pt x="390" y="2776"/>
                    <a:pt x="406" y="2866"/>
                  </a:cubicBezTo>
                  <a:cubicBezTo>
                    <a:pt x="436" y="3031"/>
                    <a:pt x="376" y="3136"/>
                    <a:pt x="300" y="3286"/>
                  </a:cubicBezTo>
                  <a:cubicBezTo>
                    <a:pt x="256" y="3376"/>
                    <a:pt x="256" y="3376"/>
                    <a:pt x="316" y="3466"/>
                  </a:cubicBezTo>
                  <a:cubicBezTo>
                    <a:pt x="406" y="3571"/>
                    <a:pt x="466" y="3676"/>
                    <a:pt x="540" y="3796"/>
                  </a:cubicBezTo>
                  <a:cubicBezTo>
                    <a:pt x="586" y="3841"/>
                    <a:pt x="616" y="3886"/>
                    <a:pt x="676" y="3916"/>
                  </a:cubicBezTo>
                  <a:cubicBezTo>
                    <a:pt x="736" y="3946"/>
                    <a:pt x="810" y="3976"/>
                    <a:pt x="870" y="4006"/>
                  </a:cubicBezTo>
                  <a:cubicBezTo>
                    <a:pt x="898" y="4014"/>
                    <a:pt x="926" y="4018"/>
                    <a:pt x="953" y="4021"/>
                  </a:cubicBezTo>
                  <a:lnTo>
                    <a:pt x="496" y="4021"/>
                  </a:lnTo>
                  <a:cubicBezTo>
                    <a:pt x="456" y="4021"/>
                    <a:pt x="396" y="4007"/>
                    <a:pt x="342" y="4007"/>
                  </a:cubicBezTo>
                  <a:cubicBezTo>
                    <a:pt x="315" y="4007"/>
                    <a:pt x="290" y="4011"/>
                    <a:pt x="270" y="4021"/>
                  </a:cubicBezTo>
                  <a:cubicBezTo>
                    <a:pt x="210" y="4066"/>
                    <a:pt x="226" y="4320"/>
                    <a:pt x="240" y="4380"/>
                  </a:cubicBezTo>
                  <a:cubicBezTo>
                    <a:pt x="256" y="4440"/>
                    <a:pt x="286" y="4500"/>
                    <a:pt x="286" y="4560"/>
                  </a:cubicBezTo>
                  <a:cubicBezTo>
                    <a:pt x="300" y="4636"/>
                    <a:pt x="270" y="4666"/>
                    <a:pt x="240" y="4740"/>
                  </a:cubicBezTo>
                  <a:cubicBezTo>
                    <a:pt x="196" y="4816"/>
                    <a:pt x="226" y="4860"/>
                    <a:pt x="226" y="4950"/>
                  </a:cubicBezTo>
                  <a:cubicBezTo>
                    <a:pt x="270" y="5236"/>
                    <a:pt x="240" y="5536"/>
                    <a:pt x="210" y="5806"/>
                  </a:cubicBezTo>
                  <a:cubicBezTo>
                    <a:pt x="196" y="5896"/>
                    <a:pt x="226" y="5986"/>
                    <a:pt x="240" y="6060"/>
                  </a:cubicBezTo>
                  <a:cubicBezTo>
                    <a:pt x="240" y="6136"/>
                    <a:pt x="256" y="6120"/>
                    <a:pt x="300" y="6180"/>
                  </a:cubicBezTo>
                  <a:cubicBezTo>
                    <a:pt x="360" y="6256"/>
                    <a:pt x="360" y="6300"/>
                    <a:pt x="346" y="6390"/>
                  </a:cubicBezTo>
                  <a:cubicBezTo>
                    <a:pt x="330" y="6496"/>
                    <a:pt x="316" y="6600"/>
                    <a:pt x="330" y="6720"/>
                  </a:cubicBezTo>
                  <a:cubicBezTo>
                    <a:pt x="330" y="6810"/>
                    <a:pt x="316" y="6900"/>
                    <a:pt x="330" y="6990"/>
                  </a:cubicBezTo>
                  <a:cubicBezTo>
                    <a:pt x="330" y="7126"/>
                    <a:pt x="300" y="7260"/>
                    <a:pt x="300" y="7395"/>
                  </a:cubicBezTo>
                  <a:cubicBezTo>
                    <a:pt x="286" y="7470"/>
                    <a:pt x="270" y="7530"/>
                    <a:pt x="270" y="7620"/>
                  </a:cubicBezTo>
                  <a:cubicBezTo>
                    <a:pt x="256" y="7800"/>
                    <a:pt x="210" y="7965"/>
                    <a:pt x="240" y="8145"/>
                  </a:cubicBezTo>
                  <a:cubicBezTo>
                    <a:pt x="240" y="8235"/>
                    <a:pt x="210" y="8310"/>
                    <a:pt x="210" y="8385"/>
                  </a:cubicBezTo>
                  <a:cubicBezTo>
                    <a:pt x="210" y="8445"/>
                    <a:pt x="226" y="8490"/>
                    <a:pt x="226" y="8535"/>
                  </a:cubicBezTo>
                  <a:cubicBezTo>
                    <a:pt x="240" y="8655"/>
                    <a:pt x="240" y="8760"/>
                    <a:pt x="240" y="8880"/>
                  </a:cubicBezTo>
                  <a:cubicBezTo>
                    <a:pt x="226" y="9000"/>
                    <a:pt x="256" y="9120"/>
                    <a:pt x="286" y="9240"/>
                  </a:cubicBezTo>
                  <a:cubicBezTo>
                    <a:pt x="316" y="9389"/>
                    <a:pt x="210" y="9555"/>
                    <a:pt x="150" y="9689"/>
                  </a:cubicBezTo>
                  <a:cubicBezTo>
                    <a:pt x="120" y="9749"/>
                    <a:pt x="90" y="9825"/>
                    <a:pt x="76" y="9885"/>
                  </a:cubicBezTo>
                  <a:cubicBezTo>
                    <a:pt x="60" y="9929"/>
                    <a:pt x="0" y="10019"/>
                    <a:pt x="16" y="10065"/>
                  </a:cubicBezTo>
                  <a:cubicBezTo>
                    <a:pt x="120" y="10035"/>
                    <a:pt x="180" y="9959"/>
                    <a:pt x="286" y="9915"/>
                  </a:cubicBezTo>
                  <a:cubicBezTo>
                    <a:pt x="346" y="9885"/>
                    <a:pt x="406" y="9855"/>
                    <a:pt x="480" y="9825"/>
                  </a:cubicBezTo>
                  <a:cubicBezTo>
                    <a:pt x="526" y="9795"/>
                    <a:pt x="600" y="9749"/>
                    <a:pt x="616" y="9689"/>
                  </a:cubicBezTo>
                  <a:cubicBezTo>
                    <a:pt x="630" y="9645"/>
                    <a:pt x="586" y="9555"/>
                    <a:pt x="586" y="9509"/>
                  </a:cubicBezTo>
                  <a:lnTo>
                    <a:pt x="586" y="9300"/>
                  </a:lnTo>
                  <a:cubicBezTo>
                    <a:pt x="586" y="9270"/>
                    <a:pt x="570" y="9225"/>
                    <a:pt x="586" y="9195"/>
                  </a:cubicBezTo>
                  <a:cubicBezTo>
                    <a:pt x="600" y="9150"/>
                    <a:pt x="706" y="9120"/>
                    <a:pt x="750" y="9090"/>
                  </a:cubicBezTo>
                  <a:cubicBezTo>
                    <a:pt x="810" y="9060"/>
                    <a:pt x="870" y="9000"/>
                    <a:pt x="916" y="8940"/>
                  </a:cubicBezTo>
                  <a:cubicBezTo>
                    <a:pt x="960" y="8895"/>
                    <a:pt x="990" y="8865"/>
                    <a:pt x="1050" y="8820"/>
                  </a:cubicBezTo>
                  <a:cubicBezTo>
                    <a:pt x="1126" y="8745"/>
                    <a:pt x="1200" y="8745"/>
                    <a:pt x="1306" y="8715"/>
                  </a:cubicBezTo>
                  <a:cubicBezTo>
                    <a:pt x="1380" y="8685"/>
                    <a:pt x="1456" y="8595"/>
                    <a:pt x="1546" y="8580"/>
                  </a:cubicBezTo>
                  <a:lnTo>
                    <a:pt x="1546" y="8580"/>
                  </a:lnTo>
                  <a:cubicBezTo>
                    <a:pt x="1516" y="8685"/>
                    <a:pt x="1410" y="8835"/>
                    <a:pt x="1336" y="8895"/>
                  </a:cubicBezTo>
                  <a:cubicBezTo>
                    <a:pt x="1246" y="8955"/>
                    <a:pt x="1200" y="9000"/>
                    <a:pt x="1096" y="9030"/>
                  </a:cubicBezTo>
                  <a:cubicBezTo>
                    <a:pt x="930" y="9060"/>
                    <a:pt x="930" y="9105"/>
                    <a:pt x="900" y="9270"/>
                  </a:cubicBezTo>
                  <a:cubicBezTo>
                    <a:pt x="856" y="9449"/>
                    <a:pt x="766" y="9615"/>
                    <a:pt x="736" y="9795"/>
                  </a:cubicBezTo>
                  <a:cubicBezTo>
                    <a:pt x="720" y="9825"/>
                    <a:pt x="720" y="9899"/>
                    <a:pt x="720" y="9945"/>
                  </a:cubicBezTo>
                  <a:cubicBezTo>
                    <a:pt x="736" y="9975"/>
                    <a:pt x="750" y="10005"/>
                    <a:pt x="750" y="10035"/>
                  </a:cubicBezTo>
                  <a:cubicBezTo>
                    <a:pt x="750" y="10109"/>
                    <a:pt x="630" y="10185"/>
                    <a:pt x="586" y="10229"/>
                  </a:cubicBezTo>
                  <a:cubicBezTo>
                    <a:pt x="556" y="10259"/>
                    <a:pt x="436" y="10305"/>
                    <a:pt x="406" y="10349"/>
                  </a:cubicBezTo>
                  <a:cubicBezTo>
                    <a:pt x="390" y="10379"/>
                    <a:pt x="406" y="10439"/>
                    <a:pt x="406" y="10469"/>
                  </a:cubicBezTo>
                  <a:cubicBezTo>
                    <a:pt x="406" y="10499"/>
                    <a:pt x="420" y="10545"/>
                    <a:pt x="406" y="10575"/>
                  </a:cubicBezTo>
                  <a:cubicBezTo>
                    <a:pt x="390" y="10635"/>
                    <a:pt x="300" y="10739"/>
                    <a:pt x="256" y="10785"/>
                  </a:cubicBezTo>
                  <a:cubicBezTo>
                    <a:pt x="270" y="10815"/>
                    <a:pt x="300" y="10845"/>
                    <a:pt x="316" y="10875"/>
                  </a:cubicBezTo>
                  <a:cubicBezTo>
                    <a:pt x="330" y="10889"/>
                    <a:pt x="330" y="10905"/>
                    <a:pt x="330" y="10919"/>
                  </a:cubicBezTo>
                  <a:cubicBezTo>
                    <a:pt x="346" y="10995"/>
                    <a:pt x="360" y="11055"/>
                    <a:pt x="390" y="11129"/>
                  </a:cubicBezTo>
                  <a:cubicBezTo>
                    <a:pt x="390" y="11159"/>
                    <a:pt x="420" y="11189"/>
                    <a:pt x="406" y="11235"/>
                  </a:cubicBezTo>
                  <a:cubicBezTo>
                    <a:pt x="390" y="11309"/>
                    <a:pt x="330" y="11339"/>
                    <a:pt x="346" y="11429"/>
                  </a:cubicBezTo>
                  <a:cubicBezTo>
                    <a:pt x="346" y="11475"/>
                    <a:pt x="360" y="11535"/>
                    <a:pt x="360" y="11595"/>
                  </a:cubicBezTo>
                  <a:cubicBezTo>
                    <a:pt x="376" y="11639"/>
                    <a:pt x="360" y="11685"/>
                    <a:pt x="376" y="11715"/>
                  </a:cubicBezTo>
                  <a:cubicBezTo>
                    <a:pt x="390" y="11759"/>
                    <a:pt x="436" y="11775"/>
                    <a:pt x="436" y="11819"/>
                  </a:cubicBezTo>
                  <a:cubicBezTo>
                    <a:pt x="450" y="11849"/>
                    <a:pt x="436" y="11895"/>
                    <a:pt x="436" y="11925"/>
                  </a:cubicBezTo>
                  <a:cubicBezTo>
                    <a:pt x="436" y="11969"/>
                    <a:pt x="450" y="12015"/>
                    <a:pt x="450" y="12075"/>
                  </a:cubicBezTo>
                  <a:cubicBezTo>
                    <a:pt x="466" y="12225"/>
                    <a:pt x="466" y="12419"/>
                    <a:pt x="436" y="12569"/>
                  </a:cubicBezTo>
                  <a:cubicBezTo>
                    <a:pt x="420" y="12644"/>
                    <a:pt x="390" y="12704"/>
                    <a:pt x="390" y="12779"/>
                  </a:cubicBezTo>
                  <a:cubicBezTo>
                    <a:pt x="406" y="12869"/>
                    <a:pt x="376" y="12944"/>
                    <a:pt x="360" y="13034"/>
                  </a:cubicBezTo>
                  <a:cubicBezTo>
                    <a:pt x="316" y="13169"/>
                    <a:pt x="256" y="13289"/>
                    <a:pt x="226" y="13424"/>
                  </a:cubicBezTo>
                  <a:cubicBezTo>
                    <a:pt x="196" y="13529"/>
                    <a:pt x="226" y="13649"/>
                    <a:pt x="256" y="13754"/>
                  </a:cubicBezTo>
                  <a:cubicBezTo>
                    <a:pt x="270" y="13814"/>
                    <a:pt x="300" y="13874"/>
                    <a:pt x="300" y="13934"/>
                  </a:cubicBezTo>
                  <a:cubicBezTo>
                    <a:pt x="300" y="13964"/>
                    <a:pt x="286" y="14009"/>
                    <a:pt x="286" y="14054"/>
                  </a:cubicBezTo>
                  <a:cubicBezTo>
                    <a:pt x="300" y="14099"/>
                    <a:pt x="360" y="14129"/>
                    <a:pt x="390" y="14159"/>
                  </a:cubicBezTo>
                  <a:cubicBezTo>
                    <a:pt x="466" y="14159"/>
                    <a:pt x="526" y="14129"/>
                    <a:pt x="600" y="14114"/>
                  </a:cubicBezTo>
                  <a:cubicBezTo>
                    <a:pt x="660" y="14099"/>
                    <a:pt x="720" y="14084"/>
                    <a:pt x="796" y="14054"/>
                  </a:cubicBezTo>
                  <a:cubicBezTo>
                    <a:pt x="916" y="14009"/>
                    <a:pt x="1066" y="13964"/>
                    <a:pt x="1186" y="13904"/>
                  </a:cubicBezTo>
                  <a:cubicBezTo>
                    <a:pt x="1230" y="13889"/>
                    <a:pt x="1260" y="13874"/>
                    <a:pt x="1290" y="13844"/>
                  </a:cubicBezTo>
                  <a:cubicBezTo>
                    <a:pt x="1320" y="13829"/>
                    <a:pt x="1336" y="13814"/>
                    <a:pt x="1366" y="13799"/>
                  </a:cubicBezTo>
                  <a:cubicBezTo>
                    <a:pt x="1410" y="13784"/>
                    <a:pt x="1440" y="13769"/>
                    <a:pt x="1486" y="13754"/>
                  </a:cubicBezTo>
                  <a:cubicBezTo>
                    <a:pt x="1510" y="13754"/>
                    <a:pt x="1563" y="13735"/>
                    <a:pt x="1607" y="13735"/>
                  </a:cubicBezTo>
                  <a:cubicBezTo>
                    <a:pt x="1617" y="13735"/>
                    <a:pt x="1627" y="13736"/>
                    <a:pt x="1636" y="13739"/>
                  </a:cubicBezTo>
                  <a:cubicBezTo>
                    <a:pt x="1620" y="13769"/>
                    <a:pt x="1590" y="13784"/>
                    <a:pt x="1560" y="13799"/>
                  </a:cubicBezTo>
                  <a:cubicBezTo>
                    <a:pt x="1530" y="13829"/>
                    <a:pt x="1486" y="13859"/>
                    <a:pt x="1440" y="13889"/>
                  </a:cubicBezTo>
                  <a:cubicBezTo>
                    <a:pt x="1380" y="13904"/>
                    <a:pt x="1336" y="13919"/>
                    <a:pt x="1290" y="13949"/>
                  </a:cubicBezTo>
                  <a:cubicBezTo>
                    <a:pt x="1246" y="13964"/>
                    <a:pt x="1200" y="13949"/>
                    <a:pt x="1170" y="13979"/>
                  </a:cubicBezTo>
                  <a:cubicBezTo>
                    <a:pt x="1126" y="13994"/>
                    <a:pt x="1096" y="14024"/>
                    <a:pt x="1066" y="14039"/>
                  </a:cubicBezTo>
                  <a:cubicBezTo>
                    <a:pt x="976" y="14084"/>
                    <a:pt x="886" y="14099"/>
                    <a:pt x="796" y="14114"/>
                  </a:cubicBezTo>
                  <a:cubicBezTo>
                    <a:pt x="600" y="14189"/>
                    <a:pt x="450" y="14384"/>
                    <a:pt x="316" y="14519"/>
                  </a:cubicBezTo>
                  <a:cubicBezTo>
                    <a:pt x="300" y="14578"/>
                    <a:pt x="286" y="14624"/>
                    <a:pt x="286" y="14668"/>
                  </a:cubicBezTo>
                  <a:cubicBezTo>
                    <a:pt x="270" y="14744"/>
                    <a:pt x="286" y="14804"/>
                    <a:pt x="286" y="14864"/>
                  </a:cubicBezTo>
                  <a:cubicBezTo>
                    <a:pt x="300" y="14924"/>
                    <a:pt x="286" y="14968"/>
                    <a:pt x="300" y="15028"/>
                  </a:cubicBezTo>
                  <a:cubicBezTo>
                    <a:pt x="300" y="15058"/>
                    <a:pt x="300" y="15088"/>
                    <a:pt x="316" y="15134"/>
                  </a:cubicBezTo>
                  <a:cubicBezTo>
                    <a:pt x="316" y="15194"/>
                    <a:pt x="346" y="15268"/>
                    <a:pt x="346" y="15328"/>
                  </a:cubicBezTo>
                  <a:cubicBezTo>
                    <a:pt x="360" y="15404"/>
                    <a:pt x="360" y="15464"/>
                    <a:pt x="376" y="15538"/>
                  </a:cubicBezTo>
                  <a:cubicBezTo>
                    <a:pt x="376" y="15584"/>
                    <a:pt x="390" y="15598"/>
                    <a:pt x="420" y="15628"/>
                  </a:cubicBezTo>
                  <a:lnTo>
                    <a:pt x="510" y="15718"/>
                  </a:lnTo>
                  <a:cubicBezTo>
                    <a:pt x="540" y="15734"/>
                    <a:pt x="556" y="15748"/>
                    <a:pt x="570" y="15764"/>
                  </a:cubicBezTo>
                  <a:cubicBezTo>
                    <a:pt x="526" y="15808"/>
                    <a:pt x="390" y="15854"/>
                    <a:pt x="376" y="15928"/>
                  </a:cubicBezTo>
                  <a:lnTo>
                    <a:pt x="376" y="16034"/>
                  </a:lnTo>
                  <a:cubicBezTo>
                    <a:pt x="376" y="16078"/>
                    <a:pt x="390" y="16124"/>
                    <a:pt x="390" y="16168"/>
                  </a:cubicBezTo>
                  <a:cubicBezTo>
                    <a:pt x="406" y="16214"/>
                    <a:pt x="420" y="16274"/>
                    <a:pt x="420" y="16318"/>
                  </a:cubicBezTo>
                  <a:cubicBezTo>
                    <a:pt x="420" y="16378"/>
                    <a:pt x="420" y="16438"/>
                    <a:pt x="406" y="16498"/>
                  </a:cubicBezTo>
                  <a:cubicBezTo>
                    <a:pt x="390" y="16544"/>
                    <a:pt x="376" y="16588"/>
                    <a:pt x="376" y="16648"/>
                  </a:cubicBezTo>
                  <a:cubicBezTo>
                    <a:pt x="360" y="16678"/>
                    <a:pt x="376" y="16738"/>
                    <a:pt x="390" y="16768"/>
                  </a:cubicBezTo>
                  <a:lnTo>
                    <a:pt x="390" y="16858"/>
                  </a:lnTo>
                  <a:cubicBezTo>
                    <a:pt x="390" y="16904"/>
                    <a:pt x="376" y="16934"/>
                    <a:pt x="376" y="16978"/>
                  </a:cubicBezTo>
                  <a:cubicBezTo>
                    <a:pt x="346" y="17098"/>
                    <a:pt x="286" y="17204"/>
                    <a:pt x="256" y="17324"/>
                  </a:cubicBezTo>
                  <a:cubicBezTo>
                    <a:pt x="240" y="17368"/>
                    <a:pt x="240" y="17398"/>
                    <a:pt x="240" y="17428"/>
                  </a:cubicBezTo>
                  <a:cubicBezTo>
                    <a:pt x="240" y="17458"/>
                    <a:pt x="256" y="17488"/>
                    <a:pt x="256" y="17534"/>
                  </a:cubicBezTo>
                  <a:cubicBezTo>
                    <a:pt x="256" y="17608"/>
                    <a:pt x="240" y="17698"/>
                    <a:pt x="256" y="17788"/>
                  </a:cubicBezTo>
                  <a:cubicBezTo>
                    <a:pt x="256" y="17818"/>
                    <a:pt x="256" y="17848"/>
                    <a:pt x="270" y="17863"/>
                  </a:cubicBezTo>
                  <a:cubicBezTo>
                    <a:pt x="286" y="17938"/>
                    <a:pt x="286" y="18028"/>
                    <a:pt x="286" y="18103"/>
                  </a:cubicBezTo>
                  <a:cubicBezTo>
                    <a:pt x="286" y="18283"/>
                    <a:pt x="300" y="18478"/>
                    <a:pt x="270" y="18643"/>
                  </a:cubicBezTo>
                  <a:cubicBezTo>
                    <a:pt x="240" y="18793"/>
                    <a:pt x="240" y="18943"/>
                    <a:pt x="240" y="19108"/>
                  </a:cubicBezTo>
                  <a:cubicBezTo>
                    <a:pt x="226" y="19243"/>
                    <a:pt x="196" y="19393"/>
                    <a:pt x="196" y="19543"/>
                  </a:cubicBezTo>
                  <a:cubicBezTo>
                    <a:pt x="196" y="19648"/>
                    <a:pt x="196" y="19753"/>
                    <a:pt x="226" y="19843"/>
                  </a:cubicBezTo>
                  <a:cubicBezTo>
                    <a:pt x="226" y="19903"/>
                    <a:pt x="240" y="19947"/>
                    <a:pt x="240" y="19993"/>
                  </a:cubicBezTo>
                  <a:cubicBezTo>
                    <a:pt x="240" y="20023"/>
                    <a:pt x="226" y="20083"/>
                    <a:pt x="240" y="20113"/>
                  </a:cubicBezTo>
                  <a:cubicBezTo>
                    <a:pt x="240" y="20127"/>
                    <a:pt x="300" y="20173"/>
                    <a:pt x="316" y="20187"/>
                  </a:cubicBezTo>
                  <a:cubicBezTo>
                    <a:pt x="316" y="20277"/>
                    <a:pt x="330" y="20353"/>
                    <a:pt x="330" y="20443"/>
                  </a:cubicBezTo>
                  <a:cubicBezTo>
                    <a:pt x="346" y="20473"/>
                    <a:pt x="330" y="20503"/>
                    <a:pt x="346" y="20533"/>
                  </a:cubicBezTo>
                  <a:cubicBezTo>
                    <a:pt x="360" y="20563"/>
                    <a:pt x="376" y="20577"/>
                    <a:pt x="406" y="20577"/>
                  </a:cubicBezTo>
                  <a:cubicBezTo>
                    <a:pt x="436" y="20593"/>
                    <a:pt x="510" y="20593"/>
                    <a:pt x="526" y="20637"/>
                  </a:cubicBezTo>
                  <a:cubicBezTo>
                    <a:pt x="496" y="20653"/>
                    <a:pt x="480" y="20653"/>
                    <a:pt x="450" y="20667"/>
                  </a:cubicBezTo>
                  <a:cubicBezTo>
                    <a:pt x="420" y="20667"/>
                    <a:pt x="406" y="20667"/>
                    <a:pt x="376" y="20683"/>
                  </a:cubicBezTo>
                  <a:cubicBezTo>
                    <a:pt x="356" y="20683"/>
                    <a:pt x="336" y="20676"/>
                    <a:pt x="320" y="20676"/>
                  </a:cubicBezTo>
                  <a:cubicBezTo>
                    <a:pt x="312" y="20676"/>
                    <a:pt x="306" y="20678"/>
                    <a:pt x="300" y="20683"/>
                  </a:cubicBezTo>
                  <a:cubicBezTo>
                    <a:pt x="300" y="20727"/>
                    <a:pt x="286" y="20757"/>
                    <a:pt x="270" y="20803"/>
                  </a:cubicBezTo>
                  <a:cubicBezTo>
                    <a:pt x="256" y="20847"/>
                    <a:pt x="256" y="20907"/>
                    <a:pt x="240" y="20953"/>
                  </a:cubicBezTo>
                  <a:cubicBezTo>
                    <a:pt x="226" y="21013"/>
                    <a:pt x="196" y="21057"/>
                    <a:pt x="210" y="21117"/>
                  </a:cubicBezTo>
                  <a:cubicBezTo>
                    <a:pt x="226" y="21133"/>
                    <a:pt x="226" y="21147"/>
                    <a:pt x="240" y="21163"/>
                  </a:cubicBezTo>
                  <a:cubicBezTo>
                    <a:pt x="240" y="21223"/>
                    <a:pt x="240" y="21297"/>
                    <a:pt x="226" y="21357"/>
                  </a:cubicBezTo>
                  <a:cubicBezTo>
                    <a:pt x="226" y="21417"/>
                    <a:pt x="210" y="21493"/>
                    <a:pt x="210" y="21567"/>
                  </a:cubicBezTo>
                  <a:cubicBezTo>
                    <a:pt x="210" y="21627"/>
                    <a:pt x="226" y="21673"/>
                    <a:pt x="226" y="21733"/>
                  </a:cubicBezTo>
                  <a:cubicBezTo>
                    <a:pt x="240" y="21867"/>
                    <a:pt x="286" y="21987"/>
                    <a:pt x="256" y="22123"/>
                  </a:cubicBezTo>
                  <a:cubicBezTo>
                    <a:pt x="240" y="22197"/>
                    <a:pt x="226" y="22287"/>
                    <a:pt x="240" y="22377"/>
                  </a:cubicBezTo>
                  <a:cubicBezTo>
                    <a:pt x="240" y="22407"/>
                    <a:pt x="256" y="22453"/>
                    <a:pt x="256" y="22497"/>
                  </a:cubicBezTo>
                  <a:cubicBezTo>
                    <a:pt x="270" y="22557"/>
                    <a:pt x="270" y="22617"/>
                    <a:pt x="270" y="22677"/>
                  </a:cubicBezTo>
                  <a:cubicBezTo>
                    <a:pt x="286" y="22723"/>
                    <a:pt x="270" y="22752"/>
                    <a:pt x="270" y="22797"/>
                  </a:cubicBezTo>
                  <a:cubicBezTo>
                    <a:pt x="270" y="22812"/>
                    <a:pt x="286" y="22827"/>
                    <a:pt x="286" y="22827"/>
                  </a:cubicBezTo>
                  <a:cubicBezTo>
                    <a:pt x="316" y="22887"/>
                    <a:pt x="330" y="22932"/>
                    <a:pt x="346" y="22992"/>
                  </a:cubicBezTo>
                  <a:cubicBezTo>
                    <a:pt x="376" y="23067"/>
                    <a:pt x="360" y="23097"/>
                    <a:pt x="360" y="23172"/>
                  </a:cubicBezTo>
                  <a:cubicBezTo>
                    <a:pt x="346" y="23232"/>
                    <a:pt x="360" y="23292"/>
                    <a:pt x="360" y="23352"/>
                  </a:cubicBezTo>
                  <a:cubicBezTo>
                    <a:pt x="376" y="23397"/>
                    <a:pt x="406" y="23412"/>
                    <a:pt x="450" y="23427"/>
                  </a:cubicBezTo>
                  <a:cubicBezTo>
                    <a:pt x="518" y="23450"/>
                    <a:pt x="593" y="23457"/>
                    <a:pt x="670" y="23457"/>
                  </a:cubicBezTo>
                  <a:cubicBezTo>
                    <a:pt x="747" y="23457"/>
                    <a:pt x="825" y="23450"/>
                    <a:pt x="900" y="23442"/>
                  </a:cubicBezTo>
                  <a:cubicBezTo>
                    <a:pt x="1036" y="23427"/>
                    <a:pt x="1156" y="23427"/>
                    <a:pt x="1290" y="23427"/>
                  </a:cubicBezTo>
                  <a:lnTo>
                    <a:pt x="1440" y="23427"/>
                  </a:lnTo>
                  <a:cubicBezTo>
                    <a:pt x="1456" y="23412"/>
                    <a:pt x="1470" y="23412"/>
                    <a:pt x="1486" y="23397"/>
                  </a:cubicBezTo>
                  <a:lnTo>
                    <a:pt x="1710" y="23397"/>
                  </a:lnTo>
                  <a:cubicBezTo>
                    <a:pt x="1770" y="23397"/>
                    <a:pt x="1846" y="23412"/>
                    <a:pt x="1906" y="23427"/>
                  </a:cubicBezTo>
                  <a:cubicBezTo>
                    <a:pt x="1936" y="23427"/>
                    <a:pt x="2010" y="23442"/>
                    <a:pt x="2026" y="23457"/>
                  </a:cubicBezTo>
                  <a:cubicBezTo>
                    <a:pt x="1898" y="23474"/>
                    <a:pt x="1773" y="23478"/>
                    <a:pt x="1648" y="23478"/>
                  </a:cubicBezTo>
                  <a:cubicBezTo>
                    <a:pt x="1544" y="23478"/>
                    <a:pt x="1441" y="23476"/>
                    <a:pt x="1338" y="23476"/>
                  </a:cubicBezTo>
                  <a:cubicBezTo>
                    <a:pt x="1243" y="23476"/>
                    <a:pt x="1147" y="23478"/>
                    <a:pt x="1050" y="23487"/>
                  </a:cubicBezTo>
                  <a:cubicBezTo>
                    <a:pt x="946" y="23502"/>
                    <a:pt x="856" y="23532"/>
                    <a:pt x="750" y="23547"/>
                  </a:cubicBezTo>
                  <a:cubicBezTo>
                    <a:pt x="660" y="23562"/>
                    <a:pt x="570" y="23562"/>
                    <a:pt x="480" y="23577"/>
                  </a:cubicBezTo>
                  <a:cubicBezTo>
                    <a:pt x="390" y="23592"/>
                    <a:pt x="316" y="23607"/>
                    <a:pt x="270" y="23697"/>
                  </a:cubicBezTo>
                  <a:cubicBezTo>
                    <a:pt x="270" y="23727"/>
                    <a:pt x="286" y="23772"/>
                    <a:pt x="286" y="23802"/>
                  </a:cubicBezTo>
                  <a:cubicBezTo>
                    <a:pt x="300" y="23847"/>
                    <a:pt x="300" y="23892"/>
                    <a:pt x="300" y="23937"/>
                  </a:cubicBezTo>
                  <a:cubicBezTo>
                    <a:pt x="300" y="24087"/>
                    <a:pt x="270" y="24222"/>
                    <a:pt x="256" y="24372"/>
                  </a:cubicBezTo>
                  <a:cubicBezTo>
                    <a:pt x="256" y="24447"/>
                    <a:pt x="240" y="24522"/>
                    <a:pt x="226" y="24597"/>
                  </a:cubicBezTo>
                  <a:cubicBezTo>
                    <a:pt x="196" y="24627"/>
                    <a:pt x="196" y="24672"/>
                    <a:pt x="196" y="24717"/>
                  </a:cubicBezTo>
                  <a:cubicBezTo>
                    <a:pt x="196" y="24762"/>
                    <a:pt x="210" y="24822"/>
                    <a:pt x="210" y="24866"/>
                  </a:cubicBezTo>
                  <a:cubicBezTo>
                    <a:pt x="210" y="24926"/>
                    <a:pt x="226" y="24986"/>
                    <a:pt x="240" y="25046"/>
                  </a:cubicBezTo>
                  <a:cubicBezTo>
                    <a:pt x="270" y="25152"/>
                    <a:pt x="286" y="25242"/>
                    <a:pt x="300" y="25346"/>
                  </a:cubicBezTo>
                  <a:cubicBezTo>
                    <a:pt x="300" y="25436"/>
                    <a:pt x="300" y="25526"/>
                    <a:pt x="286" y="25616"/>
                  </a:cubicBezTo>
                  <a:cubicBezTo>
                    <a:pt x="270" y="25646"/>
                    <a:pt x="270" y="25676"/>
                    <a:pt x="270" y="25692"/>
                  </a:cubicBezTo>
                  <a:cubicBezTo>
                    <a:pt x="270" y="25706"/>
                    <a:pt x="270" y="25722"/>
                    <a:pt x="286" y="25736"/>
                  </a:cubicBezTo>
                  <a:cubicBezTo>
                    <a:pt x="300" y="25812"/>
                    <a:pt x="300" y="25886"/>
                    <a:pt x="300" y="25962"/>
                  </a:cubicBezTo>
                  <a:cubicBezTo>
                    <a:pt x="300" y="25992"/>
                    <a:pt x="346" y="26232"/>
                    <a:pt x="300" y="26246"/>
                  </a:cubicBezTo>
                  <a:cubicBezTo>
                    <a:pt x="461" y="26246"/>
                    <a:pt x="634" y="26252"/>
                    <a:pt x="806" y="26252"/>
                  </a:cubicBezTo>
                  <a:cubicBezTo>
                    <a:pt x="1020" y="26252"/>
                    <a:pt x="1234" y="26243"/>
                    <a:pt x="1426" y="26202"/>
                  </a:cubicBezTo>
                  <a:cubicBezTo>
                    <a:pt x="1530" y="26172"/>
                    <a:pt x="1560" y="26142"/>
                    <a:pt x="1650" y="26082"/>
                  </a:cubicBezTo>
                  <a:cubicBezTo>
                    <a:pt x="1710" y="26066"/>
                    <a:pt x="1756" y="26022"/>
                    <a:pt x="1770" y="25976"/>
                  </a:cubicBezTo>
                  <a:cubicBezTo>
                    <a:pt x="1770" y="25946"/>
                    <a:pt x="1786" y="25932"/>
                    <a:pt x="1816" y="25916"/>
                  </a:cubicBezTo>
                  <a:cubicBezTo>
                    <a:pt x="1843" y="25903"/>
                    <a:pt x="1866" y="25898"/>
                    <a:pt x="1887" y="25898"/>
                  </a:cubicBezTo>
                  <a:cubicBezTo>
                    <a:pt x="1935" y="25898"/>
                    <a:pt x="1973" y="25925"/>
                    <a:pt x="2026" y="25946"/>
                  </a:cubicBezTo>
                  <a:cubicBezTo>
                    <a:pt x="2060" y="25951"/>
                    <a:pt x="2102" y="25953"/>
                    <a:pt x="2146" y="25953"/>
                  </a:cubicBezTo>
                  <a:cubicBezTo>
                    <a:pt x="2234" y="25953"/>
                    <a:pt x="2330" y="25946"/>
                    <a:pt x="2400" y="25946"/>
                  </a:cubicBezTo>
                  <a:cubicBezTo>
                    <a:pt x="2476" y="25946"/>
                    <a:pt x="2550" y="25932"/>
                    <a:pt x="2640" y="25902"/>
                  </a:cubicBezTo>
                  <a:cubicBezTo>
                    <a:pt x="2686" y="25886"/>
                    <a:pt x="2716" y="25856"/>
                    <a:pt x="2730" y="25812"/>
                  </a:cubicBezTo>
                  <a:cubicBezTo>
                    <a:pt x="2850" y="25722"/>
                    <a:pt x="3015" y="25662"/>
                    <a:pt x="3165" y="25646"/>
                  </a:cubicBezTo>
                  <a:lnTo>
                    <a:pt x="3165" y="25646"/>
                  </a:lnTo>
                  <a:cubicBezTo>
                    <a:pt x="3165" y="25722"/>
                    <a:pt x="3135" y="25812"/>
                    <a:pt x="3165" y="25886"/>
                  </a:cubicBezTo>
                  <a:cubicBezTo>
                    <a:pt x="3189" y="25968"/>
                    <a:pt x="3212" y="25977"/>
                    <a:pt x="3283" y="25977"/>
                  </a:cubicBezTo>
                  <a:cubicBezTo>
                    <a:pt x="3304" y="25977"/>
                    <a:pt x="3329" y="25976"/>
                    <a:pt x="3360" y="25976"/>
                  </a:cubicBezTo>
                  <a:cubicBezTo>
                    <a:pt x="3455" y="25981"/>
                    <a:pt x="3552" y="25983"/>
                    <a:pt x="3650" y="25983"/>
                  </a:cubicBezTo>
                  <a:cubicBezTo>
                    <a:pt x="3845" y="25983"/>
                    <a:pt x="4045" y="25976"/>
                    <a:pt x="4245" y="25976"/>
                  </a:cubicBezTo>
                  <a:cubicBezTo>
                    <a:pt x="4665" y="25992"/>
                    <a:pt x="5085" y="26052"/>
                    <a:pt x="5505" y="26066"/>
                  </a:cubicBezTo>
                  <a:cubicBezTo>
                    <a:pt x="5605" y="26066"/>
                    <a:pt x="5698" y="26060"/>
                    <a:pt x="5793" y="26060"/>
                  </a:cubicBezTo>
                  <a:cubicBezTo>
                    <a:pt x="5841" y="26060"/>
                    <a:pt x="5889" y="26061"/>
                    <a:pt x="5939" y="26066"/>
                  </a:cubicBezTo>
                  <a:cubicBezTo>
                    <a:pt x="6119" y="26082"/>
                    <a:pt x="6285" y="26126"/>
                    <a:pt x="6465" y="26142"/>
                  </a:cubicBezTo>
                  <a:cubicBezTo>
                    <a:pt x="6989" y="26202"/>
                    <a:pt x="7515" y="26126"/>
                    <a:pt x="8039" y="26246"/>
                  </a:cubicBezTo>
                  <a:cubicBezTo>
                    <a:pt x="8110" y="26263"/>
                    <a:pt x="8180" y="26270"/>
                    <a:pt x="8250" y="26270"/>
                  </a:cubicBezTo>
                  <a:cubicBezTo>
                    <a:pt x="8485" y="26270"/>
                    <a:pt x="8710" y="26188"/>
                    <a:pt x="8954" y="26142"/>
                  </a:cubicBezTo>
                  <a:cubicBezTo>
                    <a:pt x="9221" y="26083"/>
                    <a:pt x="9511" y="26053"/>
                    <a:pt x="9802" y="26053"/>
                  </a:cubicBezTo>
                  <a:cubicBezTo>
                    <a:pt x="10033" y="26053"/>
                    <a:pt x="10264" y="26072"/>
                    <a:pt x="10484" y="26112"/>
                  </a:cubicBezTo>
                  <a:cubicBezTo>
                    <a:pt x="10661" y="26139"/>
                    <a:pt x="10865" y="26204"/>
                    <a:pt x="11059" y="26204"/>
                  </a:cubicBezTo>
                  <a:cubicBezTo>
                    <a:pt x="11077" y="26204"/>
                    <a:pt x="11096" y="26203"/>
                    <a:pt x="11114" y="26202"/>
                  </a:cubicBezTo>
                  <a:cubicBezTo>
                    <a:pt x="11638" y="26142"/>
                    <a:pt x="12148" y="25976"/>
                    <a:pt x="12688" y="25976"/>
                  </a:cubicBezTo>
                  <a:cubicBezTo>
                    <a:pt x="13408" y="25992"/>
                    <a:pt x="14113" y="26232"/>
                    <a:pt x="14818" y="26322"/>
                  </a:cubicBezTo>
                  <a:cubicBezTo>
                    <a:pt x="14931" y="26337"/>
                    <a:pt x="15045" y="26344"/>
                    <a:pt x="15160" y="26344"/>
                  </a:cubicBezTo>
                  <a:cubicBezTo>
                    <a:pt x="15595" y="26344"/>
                    <a:pt x="16040" y="26252"/>
                    <a:pt x="16467" y="26216"/>
                  </a:cubicBezTo>
                  <a:cubicBezTo>
                    <a:pt x="16671" y="26197"/>
                    <a:pt x="16875" y="26192"/>
                    <a:pt x="17080" y="26192"/>
                  </a:cubicBezTo>
                  <a:cubicBezTo>
                    <a:pt x="17355" y="26192"/>
                    <a:pt x="17631" y="26202"/>
                    <a:pt x="17907" y="26202"/>
                  </a:cubicBezTo>
                  <a:cubicBezTo>
                    <a:pt x="18117" y="26202"/>
                    <a:pt x="18312" y="26172"/>
                    <a:pt x="18522" y="26126"/>
                  </a:cubicBezTo>
                  <a:cubicBezTo>
                    <a:pt x="18717" y="26082"/>
                    <a:pt x="18702" y="26022"/>
                    <a:pt x="18882" y="26022"/>
                  </a:cubicBezTo>
                  <a:lnTo>
                    <a:pt x="19962" y="26022"/>
                  </a:lnTo>
                  <a:cubicBezTo>
                    <a:pt x="20232" y="26022"/>
                    <a:pt x="20506" y="26014"/>
                    <a:pt x="20781" y="26014"/>
                  </a:cubicBezTo>
                  <a:cubicBezTo>
                    <a:pt x="21057" y="26014"/>
                    <a:pt x="21334" y="26022"/>
                    <a:pt x="21612" y="26052"/>
                  </a:cubicBezTo>
                  <a:cubicBezTo>
                    <a:pt x="21729" y="26068"/>
                    <a:pt x="21846" y="26072"/>
                    <a:pt x="21963" y="26072"/>
                  </a:cubicBezTo>
                  <a:cubicBezTo>
                    <a:pt x="22126" y="26072"/>
                    <a:pt x="22289" y="26063"/>
                    <a:pt x="22452" y="26063"/>
                  </a:cubicBezTo>
                  <a:cubicBezTo>
                    <a:pt x="22502" y="26063"/>
                    <a:pt x="22552" y="26064"/>
                    <a:pt x="22602" y="26066"/>
                  </a:cubicBezTo>
                  <a:cubicBezTo>
                    <a:pt x="22736" y="26066"/>
                    <a:pt x="22826" y="26156"/>
                    <a:pt x="22976" y="26156"/>
                  </a:cubicBezTo>
                  <a:cubicBezTo>
                    <a:pt x="23142" y="26156"/>
                    <a:pt x="23291" y="26112"/>
                    <a:pt x="23441" y="26112"/>
                  </a:cubicBezTo>
                  <a:cubicBezTo>
                    <a:pt x="23591" y="26096"/>
                    <a:pt x="23726" y="26112"/>
                    <a:pt x="23876" y="26066"/>
                  </a:cubicBezTo>
                  <a:cubicBezTo>
                    <a:pt x="23981" y="26036"/>
                    <a:pt x="24071" y="26022"/>
                    <a:pt x="24176" y="26022"/>
                  </a:cubicBezTo>
                  <a:lnTo>
                    <a:pt x="24776" y="26022"/>
                  </a:lnTo>
                  <a:cubicBezTo>
                    <a:pt x="24941" y="26022"/>
                    <a:pt x="25076" y="26066"/>
                    <a:pt x="25226" y="26112"/>
                  </a:cubicBezTo>
                  <a:cubicBezTo>
                    <a:pt x="25345" y="26149"/>
                    <a:pt x="25465" y="26157"/>
                    <a:pt x="25587" y="26157"/>
                  </a:cubicBezTo>
                  <a:cubicBezTo>
                    <a:pt x="25670" y="26157"/>
                    <a:pt x="25753" y="26153"/>
                    <a:pt x="25838" y="26153"/>
                  </a:cubicBezTo>
                  <a:cubicBezTo>
                    <a:pt x="25878" y="26153"/>
                    <a:pt x="25920" y="26154"/>
                    <a:pt x="25961" y="26156"/>
                  </a:cubicBezTo>
                  <a:cubicBezTo>
                    <a:pt x="26125" y="26172"/>
                    <a:pt x="26291" y="26232"/>
                    <a:pt x="26455" y="26246"/>
                  </a:cubicBezTo>
                  <a:cubicBezTo>
                    <a:pt x="26492" y="26249"/>
                    <a:pt x="26530" y="26251"/>
                    <a:pt x="26567" y="26251"/>
                  </a:cubicBezTo>
                  <a:cubicBezTo>
                    <a:pt x="26710" y="26251"/>
                    <a:pt x="26852" y="26232"/>
                    <a:pt x="26995" y="26232"/>
                  </a:cubicBezTo>
                  <a:cubicBezTo>
                    <a:pt x="27085" y="26246"/>
                    <a:pt x="27145" y="26322"/>
                    <a:pt x="27221" y="26322"/>
                  </a:cubicBezTo>
                  <a:cubicBezTo>
                    <a:pt x="27224" y="26322"/>
                    <a:pt x="27228" y="26323"/>
                    <a:pt x="27232" y="26323"/>
                  </a:cubicBezTo>
                  <a:cubicBezTo>
                    <a:pt x="27332" y="26323"/>
                    <a:pt x="27596" y="26156"/>
                    <a:pt x="27611" y="26142"/>
                  </a:cubicBezTo>
                  <a:cubicBezTo>
                    <a:pt x="27726" y="26084"/>
                    <a:pt x="27939" y="26110"/>
                    <a:pt x="28022" y="26031"/>
                  </a:cubicBezTo>
                  <a:lnTo>
                    <a:pt x="28022" y="26031"/>
                  </a:lnTo>
                  <a:cubicBezTo>
                    <a:pt x="28074" y="26117"/>
                    <a:pt x="28165" y="26220"/>
                    <a:pt x="28255" y="26246"/>
                  </a:cubicBezTo>
                  <a:cubicBezTo>
                    <a:pt x="28285" y="26256"/>
                    <a:pt x="28327" y="26260"/>
                    <a:pt x="28373" y="26260"/>
                  </a:cubicBezTo>
                  <a:cubicBezTo>
                    <a:pt x="28465" y="26260"/>
                    <a:pt x="28575" y="26246"/>
                    <a:pt x="28645" y="26246"/>
                  </a:cubicBezTo>
                  <a:lnTo>
                    <a:pt x="28945" y="26246"/>
                  </a:lnTo>
                  <a:cubicBezTo>
                    <a:pt x="29085" y="26234"/>
                    <a:pt x="29256" y="26146"/>
                    <a:pt x="29397" y="26146"/>
                  </a:cubicBezTo>
                  <a:cubicBezTo>
                    <a:pt x="29422" y="26146"/>
                    <a:pt x="29447" y="26149"/>
                    <a:pt x="29470" y="26156"/>
                  </a:cubicBezTo>
                  <a:cubicBezTo>
                    <a:pt x="29590" y="26202"/>
                    <a:pt x="29680" y="26262"/>
                    <a:pt x="29800" y="26292"/>
                  </a:cubicBezTo>
                  <a:cubicBezTo>
                    <a:pt x="29927" y="26321"/>
                    <a:pt x="30074" y="26344"/>
                    <a:pt x="30210" y="26344"/>
                  </a:cubicBezTo>
                  <a:cubicBezTo>
                    <a:pt x="30282" y="26344"/>
                    <a:pt x="30352" y="26337"/>
                    <a:pt x="30414" y="26322"/>
                  </a:cubicBezTo>
                  <a:cubicBezTo>
                    <a:pt x="30430" y="26246"/>
                    <a:pt x="30325" y="26172"/>
                    <a:pt x="30295" y="26096"/>
                  </a:cubicBezTo>
                  <a:cubicBezTo>
                    <a:pt x="30265" y="26022"/>
                    <a:pt x="30265" y="25946"/>
                    <a:pt x="30250" y="25872"/>
                  </a:cubicBezTo>
                  <a:cubicBezTo>
                    <a:pt x="30220" y="25556"/>
                    <a:pt x="30295" y="25242"/>
                    <a:pt x="30295" y="24942"/>
                  </a:cubicBezTo>
                  <a:cubicBezTo>
                    <a:pt x="30280" y="24762"/>
                    <a:pt x="30310" y="24627"/>
                    <a:pt x="30370" y="24462"/>
                  </a:cubicBezTo>
                  <a:cubicBezTo>
                    <a:pt x="30414" y="24327"/>
                    <a:pt x="30414" y="24267"/>
                    <a:pt x="30400" y="24132"/>
                  </a:cubicBezTo>
                  <a:cubicBezTo>
                    <a:pt x="30340" y="23832"/>
                    <a:pt x="30325" y="23562"/>
                    <a:pt x="30340" y="23262"/>
                  </a:cubicBezTo>
                  <a:cubicBezTo>
                    <a:pt x="30340" y="23037"/>
                    <a:pt x="30310" y="22827"/>
                    <a:pt x="30250" y="22617"/>
                  </a:cubicBezTo>
                  <a:cubicBezTo>
                    <a:pt x="30190" y="22453"/>
                    <a:pt x="30160" y="22303"/>
                    <a:pt x="30160" y="22123"/>
                  </a:cubicBezTo>
                  <a:cubicBezTo>
                    <a:pt x="30160" y="21703"/>
                    <a:pt x="30250" y="21283"/>
                    <a:pt x="30250" y="20863"/>
                  </a:cubicBezTo>
                  <a:cubicBezTo>
                    <a:pt x="30250" y="20713"/>
                    <a:pt x="30265" y="20577"/>
                    <a:pt x="30295" y="20427"/>
                  </a:cubicBezTo>
                  <a:cubicBezTo>
                    <a:pt x="30355" y="20157"/>
                    <a:pt x="30414" y="19873"/>
                    <a:pt x="30414" y="19603"/>
                  </a:cubicBezTo>
                  <a:cubicBezTo>
                    <a:pt x="30414" y="19393"/>
                    <a:pt x="30640" y="19213"/>
                    <a:pt x="30504" y="19048"/>
                  </a:cubicBezTo>
                  <a:cubicBezTo>
                    <a:pt x="30430" y="19033"/>
                    <a:pt x="30385" y="18988"/>
                    <a:pt x="30310" y="18973"/>
                  </a:cubicBezTo>
                  <a:cubicBezTo>
                    <a:pt x="30280" y="18958"/>
                    <a:pt x="30245" y="18954"/>
                    <a:pt x="30208" y="18954"/>
                  </a:cubicBezTo>
                  <a:cubicBezTo>
                    <a:pt x="30173" y="18954"/>
                    <a:pt x="30137" y="18958"/>
                    <a:pt x="30100" y="18958"/>
                  </a:cubicBezTo>
                  <a:cubicBezTo>
                    <a:pt x="29965" y="18958"/>
                    <a:pt x="29890" y="19048"/>
                    <a:pt x="29770" y="19093"/>
                  </a:cubicBezTo>
                  <a:cubicBezTo>
                    <a:pt x="29815" y="19288"/>
                    <a:pt x="29770" y="19573"/>
                    <a:pt x="29635" y="19723"/>
                  </a:cubicBezTo>
                  <a:cubicBezTo>
                    <a:pt x="29582" y="19769"/>
                    <a:pt x="29547" y="19786"/>
                    <a:pt x="29515" y="19786"/>
                  </a:cubicBezTo>
                  <a:cubicBezTo>
                    <a:pt x="29474" y="19786"/>
                    <a:pt x="29439" y="19757"/>
                    <a:pt x="29380" y="19723"/>
                  </a:cubicBezTo>
                  <a:cubicBezTo>
                    <a:pt x="29185" y="19633"/>
                    <a:pt x="28975" y="19528"/>
                    <a:pt x="28780" y="19483"/>
                  </a:cubicBezTo>
                  <a:cubicBezTo>
                    <a:pt x="28660" y="19453"/>
                    <a:pt x="28555" y="19438"/>
                    <a:pt x="28435" y="19438"/>
                  </a:cubicBezTo>
                  <a:cubicBezTo>
                    <a:pt x="28375" y="19438"/>
                    <a:pt x="28295" y="19424"/>
                    <a:pt x="28222" y="19424"/>
                  </a:cubicBezTo>
                  <a:cubicBezTo>
                    <a:pt x="28185" y="19424"/>
                    <a:pt x="28151" y="19428"/>
                    <a:pt x="28121" y="19438"/>
                  </a:cubicBezTo>
                  <a:cubicBezTo>
                    <a:pt x="28075" y="19498"/>
                    <a:pt x="28031" y="19543"/>
                    <a:pt x="27971" y="19588"/>
                  </a:cubicBezTo>
                  <a:cubicBezTo>
                    <a:pt x="27911" y="19633"/>
                    <a:pt x="27835" y="19648"/>
                    <a:pt x="27761" y="19677"/>
                  </a:cubicBezTo>
                  <a:cubicBezTo>
                    <a:pt x="27555" y="19759"/>
                    <a:pt x="27400" y="19830"/>
                    <a:pt x="27181" y="19830"/>
                  </a:cubicBezTo>
                  <a:cubicBezTo>
                    <a:pt x="27160" y="19830"/>
                    <a:pt x="27138" y="19829"/>
                    <a:pt x="27115" y="19827"/>
                  </a:cubicBezTo>
                  <a:cubicBezTo>
                    <a:pt x="27295" y="19783"/>
                    <a:pt x="27461" y="19723"/>
                    <a:pt x="27625" y="19633"/>
                  </a:cubicBezTo>
                  <a:cubicBezTo>
                    <a:pt x="27821" y="19528"/>
                    <a:pt x="28031" y="19468"/>
                    <a:pt x="28241" y="19393"/>
                  </a:cubicBezTo>
                  <a:cubicBezTo>
                    <a:pt x="28420" y="19333"/>
                    <a:pt x="28615" y="19213"/>
                    <a:pt x="28810" y="19213"/>
                  </a:cubicBezTo>
                  <a:cubicBezTo>
                    <a:pt x="28834" y="19212"/>
                    <a:pt x="28857" y="19211"/>
                    <a:pt x="28880" y="19211"/>
                  </a:cubicBezTo>
                  <a:cubicBezTo>
                    <a:pt x="29124" y="19211"/>
                    <a:pt x="29354" y="19286"/>
                    <a:pt x="29560" y="19423"/>
                  </a:cubicBezTo>
                  <a:cubicBezTo>
                    <a:pt x="29560" y="19213"/>
                    <a:pt x="29545" y="19018"/>
                    <a:pt x="29575" y="18823"/>
                  </a:cubicBezTo>
                  <a:cubicBezTo>
                    <a:pt x="29590" y="18673"/>
                    <a:pt x="29590" y="18673"/>
                    <a:pt x="29710" y="18613"/>
                  </a:cubicBezTo>
                  <a:cubicBezTo>
                    <a:pt x="29860" y="18553"/>
                    <a:pt x="30010" y="18493"/>
                    <a:pt x="30145" y="18433"/>
                  </a:cubicBezTo>
                  <a:cubicBezTo>
                    <a:pt x="30190" y="18418"/>
                    <a:pt x="30310" y="18388"/>
                    <a:pt x="30325" y="18373"/>
                  </a:cubicBezTo>
                  <a:cubicBezTo>
                    <a:pt x="30385" y="18298"/>
                    <a:pt x="30280" y="18178"/>
                    <a:pt x="30235" y="18118"/>
                  </a:cubicBezTo>
                  <a:cubicBezTo>
                    <a:pt x="30160" y="17998"/>
                    <a:pt x="30115" y="17923"/>
                    <a:pt x="30115" y="17788"/>
                  </a:cubicBezTo>
                  <a:cubicBezTo>
                    <a:pt x="30115" y="17608"/>
                    <a:pt x="30175" y="17428"/>
                    <a:pt x="30160" y="17248"/>
                  </a:cubicBezTo>
                  <a:cubicBezTo>
                    <a:pt x="30145" y="17038"/>
                    <a:pt x="30130" y="16798"/>
                    <a:pt x="30085" y="16588"/>
                  </a:cubicBezTo>
                  <a:cubicBezTo>
                    <a:pt x="30055" y="16378"/>
                    <a:pt x="29950" y="16094"/>
                    <a:pt x="30085" y="15898"/>
                  </a:cubicBezTo>
                  <a:cubicBezTo>
                    <a:pt x="30175" y="15748"/>
                    <a:pt x="30370" y="15658"/>
                    <a:pt x="30474" y="15524"/>
                  </a:cubicBezTo>
                  <a:cubicBezTo>
                    <a:pt x="30534" y="15434"/>
                    <a:pt x="30490" y="15404"/>
                    <a:pt x="30460" y="15314"/>
                  </a:cubicBezTo>
                  <a:cubicBezTo>
                    <a:pt x="30385" y="15148"/>
                    <a:pt x="30340" y="14968"/>
                    <a:pt x="30295" y="14804"/>
                  </a:cubicBezTo>
                  <a:cubicBezTo>
                    <a:pt x="30265" y="14668"/>
                    <a:pt x="30310" y="14519"/>
                    <a:pt x="30280" y="14384"/>
                  </a:cubicBezTo>
                  <a:cubicBezTo>
                    <a:pt x="30265" y="14294"/>
                    <a:pt x="30235" y="14219"/>
                    <a:pt x="30220" y="14144"/>
                  </a:cubicBezTo>
                  <a:cubicBezTo>
                    <a:pt x="30205" y="14054"/>
                    <a:pt x="30220" y="13949"/>
                    <a:pt x="30175" y="13874"/>
                  </a:cubicBezTo>
                  <a:cubicBezTo>
                    <a:pt x="30145" y="13814"/>
                    <a:pt x="30085" y="13784"/>
                    <a:pt x="30040" y="13724"/>
                  </a:cubicBezTo>
                  <a:cubicBezTo>
                    <a:pt x="29905" y="13484"/>
                    <a:pt x="29995" y="13079"/>
                    <a:pt x="30055" y="12824"/>
                  </a:cubicBezTo>
                  <a:cubicBezTo>
                    <a:pt x="30085" y="12644"/>
                    <a:pt x="30130" y="12449"/>
                    <a:pt x="30160" y="12269"/>
                  </a:cubicBezTo>
                  <a:lnTo>
                    <a:pt x="30160" y="12149"/>
                  </a:lnTo>
                  <a:cubicBezTo>
                    <a:pt x="30130" y="12015"/>
                    <a:pt x="30175" y="12029"/>
                    <a:pt x="30070" y="11939"/>
                  </a:cubicBezTo>
                  <a:cubicBezTo>
                    <a:pt x="30040" y="11745"/>
                    <a:pt x="29860" y="11639"/>
                    <a:pt x="29740" y="11505"/>
                  </a:cubicBezTo>
                  <a:cubicBezTo>
                    <a:pt x="29620" y="11385"/>
                    <a:pt x="29605" y="11249"/>
                    <a:pt x="29590" y="11069"/>
                  </a:cubicBezTo>
                  <a:cubicBezTo>
                    <a:pt x="29590" y="10905"/>
                    <a:pt x="29560" y="10695"/>
                    <a:pt x="29605" y="10529"/>
                  </a:cubicBezTo>
                  <a:cubicBezTo>
                    <a:pt x="29635" y="10409"/>
                    <a:pt x="29710" y="10395"/>
                    <a:pt x="29785" y="10335"/>
                  </a:cubicBezTo>
                  <a:cubicBezTo>
                    <a:pt x="29875" y="10259"/>
                    <a:pt x="29905" y="10005"/>
                    <a:pt x="29935" y="9899"/>
                  </a:cubicBezTo>
                  <a:cubicBezTo>
                    <a:pt x="29980" y="9749"/>
                    <a:pt x="30025" y="9599"/>
                    <a:pt x="30055" y="9449"/>
                  </a:cubicBezTo>
                  <a:cubicBezTo>
                    <a:pt x="30070" y="9345"/>
                    <a:pt x="30085" y="9255"/>
                    <a:pt x="30070" y="9165"/>
                  </a:cubicBezTo>
                  <a:cubicBezTo>
                    <a:pt x="30055" y="9165"/>
                    <a:pt x="30040" y="9135"/>
                    <a:pt x="30025" y="9120"/>
                  </a:cubicBezTo>
                  <a:cubicBezTo>
                    <a:pt x="29845" y="8595"/>
                    <a:pt x="30430" y="8145"/>
                    <a:pt x="30504" y="7650"/>
                  </a:cubicBezTo>
                  <a:lnTo>
                    <a:pt x="30460" y="7650"/>
                  </a:lnTo>
                  <a:cubicBezTo>
                    <a:pt x="30340" y="7260"/>
                    <a:pt x="30474" y="6856"/>
                    <a:pt x="30460" y="6450"/>
                  </a:cubicBezTo>
                  <a:cubicBezTo>
                    <a:pt x="30460" y="6376"/>
                    <a:pt x="30430" y="6300"/>
                    <a:pt x="30430" y="6226"/>
                  </a:cubicBezTo>
                  <a:cubicBezTo>
                    <a:pt x="30414" y="6196"/>
                    <a:pt x="30430" y="6150"/>
                    <a:pt x="30414" y="6120"/>
                  </a:cubicBezTo>
                  <a:cubicBezTo>
                    <a:pt x="30388" y="6077"/>
                    <a:pt x="30332" y="6065"/>
                    <a:pt x="30267" y="6065"/>
                  </a:cubicBezTo>
                  <a:cubicBezTo>
                    <a:pt x="30180" y="6065"/>
                    <a:pt x="30075" y="6086"/>
                    <a:pt x="29996" y="6086"/>
                  </a:cubicBezTo>
                  <a:cubicBezTo>
                    <a:pt x="29966" y="6086"/>
                    <a:pt x="29941" y="6083"/>
                    <a:pt x="29920" y="6076"/>
                  </a:cubicBezTo>
                  <a:cubicBezTo>
                    <a:pt x="29960" y="6053"/>
                    <a:pt x="30005" y="6047"/>
                    <a:pt x="30052" y="6047"/>
                  </a:cubicBezTo>
                  <a:cubicBezTo>
                    <a:pt x="30117" y="6047"/>
                    <a:pt x="30185" y="6059"/>
                    <a:pt x="30247" y="6059"/>
                  </a:cubicBezTo>
                  <a:cubicBezTo>
                    <a:pt x="30292" y="6059"/>
                    <a:pt x="30335" y="6053"/>
                    <a:pt x="30370" y="6030"/>
                  </a:cubicBezTo>
                  <a:cubicBezTo>
                    <a:pt x="30400" y="6016"/>
                    <a:pt x="30430" y="5926"/>
                    <a:pt x="30430" y="5896"/>
                  </a:cubicBezTo>
                  <a:cubicBezTo>
                    <a:pt x="30474" y="5716"/>
                    <a:pt x="30460" y="5520"/>
                    <a:pt x="30474" y="5340"/>
                  </a:cubicBezTo>
                  <a:cubicBezTo>
                    <a:pt x="30490" y="5220"/>
                    <a:pt x="30504" y="5116"/>
                    <a:pt x="30550" y="5010"/>
                  </a:cubicBezTo>
                  <a:cubicBezTo>
                    <a:pt x="30580" y="5010"/>
                    <a:pt x="30594" y="4996"/>
                    <a:pt x="30594" y="4980"/>
                  </a:cubicBezTo>
                  <a:cubicBezTo>
                    <a:pt x="30594" y="4936"/>
                    <a:pt x="30610" y="4906"/>
                    <a:pt x="30610" y="4860"/>
                  </a:cubicBezTo>
                  <a:cubicBezTo>
                    <a:pt x="30640" y="4606"/>
                    <a:pt x="30594" y="4380"/>
                    <a:pt x="30594" y="4141"/>
                  </a:cubicBezTo>
                  <a:cubicBezTo>
                    <a:pt x="30594" y="3811"/>
                    <a:pt x="30550" y="3466"/>
                    <a:pt x="30610" y="3136"/>
                  </a:cubicBezTo>
                  <a:cubicBezTo>
                    <a:pt x="30624" y="2956"/>
                    <a:pt x="30610" y="2881"/>
                    <a:pt x="30550" y="2716"/>
                  </a:cubicBezTo>
                  <a:cubicBezTo>
                    <a:pt x="30474" y="2506"/>
                    <a:pt x="30385" y="2281"/>
                    <a:pt x="30414" y="2041"/>
                  </a:cubicBezTo>
                  <a:cubicBezTo>
                    <a:pt x="30430" y="1921"/>
                    <a:pt x="30520" y="1831"/>
                    <a:pt x="30550" y="1711"/>
                  </a:cubicBezTo>
                  <a:cubicBezTo>
                    <a:pt x="30564" y="1591"/>
                    <a:pt x="30550" y="1457"/>
                    <a:pt x="30550" y="1337"/>
                  </a:cubicBezTo>
                  <a:cubicBezTo>
                    <a:pt x="30550" y="977"/>
                    <a:pt x="30414" y="541"/>
                    <a:pt x="30414" y="197"/>
                  </a:cubicBezTo>
                  <a:cubicBezTo>
                    <a:pt x="30235" y="197"/>
                    <a:pt x="30041" y="177"/>
                    <a:pt x="29857" y="177"/>
                  </a:cubicBezTo>
                  <a:cubicBezTo>
                    <a:pt x="29765" y="177"/>
                    <a:pt x="29675" y="182"/>
                    <a:pt x="29590" y="197"/>
                  </a:cubicBezTo>
                  <a:cubicBezTo>
                    <a:pt x="29540" y="209"/>
                    <a:pt x="29503" y="214"/>
                    <a:pt x="29469" y="214"/>
                  </a:cubicBezTo>
                  <a:cubicBezTo>
                    <a:pt x="29422" y="214"/>
                    <a:pt x="29381" y="205"/>
                    <a:pt x="29320" y="197"/>
                  </a:cubicBezTo>
                  <a:cubicBezTo>
                    <a:pt x="29259" y="173"/>
                    <a:pt x="29150" y="109"/>
                    <a:pt x="29078" y="109"/>
                  </a:cubicBezTo>
                  <a:cubicBezTo>
                    <a:pt x="29061" y="109"/>
                    <a:pt x="29046" y="113"/>
                    <a:pt x="29035" y="121"/>
                  </a:cubicBezTo>
                  <a:cubicBezTo>
                    <a:pt x="29035" y="197"/>
                    <a:pt x="29125" y="241"/>
                    <a:pt x="29125" y="331"/>
                  </a:cubicBezTo>
                  <a:cubicBezTo>
                    <a:pt x="29125" y="421"/>
                    <a:pt x="29020" y="497"/>
                    <a:pt x="28960" y="557"/>
                  </a:cubicBezTo>
                  <a:cubicBezTo>
                    <a:pt x="28758" y="745"/>
                    <a:pt x="28798" y="1113"/>
                    <a:pt x="28808" y="1393"/>
                  </a:cubicBezTo>
                  <a:lnTo>
                    <a:pt x="28808" y="1393"/>
                  </a:lnTo>
                  <a:cubicBezTo>
                    <a:pt x="28801" y="1357"/>
                    <a:pt x="28788" y="1324"/>
                    <a:pt x="28780" y="1291"/>
                  </a:cubicBezTo>
                  <a:cubicBezTo>
                    <a:pt x="28765" y="1217"/>
                    <a:pt x="28780" y="1141"/>
                    <a:pt x="28765" y="1081"/>
                  </a:cubicBezTo>
                  <a:cubicBezTo>
                    <a:pt x="28750" y="1037"/>
                    <a:pt x="28735" y="1007"/>
                    <a:pt x="28735" y="977"/>
                  </a:cubicBezTo>
                  <a:cubicBezTo>
                    <a:pt x="28705" y="857"/>
                    <a:pt x="28705" y="737"/>
                    <a:pt x="28690" y="631"/>
                  </a:cubicBezTo>
                  <a:cubicBezTo>
                    <a:pt x="28651" y="436"/>
                    <a:pt x="28566" y="114"/>
                    <a:pt x="28356" y="114"/>
                  </a:cubicBezTo>
                  <a:cubicBezTo>
                    <a:pt x="28325" y="114"/>
                    <a:pt x="28292" y="121"/>
                    <a:pt x="28255" y="137"/>
                  </a:cubicBezTo>
                  <a:cubicBezTo>
                    <a:pt x="28146" y="177"/>
                    <a:pt x="28017" y="196"/>
                    <a:pt x="27889" y="196"/>
                  </a:cubicBezTo>
                  <a:cubicBezTo>
                    <a:pt x="27825" y="196"/>
                    <a:pt x="27761" y="191"/>
                    <a:pt x="27701" y="181"/>
                  </a:cubicBezTo>
                  <a:cubicBezTo>
                    <a:pt x="27655" y="167"/>
                    <a:pt x="27565" y="151"/>
                    <a:pt x="27521" y="137"/>
                  </a:cubicBezTo>
                  <a:cubicBezTo>
                    <a:pt x="27453" y="110"/>
                    <a:pt x="27422" y="59"/>
                    <a:pt x="27363" y="59"/>
                  </a:cubicBezTo>
                  <a:cubicBezTo>
                    <a:pt x="27356" y="59"/>
                    <a:pt x="27348" y="60"/>
                    <a:pt x="27341" y="61"/>
                  </a:cubicBezTo>
                  <a:cubicBezTo>
                    <a:pt x="27205" y="77"/>
                    <a:pt x="27115" y="227"/>
                    <a:pt x="26995" y="271"/>
                  </a:cubicBezTo>
                  <a:cubicBezTo>
                    <a:pt x="26928" y="292"/>
                    <a:pt x="26866" y="300"/>
                    <a:pt x="26804" y="300"/>
                  </a:cubicBezTo>
                  <a:cubicBezTo>
                    <a:pt x="26728" y="300"/>
                    <a:pt x="26651" y="288"/>
                    <a:pt x="26561" y="271"/>
                  </a:cubicBezTo>
                  <a:cubicBezTo>
                    <a:pt x="26471" y="271"/>
                    <a:pt x="26381" y="227"/>
                    <a:pt x="26291" y="227"/>
                  </a:cubicBezTo>
                  <a:cubicBezTo>
                    <a:pt x="26095" y="241"/>
                    <a:pt x="25931" y="317"/>
                    <a:pt x="25735" y="317"/>
                  </a:cubicBezTo>
                  <a:cubicBezTo>
                    <a:pt x="25683" y="320"/>
                    <a:pt x="25630" y="321"/>
                    <a:pt x="25579" y="321"/>
                  </a:cubicBezTo>
                  <a:cubicBezTo>
                    <a:pt x="25350" y="321"/>
                    <a:pt x="25128" y="299"/>
                    <a:pt x="24896" y="287"/>
                  </a:cubicBezTo>
                  <a:cubicBezTo>
                    <a:pt x="24831" y="281"/>
                    <a:pt x="24766" y="278"/>
                    <a:pt x="24702" y="278"/>
                  </a:cubicBezTo>
                  <a:cubicBezTo>
                    <a:pt x="24452" y="278"/>
                    <a:pt x="24201" y="323"/>
                    <a:pt x="23951" y="407"/>
                  </a:cubicBezTo>
                  <a:cubicBezTo>
                    <a:pt x="23689" y="499"/>
                    <a:pt x="23393" y="578"/>
                    <a:pt x="23102" y="578"/>
                  </a:cubicBezTo>
                  <a:cubicBezTo>
                    <a:pt x="22877" y="578"/>
                    <a:pt x="22654" y="531"/>
                    <a:pt x="22452" y="407"/>
                  </a:cubicBezTo>
                  <a:cubicBezTo>
                    <a:pt x="22256" y="287"/>
                    <a:pt x="22032" y="107"/>
                    <a:pt x="21806" y="107"/>
                  </a:cubicBezTo>
                  <a:cubicBezTo>
                    <a:pt x="21746" y="107"/>
                    <a:pt x="21686" y="100"/>
                    <a:pt x="21631" y="100"/>
                  </a:cubicBezTo>
                  <a:cubicBezTo>
                    <a:pt x="21603" y="100"/>
                    <a:pt x="21577" y="102"/>
                    <a:pt x="21552" y="107"/>
                  </a:cubicBezTo>
                  <a:cubicBezTo>
                    <a:pt x="21462" y="107"/>
                    <a:pt x="21386" y="167"/>
                    <a:pt x="21282" y="197"/>
                  </a:cubicBezTo>
                  <a:cubicBezTo>
                    <a:pt x="21086" y="227"/>
                    <a:pt x="20892" y="211"/>
                    <a:pt x="20696" y="241"/>
                  </a:cubicBezTo>
                  <a:cubicBezTo>
                    <a:pt x="20606" y="257"/>
                    <a:pt x="20532" y="287"/>
                    <a:pt x="20442" y="317"/>
                  </a:cubicBezTo>
                  <a:cubicBezTo>
                    <a:pt x="20352" y="331"/>
                    <a:pt x="20306" y="331"/>
                    <a:pt x="20232" y="377"/>
                  </a:cubicBezTo>
                  <a:cubicBezTo>
                    <a:pt x="20196" y="412"/>
                    <a:pt x="20123" y="523"/>
                    <a:pt x="20057" y="523"/>
                  </a:cubicBezTo>
                  <a:cubicBezTo>
                    <a:pt x="20039" y="523"/>
                    <a:pt x="20022" y="516"/>
                    <a:pt x="20007" y="497"/>
                  </a:cubicBezTo>
                  <a:cubicBezTo>
                    <a:pt x="20022" y="361"/>
                    <a:pt x="20216" y="257"/>
                    <a:pt x="20306" y="151"/>
                  </a:cubicBezTo>
                  <a:cubicBezTo>
                    <a:pt x="20300" y="150"/>
                    <a:pt x="20293" y="149"/>
                    <a:pt x="20286" y="149"/>
                  </a:cubicBezTo>
                  <a:cubicBezTo>
                    <a:pt x="20225" y="149"/>
                    <a:pt x="20136" y="197"/>
                    <a:pt x="20082" y="197"/>
                  </a:cubicBezTo>
                  <a:cubicBezTo>
                    <a:pt x="19977" y="197"/>
                    <a:pt x="19887" y="151"/>
                    <a:pt x="19782" y="137"/>
                  </a:cubicBezTo>
                  <a:cubicBezTo>
                    <a:pt x="19662" y="137"/>
                    <a:pt x="19527" y="137"/>
                    <a:pt x="19407" y="167"/>
                  </a:cubicBezTo>
                  <a:cubicBezTo>
                    <a:pt x="19002" y="227"/>
                    <a:pt x="18597" y="271"/>
                    <a:pt x="18177" y="331"/>
                  </a:cubicBezTo>
                  <a:cubicBezTo>
                    <a:pt x="18124" y="336"/>
                    <a:pt x="18084" y="338"/>
                    <a:pt x="18050" y="338"/>
                  </a:cubicBezTo>
                  <a:cubicBezTo>
                    <a:pt x="17970" y="338"/>
                    <a:pt x="17927" y="327"/>
                    <a:pt x="17833" y="317"/>
                  </a:cubicBezTo>
                  <a:cubicBezTo>
                    <a:pt x="17777" y="313"/>
                    <a:pt x="17721" y="312"/>
                    <a:pt x="17666" y="312"/>
                  </a:cubicBezTo>
                  <a:cubicBezTo>
                    <a:pt x="17518" y="312"/>
                    <a:pt x="17371" y="321"/>
                    <a:pt x="17224" y="321"/>
                  </a:cubicBezTo>
                  <a:cubicBezTo>
                    <a:pt x="17172" y="321"/>
                    <a:pt x="17119" y="320"/>
                    <a:pt x="17067" y="317"/>
                  </a:cubicBezTo>
                  <a:cubicBezTo>
                    <a:pt x="16797" y="317"/>
                    <a:pt x="16527" y="241"/>
                    <a:pt x="16257" y="227"/>
                  </a:cubicBezTo>
                  <a:cubicBezTo>
                    <a:pt x="16017" y="227"/>
                    <a:pt x="15837" y="257"/>
                    <a:pt x="15613" y="257"/>
                  </a:cubicBezTo>
                  <a:cubicBezTo>
                    <a:pt x="15528" y="317"/>
                    <a:pt x="15438" y="338"/>
                    <a:pt x="15347" y="338"/>
                  </a:cubicBezTo>
                  <a:cubicBezTo>
                    <a:pt x="15163" y="338"/>
                    <a:pt x="14973" y="251"/>
                    <a:pt x="14803" y="211"/>
                  </a:cubicBezTo>
                  <a:cubicBezTo>
                    <a:pt x="14763" y="203"/>
                    <a:pt x="14725" y="199"/>
                    <a:pt x="14687" y="199"/>
                  </a:cubicBezTo>
                  <a:cubicBezTo>
                    <a:pt x="14596" y="199"/>
                    <a:pt x="14508" y="220"/>
                    <a:pt x="14413" y="241"/>
                  </a:cubicBezTo>
                  <a:cubicBezTo>
                    <a:pt x="14048" y="341"/>
                    <a:pt x="13658" y="400"/>
                    <a:pt x="13275" y="400"/>
                  </a:cubicBezTo>
                  <a:cubicBezTo>
                    <a:pt x="13138" y="400"/>
                    <a:pt x="13002" y="393"/>
                    <a:pt x="12868" y="377"/>
                  </a:cubicBezTo>
                  <a:cubicBezTo>
                    <a:pt x="12722" y="363"/>
                    <a:pt x="12588" y="314"/>
                    <a:pt x="12434" y="314"/>
                  </a:cubicBezTo>
                  <a:cubicBezTo>
                    <a:pt x="12414" y="314"/>
                    <a:pt x="12394" y="315"/>
                    <a:pt x="12374" y="317"/>
                  </a:cubicBezTo>
                  <a:cubicBezTo>
                    <a:pt x="12164" y="347"/>
                    <a:pt x="12028" y="557"/>
                    <a:pt x="11788" y="557"/>
                  </a:cubicBezTo>
                  <a:cubicBezTo>
                    <a:pt x="11778" y="557"/>
                    <a:pt x="11769" y="558"/>
                    <a:pt x="11759" y="558"/>
                  </a:cubicBezTo>
                  <a:cubicBezTo>
                    <a:pt x="11520" y="558"/>
                    <a:pt x="11346" y="387"/>
                    <a:pt x="11144" y="287"/>
                  </a:cubicBezTo>
                  <a:cubicBezTo>
                    <a:pt x="10964" y="197"/>
                    <a:pt x="10738" y="197"/>
                    <a:pt x="10544" y="181"/>
                  </a:cubicBezTo>
                  <a:cubicBezTo>
                    <a:pt x="10334" y="151"/>
                    <a:pt x="10168" y="151"/>
                    <a:pt x="9944" y="151"/>
                  </a:cubicBezTo>
                  <a:cubicBezTo>
                    <a:pt x="9824" y="151"/>
                    <a:pt x="9704" y="151"/>
                    <a:pt x="9584" y="137"/>
                  </a:cubicBezTo>
                  <a:cubicBezTo>
                    <a:pt x="9521" y="119"/>
                    <a:pt x="9469" y="96"/>
                    <a:pt x="9419" y="96"/>
                  </a:cubicBezTo>
                  <a:cubicBezTo>
                    <a:pt x="9384" y="96"/>
                    <a:pt x="9351" y="106"/>
                    <a:pt x="9314" y="137"/>
                  </a:cubicBezTo>
                  <a:cubicBezTo>
                    <a:pt x="9269" y="181"/>
                    <a:pt x="9254" y="241"/>
                    <a:pt x="9194" y="271"/>
                  </a:cubicBezTo>
                  <a:cubicBezTo>
                    <a:pt x="9119" y="331"/>
                    <a:pt x="9014" y="421"/>
                    <a:pt x="8924" y="467"/>
                  </a:cubicBezTo>
                  <a:cubicBezTo>
                    <a:pt x="8819" y="511"/>
                    <a:pt x="8759" y="451"/>
                    <a:pt x="8729" y="587"/>
                  </a:cubicBezTo>
                  <a:cubicBezTo>
                    <a:pt x="8699" y="677"/>
                    <a:pt x="8759" y="767"/>
                    <a:pt x="8729" y="841"/>
                  </a:cubicBezTo>
                  <a:cubicBezTo>
                    <a:pt x="8684" y="917"/>
                    <a:pt x="8639" y="917"/>
                    <a:pt x="8609" y="991"/>
                  </a:cubicBezTo>
                  <a:cubicBezTo>
                    <a:pt x="8579" y="1111"/>
                    <a:pt x="8669" y="1187"/>
                    <a:pt x="8669" y="1291"/>
                  </a:cubicBezTo>
                  <a:cubicBezTo>
                    <a:pt x="8530" y="1337"/>
                    <a:pt x="8454" y="1483"/>
                    <a:pt x="8440" y="1629"/>
                  </a:cubicBezTo>
                  <a:lnTo>
                    <a:pt x="8440" y="1629"/>
                  </a:lnTo>
                  <a:cubicBezTo>
                    <a:pt x="8430" y="1458"/>
                    <a:pt x="8411" y="1282"/>
                    <a:pt x="8459" y="1127"/>
                  </a:cubicBezTo>
                  <a:cubicBezTo>
                    <a:pt x="8474" y="1021"/>
                    <a:pt x="8549" y="947"/>
                    <a:pt x="8549" y="841"/>
                  </a:cubicBezTo>
                  <a:cubicBezTo>
                    <a:pt x="8549" y="751"/>
                    <a:pt x="8474" y="691"/>
                    <a:pt x="8459" y="601"/>
                  </a:cubicBezTo>
                  <a:cubicBezTo>
                    <a:pt x="8429" y="527"/>
                    <a:pt x="8429" y="481"/>
                    <a:pt x="8474" y="407"/>
                  </a:cubicBezTo>
                  <a:cubicBezTo>
                    <a:pt x="8504" y="347"/>
                    <a:pt x="8579" y="347"/>
                    <a:pt x="8534" y="271"/>
                  </a:cubicBezTo>
                  <a:cubicBezTo>
                    <a:pt x="8502" y="262"/>
                    <a:pt x="8469" y="258"/>
                    <a:pt x="8436" y="258"/>
                  </a:cubicBezTo>
                  <a:cubicBezTo>
                    <a:pt x="8363" y="258"/>
                    <a:pt x="8287" y="276"/>
                    <a:pt x="8204" y="287"/>
                  </a:cubicBezTo>
                  <a:cubicBezTo>
                    <a:pt x="8155" y="301"/>
                    <a:pt x="8101" y="305"/>
                    <a:pt x="8045" y="305"/>
                  </a:cubicBezTo>
                  <a:cubicBezTo>
                    <a:pt x="8000" y="305"/>
                    <a:pt x="7953" y="303"/>
                    <a:pt x="7908" y="303"/>
                  </a:cubicBezTo>
                  <a:cubicBezTo>
                    <a:pt x="7841" y="303"/>
                    <a:pt x="7778" y="307"/>
                    <a:pt x="7725" y="331"/>
                  </a:cubicBezTo>
                  <a:cubicBezTo>
                    <a:pt x="7577" y="372"/>
                    <a:pt x="7573" y="472"/>
                    <a:pt x="7447" y="472"/>
                  </a:cubicBezTo>
                  <a:cubicBezTo>
                    <a:pt x="7431" y="472"/>
                    <a:pt x="7414" y="470"/>
                    <a:pt x="7395" y="467"/>
                  </a:cubicBezTo>
                  <a:cubicBezTo>
                    <a:pt x="7199" y="437"/>
                    <a:pt x="7005" y="437"/>
                    <a:pt x="6795" y="437"/>
                  </a:cubicBezTo>
                  <a:cubicBezTo>
                    <a:pt x="6675" y="437"/>
                    <a:pt x="6629" y="437"/>
                    <a:pt x="6539" y="511"/>
                  </a:cubicBezTo>
                  <a:cubicBezTo>
                    <a:pt x="6495" y="557"/>
                    <a:pt x="6525" y="601"/>
                    <a:pt x="6435" y="617"/>
                  </a:cubicBezTo>
                  <a:cubicBezTo>
                    <a:pt x="6422" y="620"/>
                    <a:pt x="6409" y="622"/>
                    <a:pt x="6397" y="622"/>
                  </a:cubicBezTo>
                  <a:cubicBezTo>
                    <a:pt x="6298" y="622"/>
                    <a:pt x="6229" y="524"/>
                    <a:pt x="6149" y="497"/>
                  </a:cubicBezTo>
                  <a:cubicBezTo>
                    <a:pt x="6045" y="481"/>
                    <a:pt x="5955" y="481"/>
                    <a:pt x="5849" y="451"/>
                  </a:cubicBezTo>
                  <a:cubicBezTo>
                    <a:pt x="5715" y="407"/>
                    <a:pt x="5729" y="407"/>
                    <a:pt x="5579" y="407"/>
                  </a:cubicBezTo>
                  <a:cubicBezTo>
                    <a:pt x="5474" y="407"/>
                    <a:pt x="5349" y="395"/>
                    <a:pt x="5227" y="395"/>
                  </a:cubicBezTo>
                  <a:cubicBezTo>
                    <a:pt x="5106" y="395"/>
                    <a:pt x="4987" y="407"/>
                    <a:pt x="4889" y="451"/>
                  </a:cubicBezTo>
                  <a:cubicBezTo>
                    <a:pt x="4815" y="511"/>
                    <a:pt x="4799" y="557"/>
                    <a:pt x="4695" y="587"/>
                  </a:cubicBezTo>
                  <a:cubicBezTo>
                    <a:pt x="4605" y="601"/>
                    <a:pt x="4395" y="631"/>
                    <a:pt x="4305" y="647"/>
                  </a:cubicBezTo>
                  <a:cubicBezTo>
                    <a:pt x="4276" y="652"/>
                    <a:pt x="4248" y="655"/>
                    <a:pt x="4218" y="655"/>
                  </a:cubicBezTo>
                  <a:cubicBezTo>
                    <a:pt x="4019" y="655"/>
                    <a:pt x="3811" y="537"/>
                    <a:pt x="3615" y="511"/>
                  </a:cubicBezTo>
                  <a:cubicBezTo>
                    <a:pt x="3547" y="499"/>
                    <a:pt x="3486" y="492"/>
                    <a:pt x="3428" y="492"/>
                  </a:cubicBezTo>
                  <a:cubicBezTo>
                    <a:pt x="3345" y="492"/>
                    <a:pt x="3268" y="506"/>
                    <a:pt x="3180" y="541"/>
                  </a:cubicBezTo>
                  <a:cubicBezTo>
                    <a:pt x="3096" y="584"/>
                    <a:pt x="3011" y="678"/>
                    <a:pt x="2915" y="678"/>
                  </a:cubicBezTo>
                  <a:cubicBezTo>
                    <a:pt x="2909" y="678"/>
                    <a:pt x="2902" y="678"/>
                    <a:pt x="2895" y="677"/>
                  </a:cubicBezTo>
                  <a:cubicBezTo>
                    <a:pt x="2730" y="677"/>
                    <a:pt x="2730" y="557"/>
                    <a:pt x="2610" y="511"/>
                  </a:cubicBezTo>
                  <a:cubicBezTo>
                    <a:pt x="2581" y="497"/>
                    <a:pt x="2551" y="493"/>
                    <a:pt x="2522" y="493"/>
                  </a:cubicBezTo>
                  <a:cubicBezTo>
                    <a:pt x="2491" y="493"/>
                    <a:pt x="2461" y="497"/>
                    <a:pt x="2430" y="497"/>
                  </a:cubicBezTo>
                  <a:cubicBezTo>
                    <a:pt x="2190" y="481"/>
                    <a:pt x="1966" y="361"/>
                    <a:pt x="1726" y="317"/>
                  </a:cubicBezTo>
                  <a:cubicBezTo>
                    <a:pt x="1492" y="243"/>
                    <a:pt x="1301" y="1"/>
                    <a:pt x="1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a:off x="3758474" y="352651"/>
              <a:ext cx="5142632" cy="4421445"/>
            </a:xfrm>
            <a:custGeom>
              <a:rect b="b" l="l" r="r" t="t"/>
              <a:pathLst>
                <a:path extrusionOk="0" h="26344" w="30641">
                  <a:moveTo>
                    <a:pt x="1586" y="3984"/>
                  </a:moveTo>
                  <a:cubicBezTo>
                    <a:pt x="1629" y="3984"/>
                    <a:pt x="1670" y="3986"/>
                    <a:pt x="1710" y="3991"/>
                  </a:cubicBezTo>
                  <a:cubicBezTo>
                    <a:pt x="1756" y="3991"/>
                    <a:pt x="1786" y="4006"/>
                    <a:pt x="1830" y="4021"/>
                  </a:cubicBezTo>
                  <a:cubicBezTo>
                    <a:pt x="1920" y="4036"/>
                    <a:pt x="1996" y="4021"/>
                    <a:pt x="2070" y="4081"/>
                  </a:cubicBezTo>
                  <a:cubicBezTo>
                    <a:pt x="2130" y="4111"/>
                    <a:pt x="2130" y="4171"/>
                    <a:pt x="2176" y="4216"/>
                  </a:cubicBezTo>
                  <a:cubicBezTo>
                    <a:pt x="2236" y="4276"/>
                    <a:pt x="2356" y="4306"/>
                    <a:pt x="2430" y="4336"/>
                  </a:cubicBezTo>
                  <a:cubicBezTo>
                    <a:pt x="2356" y="4336"/>
                    <a:pt x="2280" y="4320"/>
                    <a:pt x="2190" y="4320"/>
                  </a:cubicBezTo>
                  <a:cubicBezTo>
                    <a:pt x="2180" y="4317"/>
                    <a:pt x="2167" y="4316"/>
                    <a:pt x="2152" y="4316"/>
                  </a:cubicBezTo>
                  <a:cubicBezTo>
                    <a:pt x="2123" y="4316"/>
                    <a:pt x="2086" y="4320"/>
                    <a:pt x="2053" y="4320"/>
                  </a:cubicBezTo>
                  <a:cubicBezTo>
                    <a:pt x="2024" y="4320"/>
                    <a:pt x="1997" y="4317"/>
                    <a:pt x="1980" y="4306"/>
                  </a:cubicBezTo>
                  <a:cubicBezTo>
                    <a:pt x="1950" y="4290"/>
                    <a:pt x="1920" y="4246"/>
                    <a:pt x="1890" y="4231"/>
                  </a:cubicBezTo>
                  <a:cubicBezTo>
                    <a:pt x="1860" y="4201"/>
                    <a:pt x="1816" y="4156"/>
                    <a:pt x="1770" y="4126"/>
                  </a:cubicBezTo>
                  <a:cubicBezTo>
                    <a:pt x="1636" y="4036"/>
                    <a:pt x="1486" y="4021"/>
                    <a:pt x="1336" y="4021"/>
                  </a:cubicBezTo>
                  <a:lnTo>
                    <a:pt x="1053" y="4021"/>
                  </a:lnTo>
                  <a:cubicBezTo>
                    <a:pt x="1150" y="4014"/>
                    <a:pt x="1243" y="3991"/>
                    <a:pt x="1336" y="3991"/>
                  </a:cubicBezTo>
                  <a:cubicBezTo>
                    <a:pt x="1416" y="3991"/>
                    <a:pt x="1502" y="3984"/>
                    <a:pt x="1586" y="3984"/>
                  </a:cubicBezTo>
                  <a:close/>
                  <a:moveTo>
                    <a:pt x="1070" y="1"/>
                  </a:moveTo>
                  <a:cubicBezTo>
                    <a:pt x="1063" y="1"/>
                    <a:pt x="1057" y="1"/>
                    <a:pt x="1050" y="1"/>
                  </a:cubicBezTo>
                  <a:cubicBezTo>
                    <a:pt x="870" y="17"/>
                    <a:pt x="706" y="151"/>
                    <a:pt x="510" y="151"/>
                  </a:cubicBezTo>
                  <a:cubicBezTo>
                    <a:pt x="480" y="156"/>
                    <a:pt x="447" y="158"/>
                    <a:pt x="413" y="158"/>
                  </a:cubicBezTo>
                  <a:cubicBezTo>
                    <a:pt x="344" y="158"/>
                    <a:pt x="270" y="151"/>
                    <a:pt x="210" y="151"/>
                  </a:cubicBezTo>
                  <a:cubicBezTo>
                    <a:pt x="210" y="211"/>
                    <a:pt x="226" y="391"/>
                    <a:pt x="240" y="451"/>
                  </a:cubicBezTo>
                  <a:cubicBezTo>
                    <a:pt x="256" y="481"/>
                    <a:pt x="270" y="511"/>
                    <a:pt x="286" y="557"/>
                  </a:cubicBezTo>
                  <a:cubicBezTo>
                    <a:pt x="316" y="647"/>
                    <a:pt x="330" y="767"/>
                    <a:pt x="330" y="871"/>
                  </a:cubicBezTo>
                  <a:cubicBezTo>
                    <a:pt x="316" y="1007"/>
                    <a:pt x="360" y="1127"/>
                    <a:pt x="346" y="1247"/>
                  </a:cubicBezTo>
                  <a:cubicBezTo>
                    <a:pt x="346" y="1381"/>
                    <a:pt x="300" y="1501"/>
                    <a:pt x="300" y="1637"/>
                  </a:cubicBezTo>
                  <a:cubicBezTo>
                    <a:pt x="286" y="1741"/>
                    <a:pt x="256" y="1817"/>
                    <a:pt x="286" y="1907"/>
                  </a:cubicBezTo>
                  <a:cubicBezTo>
                    <a:pt x="300" y="1997"/>
                    <a:pt x="286" y="2071"/>
                    <a:pt x="300" y="2147"/>
                  </a:cubicBezTo>
                  <a:cubicBezTo>
                    <a:pt x="316" y="2221"/>
                    <a:pt x="346" y="2281"/>
                    <a:pt x="346" y="2356"/>
                  </a:cubicBezTo>
                  <a:cubicBezTo>
                    <a:pt x="360" y="2446"/>
                    <a:pt x="346" y="2521"/>
                    <a:pt x="346" y="2596"/>
                  </a:cubicBezTo>
                  <a:cubicBezTo>
                    <a:pt x="360" y="2686"/>
                    <a:pt x="390" y="2776"/>
                    <a:pt x="406" y="2866"/>
                  </a:cubicBezTo>
                  <a:cubicBezTo>
                    <a:pt x="436" y="3031"/>
                    <a:pt x="376" y="3136"/>
                    <a:pt x="300" y="3286"/>
                  </a:cubicBezTo>
                  <a:cubicBezTo>
                    <a:pt x="256" y="3376"/>
                    <a:pt x="256" y="3376"/>
                    <a:pt x="316" y="3466"/>
                  </a:cubicBezTo>
                  <a:cubicBezTo>
                    <a:pt x="406" y="3571"/>
                    <a:pt x="466" y="3676"/>
                    <a:pt x="540" y="3796"/>
                  </a:cubicBezTo>
                  <a:cubicBezTo>
                    <a:pt x="586" y="3841"/>
                    <a:pt x="616" y="3886"/>
                    <a:pt x="676" y="3916"/>
                  </a:cubicBezTo>
                  <a:cubicBezTo>
                    <a:pt x="736" y="3946"/>
                    <a:pt x="810" y="3976"/>
                    <a:pt x="870" y="4006"/>
                  </a:cubicBezTo>
                  <a:cubicBezTo>
                    <a:pt x="898" y="4014"/>
                    <a:pt x="926" y="4018"/>
                    <a:pt x="953" y="4021"/>
                  </a:cubicBezTo>
                  <a:lnTo>
                    <a:pt x="496" y="4021"/>
                  </a:lnTo>
                  <a:cubicBezTo>
                    <a:pt x="456" y="4021"/>
                    <a:pt x="396" y="4007"/>
                    <a:pt x="342" y="4007"/>
                  </a:cubicBezTo>
                  <a:cubicBezTo>
                    <a:pt x="315" y="4007"/>
                    <a:pt x="290" y="4011"/>
                    <a:pt x="270" y="4021"/>
                  </a:cubicBezTo>
                  <a:cubicBezTo>
                    <a:pt x="210" y="4066"/>
                    <a:pt x="226" y="4320"/>
                    <a:pt x="240" y="4380"/>
                  </a:cubicBezTo>
                  <a:cubicBezTo>
                    <a:pt x="256" y="4440"/>
                    <a:pt x="286" y="4500"/>
                    <a:pt x="286" y="4560"/>
                  </a:cubicBezTo>
                  <a:cubicBezTo>
                    <a:pt x="300" y="4636"/>
                    <a:pt x="270" y="4666"/>
                    <a:pt x="240" y="4740"/>
                  </a:cubicBezTo>
                  <a:cubicBezTo>
                    <a:pt x="196" y="4816"/>
                    <a:pt x="226" y="4860"/>
                    <a:pt x="226" y="4950"/>
                  </a:cubicBezTo>
                  <a:cubicBezTo>
                    <a:pt x="270" y="5236"/>
                    <a:pt x="240" y="5536"/>
                    <a:pt x="210" y="5806"/>
                  </a:cubicBezTo>
                  <a:cubicBezTo>
                    <a:pt x="196" y="5896"/>
                    <a:pt x="226" y="5986"/>
                    <a:pt x="240" y="6060"/>
                  </a:cubicBezTo>
                  <a:cubicBezTo>
                    <a:pt x="240" y="6136"/>
                    <a:pt x="256" y="6120"/>
                    <a:pt x="300" y="6180"/>
                  </a:cubicBezTo>
                  <a:cubicBezTo>
                    <a:pt x="360" y="6256"/>
                    <a:pt x="360" y="6300"/>
                    <a:pt x="346" y="6390"/>
                  </a:cubicBezTo>
                  <a:cubicBezTo>
                    <a:pt x="330" y="6496"/>
                    <a:pt x="316" y="6600"/>
                    <a:pt x="330" y="6720"/>
                  </a:cubicBezTo>
                  <a:cubicBezTo>
                    <a:pt x="330" y="6810"/>
                    <a:pt x="316" y="6900"/>
                    <a:pt x="330" y="6990"/>
                  </a:cubicBezTo>
                  <a:cubicBezTo>
                    <a:pt x="330" y="7126"/>
                    <a:pt x="300" y="7260"/>
                    <a:pt x="300" y="7395"/>
                  </a:cubicBezTo>
                  <a:cubicBezTo>
                    <a:pt x="286" y="7470"/>
                    <a:pt x="270" y="7530"/>
                    <a:pt x="270" y="7620"/>
                  </a:cubicBezTo>
                  <a:cubicBezTo>
                    <a:pt x="256" y="7800"/>
                    <a:pt x="210" y="7965"/>
                    <a:pt x="240" y="8145"/>
                  </a:cubicBezTo>
                  <a:cubicBezTo>
                    <a:pt x="240" y="8235"/>
                    <a:pt x="210" y="8310"/>
                    <a:pt x="210" y="8385"/>
                  </a:cubicBezTo>
                  <a:cubicBezTo>
                    <a:pt x="210" y="8445"/>
                    <a:pt x="226" y="8490"/>
                    <a:pt x="226" y="8535"/>
                  </a:cubicBezTo>
                  <a:cubicBezTo>
                    <a:pt x="240" y="8655"/>
                    <a:pt x="240" y="8760"/>
                    <a:pt x="240" y="8880"/>
                  </a:cubicBezTo>
                  <a:cubicBezTo>
                    <a:pt x="226" y="9000"/>
                    <a:pt x="256" y="9120"/>
                    <a:pt x="286" y="9240"/>
                  </a:cubicBezTo>
                  <a:cubicBezTo>
                    <a:pt x="316" y="9389"/>
                    <a:pt x="210" y="9555"/>
                    <a:pt x="150" y="9689"/>
                  </a:cubicBezTo>
                  <a:cubicBezTo>
                    <a:pt x="120" y="9749"/>
                    <a:pt x="90" y="9825"/>
                    <a:pt x="76" y="9885"/>
                  </a:cubicBezTo>
                  <a:cubicBezTo>
                    <a:pt x="60" y="9929"/>
                    <a:pt x="0" y="10019"/>
                    <a:pt x="16" y="10065"/>
                  </a:cubicBezTo>
                  <a:cubicBezTo>
                    <a:pt x="120" y="10035"/>
                    <a:pt x="180" y="9959"/>
                    <a:pt x="286" y="9915"/>
                  </a:cubicBezTo>
                  <a:cubicBezTo>
                    <a:pt x="346" y="9885"/>
                    <a:pt x="406" y="9855"/>
                    <a:pt x="480" y="9825"/>
                  </a:cubicBezTo>
                  <a:cubicBezTo>
                    <a:pt x="526" y="9795"/>
                    <a:pt x="600" y="9749"/>
                    <a:pt x="616" y="9689"/>
                  </a:cubicBezTo>
                  <a:cubicBezTo>
                    <a:pt x="630" y="9645"/>
                    <a:pt x="586" y="9555"/>
                    <a:pt x="586" y="9509"/>
                  </a:cubicBezTo>
                  <a:lnTo>
                    <a:pt x="586" y="9300"/>
                  </a:lnTo>
                  <a:cubicBezTo>
                    <a:pt x="586" y="9270"/>
                    <a:pt x="570" y="9225"/>
                    <a:pt x="586" y="9195"/>
                  </a:cubicBezTo>
                  <a:cubicBezTo>
                    <a:pt x="600" y="9150"/>
                    <a:pt x="706" y="9120"/>
                    <a:pt x="750" y="9090"/>
                  </a:cubicBezTo>
                  <a:cubicBezTo>
                    <a:pt x="810" y="9060"/>
                    <a:pt x="870" y="9000"/>
                    <a:pt x="916" y="8940"/>
                  </a:cubicBezTo>
                  <a:cubicBezTo>
                    <a:pt x="960" y="8895"/>
                    <a:pt x="990" y="8865"/>
                    <a:pt x="1050" y="8820"/>
                  </a:cubicBezTo>
                  <a:cubicBezTo>
                    <a:pt x="1126" y="8745"/>
                    <a:pt x="1200" y="8745"/>
                    <a:pt x="1306" y="8715"/>
                  </a:cubicBezTo>
                  <a:cubicBezTo>
                    <a:pt x="1380" y="8685"/>
                    <a:pt x="1456" y="8595"/>
                    <a:pt x="1546" y="8580"/>
                  </a:cubicBezTo>
                  <a:lnTo>
                    <a:pt x="1546" y="8580"/>
                  </a:lnTo>
                  <a:cubicBezTo>
                    <a:pt x="1516" y="8685"/>
                    <a:pt x="1410" y="8835"/>
                    <a:pt x="1336" y="8895"/>
                  </a:cubicBezTo>
                  <a:cubicBezTo>
                    <a:pt x="1246" y="8955"/>
                    <a:pt x="1200" y="9000"/>
                    <a:pt x="1096" y="9030"/>
                  </a:cubicBezTo>
                  <a:cubicBezTo>
                    <a:pt x="930" y="9060"/>
                    <a:pt x="930" y="9105"/>
                    <a:pt x="900" y="9270"/>
                  </a:cubicBezTo>
                  <a:cubicBezTo>
                    <a:pt x="856" y="9449"/>
                    <a:pt x="766" y="9615"/>
                    <a:pt x="736" y="9795"/>
                  </a:cubicBezTo>
                  <a:cubicBezTo>
                    <a:pt x="720" y="9825"/>
                    <a:pt x="720" y="9899"/>
                    <a:pt x="720" y="9945"/>
                  </a:cubicBezTo>
                  <a:cubicBezTo>
                    <a:pt x="736" y="9975"/>
                    <a:pt x="750" y="10005"/>
                    <a:pt x="750" y="10035"/>
                  </a:cubicBezTo>
                  <a:cubicBezTo>
                    <a:pt x="750" y="10109"/>
                    <a:pt x="630" y="10185"/>
                    <a:pt x="586" y="10229"/>
                  </a:cubicBezTo>
                  <a:cubicBezTo>
                    <a:pt x="556" y="10259"/>
                    <a:pt x="436" y="10305"/>
                    <a:pt x="406" y="10349"/>
                  </a:cubicBezTo>
                  <a:cubicBezTo>
                    <a:pt x="390" y="10379"/>
                    <a:pt x="406" y="10439"/>
                    <a:pt x="406" y="10469"/>
                  </a:cubicBezTo>
                  <a:cubicBezTo>
                    <a:pt x="406" y="10499"/>
                    <a:pt x="420" y="10545"/>
                    <a:pt x="406" y="10575"/>
                  </a:cubicBezTo>
                  <a:cubicBezTo>
                    <a:pt x="390" y="10635"/>
                    <a:pt x="300" y="10739"/>
                    <a:pt x="256" y="10785"/>
                  </a:cubicBezTo>
                  <a:cubicBezTo>
                    <a:pt x="270" y="10815"/>
                    <a:pt x="300" y="10845"/>
                    <a:pt x="316" y="10875"/>
                  </a:cubicBezTo>
                  <a:cubicBezTo>
                    <a:pt x="330" y="10889"/>
                    <a:pt x="330" y="10905"/>
                    <a:pt x="330" y="10919"/>
                  </a:cubicBezTo>
                  <a:cubicBezTo>
                    <a:pt x="346" y="10995"/>
                    <a:pt x="360" y="11055"/>
                    <a:pt x="390" y="11129"/>
                  </a:cubicBezTo>
                  <a:cubicBezTo>
                    <a:pt x="390" y="11159"/>
                    <a:pt x="420" y="11189"/>
                    <a:pt x="406" y="11235"/>
                  </a:cubicBezTo>
                  <a:cubicBezTo>
                    <a:pt x="390" y="11309"/>
                    <a:pt x="330" y="11339"/>
                    <a:pt x="346" y="11429"/>
                  </a:cubicBezTo>
                  <a:cubicBezTo>
                    <a:pt x="346" y="11475"/>
                    <a:pt x="360" y="11535"/>
                    <a:pt x="360" y="11595"/>
                  </a:cubicBezTo>
                  <a:cubicBezTo>
                    <a:pt x="376" y="11639"/>
                    <a:pt x="360" y="11685"/>
                    <a:pt x="376" y="11715"/>
                  </a:cubicBezTo>
                  <a:cubicBezTo>
                    <a:pt x="390" y="11759"/>
                    <a:pt x="436" y="11775"/>
                    <a:pt x="436" y="11819"/>
                  </a:cubicBezTo>
                  <a:cubicBezTo>
                    <a:pt x="450" y="11849"/>
                    <a:pt x="436" y="11895"/>
                    <a:pt x="436" y="11925"/>
                  </a:cubicBezTo>
                  <a:cubicBezTo>
                    <a:pt x="436" y="11969"/>
                    <a:pt x="450" y="12015"/>
                    <a:pt x="450" y="12075"/>
                  </a:cubicBezTo>
                  <a:cubicBezTo>
                    <a:pt x="466" y="12225"/>
                    <a:pt x="466" y="12419"/>
                    <a:pt x="436" y="12569"/>
                  </a:cubicBezTo>
                  <a:cubicBezTo>
                    <a:pt x="420" y="12644"/>
                    <a:pt x="390" y="12704"/>
                    <a:pt x="390" y="12779"/>
                  </a:cubicBezTo>
                  <a:cubicBezTo>
                    <a:pt x="406" y="12869"/>
                    <a:pt x="376" y="12944"/>
                    <a:pt x="360" y="13034"/>
                  </a:cubicBezTo>
                  <a:cubicBezTo>
                    <a:pt x="316" y="13169"/>
                    <a:pt x="256" y="13289"/>
                    <a:pt x="226" y="13424"/>
                  </a:cubicBezTo>
                  <a:cubicBezTo>
                    <a:pt x="196" y="13529"/>
                    <a:pt x="226" y="13649"/>
                    <a:pt x="256" y="13754"/>
                  </a:cubicBezTo>
                  <a:cubicBezTo>
                    <a:pt x="270" y="13814"/>
                    <a:pt x="300" y="13874"/>
                    <a:pt x="300" y="13934"/>
                  </a:cubicBezTo>
                  <a:cubicBezTo>
                    <a:pt x="300" y="13964"/>
                    <a:pt x="286" y="14009"/>
                    <a:pt x="286" y="14054"/>
                  </a:cubicBezTo>
                  <a:cubicBezTo>
                    <a:pt x="300" y="14099"/>
                    <a:pt x="360" y="14129"/>
                    <a:pt x="390" y="14159"/>
                  </a:cubicBezTo>
                  <a:cubicBezTo>
                    <a:pt x="466" y="14159"/>
                    <a:pt x="526" y="14129"/>
                    <a:pt x="600" y="14114"/>
                  </a:cubicBezTo>
                  <a:cubicBezTo>
                    <a:pt x="660" y="14099"/>
                    <a:pt x="720" y="14084"/>
                    <a:pt x="796" y="14054"/>
                  </a:cubicBezTo>
                  <a:cubicBezTo>
                    <a:pt x="916" y="14009"/>
                    <a:pt x="1066" y="13964"/>
                    <a:pt x="1186" y="13904"/>
                  </a:cubicBezTo>
                  <a:cubicBezTo>
                    <a:pt x="1230" y="13889"/>
                    <a:pt x="1260" y="13874"/>
                    <a:pt x="1290" y="13844"/>
                  </a:cubicBezTo>
                  <a:cubicBezTo>
                    <a:pt x="1320" y="13829"/>
                    <a:pt x="1336" y="13814"/>
                    <a:pt x="1366" y="13799"/>
                  </a:cubicBezTo>
                  <a:cubicBezTo>
                    <a:pt x="1410" y="13784"/>
                    <a:pt x="1440" y="13769"/>
                    <a:pt x="1486" y="13754"/>
                  </a:cubicBezTo>
                  <a:cubicBezTo>
                    <a:pt x="1510" y="13754"/>
                    <a:pt x="1563" y="13735"/>
                    <a:pt x="1607" y="13735"/>
                  </a:cubicBezTo>
                  <a:cubicBezTo>
                    <a:pt x="1617" y="13735"/>
                    <a:pt x="1627" y="13736"/>
                    <a:pt x="1636" y="13739"/>
                  </a:cubicBezTo>
                  <a:cubicBezTo>
                    <a:pt x="1620" y="13769"/>
                    <a:pt x="1590" y="13784"/>
                    <a:pt x="1560" y="13799"/>
                  </a:cubicBezTo>
                  <a:cubicBezTo>
                    <a:pt x="1530" y="13829"/>
                    <a:pt x="1486" y="13859"/>
                    <a:pt x="1440" y="13889"/>
                  </a:cubicBezTo>
                  <a:cubicBezTo>
                    <a:pt x="1380" y="13904"/>
                    <a:pt x="1336" y="13919"/>
                    <a:pt x="1290" y="13949"/>
                  </a:cubicBezTo>
                  <a:cubicBezTo>
                    <a:pt x="1246" y="13964"/>
                    <a:pt x="1200" y="13949"/>
                    <a:pt x="1170" y="13979"/>
                  </a:cubicBezTo>
                  <a:cubicBezTo>
                    <a:pt x="1126" y="13994"/>
                    <a:pt x="1096" y="14024"/>
                    <a:pt x="1066" y="14039"/>
                  </a:cubicBezTo>
                  <a:cubicBezTo>
                    <a:pt x="976" y="14084"/>
                    <a:pt x="886" y="14099"/>
                    <a:pt x="796" y="14114"/>
                  </a:cubicBezTo>
                  <a:cubicBezTo>
                    <a:pt x="600" y="14189"/>
                    <a:pt x="450" y="14384"/>
                    <a:pt x="316" y="14519"/>
                  </a:cubicBezTo>
                  <a:cubicBezTo>
                    <a:pt x="300" y="14578"/>
                    <a:pt x="286" y="14624"/>
                    <a:pt x="286" y="14668"/>
                  </a:cubicBezTo>
                  <a:cubicBezTo>
                    <a:pt x="270" y="14744"/>
                    <a:pt x="286" y="14804"/>
                    <a:pt x="286" y="14864"/>
                  </a:cubicBezTo>
                  <a:cubicBezTo>
                    <a:pt x="300" y="14924"/>
                    <a:pt x="286" y="14968"/>
                    <a:pt x="300" y="15028"/>
                  </a:cubicBezTo>
                  <a:cubicBezTo>
                    <a:pt x="300" y="15058"/>
                    <a:pt x="300" y="15088"/>
                    <a:pt x="316" y="15134"/>
                  </a:cubicBezTo>
                  <a:cubicBezTo>
                    <a:pt x="316" y="15194"/>
                    <a:pt x="346" y="15268"/>
                    <a:pt x="346" y="15328"/>
                  </a:cubicBezTo>
                  <a:cubicBezTo>
                    <a:pt x="360" y="15404"/>
                    <a:pt x="360" y="15464"/>
                    <a:pt x="376" y="15538"/>
                  </a:cubicBezTo>
                  <a:cubicBezTo>
                    <a:pt x="376" y="15584"/>
                    <a:pt x="390" y="15598"/>
                    <a:pt x="420" y="15628"/>
                  </a:cubicBezTo>
                  <a:lnTo>
                    <a:pt x="510" y="15718"/>
                  </a:lnTo>
                  <a:cubicBezTo>
                    <a:pt x="540" y="15734"/>
                    <a:pt x="556" y="15748"/>
                    <a:pt x="570" y="15764"/>
                  </a:cubicBezTo>
                  <a:cubicBezTo>
                    <a:pt x="526" y="15808"/>
                    <a:pt x="390" y="15854"/>
                    <a:pt x="376" y="15928"/>
                  </a:cubicBezTo>
                  <a:lnTo>
                    <a:pt x="376" y="16034"/>
                  </a:lnTo>
                  <a:cubicBezTo>
                    <a:pt x="376" y="16078"/>
                    <a:pt x="390" y="16124"/>
                    <a:pt x="390" y="16168"/>
                  </a:cubicBezTo>
                  <a:cubicBezTo>
                    <a:pt x="406" y="16214"/>
                    <a:pt x="420" y="16274"/>
                    <a:pt x="420" y="16318"/>
                  </a:cubicBezTo>
                  <a:cubicBezTo>
                    <a:pt x="420" y="16378"/>
                    <a:pt x="420" y="16438"/>
                    <a:pt x="406" y="16498"/>
                  </a:cubicBezTo>
                  <a:cubicBezTo>
                    <a:pt x="390" y="16544"/>
                    <a:pt x="376" y="16588"/>
                    <a:pt x="376" y="16648"/>
                  </a:cubicBezTo>
                  <a:cubicBezTo>
                    <a:pt x="360" y="16678"/>
                    <a:pt x="376" y="16738"/>
                    <a:pt x="390" y="16768"/>
                  </a:cubicBezTo>
                  <a:lnTo>
                    <a:pt x="390" y="16858"/>
                  </a:lnTo>
                  <a:cubicBezTo>
                    <a:pt x="390" y="16904"/>
                    <a:pt x="376" y="16934"/>
                    <a:pt x="376" y="16978"/>
                  </a:cubicBezTo>
                  <a:cubicBezTo>
                    <a:pt x="346" y="17098"/>
                    <a:pt x="286" y="17204"/>
                    <a:pt x="256" y="17324"/>
                  </a:cubicBezTo>
                  <a:cubicBezTo>
                    <a:pt x="240" y="17368"/>
                    <a:pt x="240" y="17398"/>
                    <a:pt x="240" y="17428"/>
                  </a:cubicBezTo>
                  <a:cubicBezTo>
                    <a:pt x="240" y="17458"/>
                    <a:pt x="256" y="17488"/>
                    <a:pt x="256" y="17534"/>
                  </a:cubicBezTo>
                  <a:cubicBezTo>
                    <a:pt x="256" y="17608"/>
                    <a:pt x="240" y="17698"/>
                    <a:pt x="256" y="17788"/>
                  </a:cubicBezTo>
                  <a:cubicBezTo>
                    <a:pt x="256" y="17818"/>
                    <a:pt x="256" y="17848"/>
                    <a:pt x="270" y="17863"/>
                  </a:cubicBezTo>
                  <a:cubicBezTo>
                    <a:pt x="286" y="17938"/>
                    <a:pt x="286" y="18028"/>
                    <a:pt x="286" y="18103"/>
                  </a:cubicBezTo>
                  <a:cubicBezTo>
                    <a:pt x="286" y="18283"/>
                    <a:pt x="300" y="18478"/>
                    <a:pt x="270" y="18643"/>
                  </a:cubicBezTo>
                  <a:cubicBezTo>
                    <a:pt x="240" y="18793"/>
                    <a:pt x="240" y="18943"/>
                    <a:pt x="240" y="19108"/>
                  </a:cubicBezTo>
                  <a:cubicBezTo>
                    <a:pt x="226" y="19243"/>
                    <a:pt x="196" y="19393"/>
                    <a:pt x="196" y="19543"/>
                  </a:cubicBezTo>
                  <a:cubicBezTo>
                    <a:pt x="196" y="19648"/>
                    <a:pt x="196" y="19753"/>
                    <a:pt x="226" y="19843"/>
                  </a:cubicBezTo>
                  <a:cubicBezTo>
                    <a:pt x="226" y="19903"/>
                    <a:pt x="240" y="19947"/>
                    <a:pt x="240" y="19993"/>
                  </a:cubicBezTo>
                  <a:cubicBezTo>
                    <a:pt x="240" y="20023"/>
                    <a:pt x="226" y="20083"/>
                    <a:pt x="240" y="20113"/>
                  </a:cubicBezTo>
                  <a:cubicBezTo>
                    <a:pt x="240" y="20127"/>
                    <a:pt x="300" y="20173"/>
                    <a:pt x="316" y="20187"/>
                  </a:cubicBezTo>
                  <a:cubicBezTo>
                    <a:pt x="316" y="20277"/>
                    <a:pt x="330" y="20353"/>
                    <a:pt x="330" y="20443"/>
                  </a:cubicBezTo>
                  <a:cubicBezTo>
                    <a:pt x="346" y="20473"/>
                    <a:pt x="330" y="20503"/>
                    <a:pt x="346" y="20533"/>
                  </a:cubicBezTo>
                  <a:cubicBezTo>
                    <a:pt x="360" y="20563"/>
                    <a:pt x="376" y="20577"/>
                    <a:pt x="406" y="20577"/>
                  </a:cubicBezTo>
                  <a:cubicBezTo>
                    <a:pt x="436" y="20593"/>
                    <a:pt x="510" y="20593"/>
                    <a:pt x="526" y="20637"/>
                  </a:cubicBezTo>
                  <a:cubicBezTo>
                    <a:pt x="496" y="20653"/>
                    <a:pt x="480" y="20653"/>
                    <a:pt x="450" y="20667"/>
                  </a:cubicBezTo>
                  <a:cubicBezTo>
                    <a:pt x="420" y="20667"/>
                    <a:pt x="406" y="20667"/>
                    <a:pt x="376" y="20683"/>
                  </a:cubicBezTo>
                  <a:cubicBezTo>
                    <a:pt x="356" y="20683"/>
                    <a:pt x="336" y="20676"/>
                    <a:pt x="320" y="20676"/>
                  </a:cubicBezTo>
                  <a:cubicBezTo>
                    <a:pt x="312" y="20676"/>
                    <a:pt x="306" y="20678"/>
                    <a:pt x="300" y="20683"/>
                  </a:cubicBezTo>
                  <a:cubicBezTo>
                    <a:pt x="300" y="20727"/>
                    <a:pt x="286" y="20757"/>
                    <a:pt x="270" y="20803"/>
                  </a:cubicBezTo>
                  <a:cubicBezTo>
                    <a:pt x="256" y="20847"/>
                    <a:pt x="256" y="20907"/>
                    <a:pt x="240" y="20953"/>
                  </a:cubicBezTo>
                  <a:cubicBezTo>
                    <a:pt x="226" y="21013"/>
                    <a:pt x="196" y="21057"/>
                    <a:pt x="210" y="21117"/>
                  </a:cubicBezTo>
                  <a:cubicBezTo>
                    <a:pt x="226" y="21133"/>
                    <a:pt x="226" y="21147"/>
                    <a:pt x="240" y="21163"/>
                  </a:cubicBezTo>
                  <a:cubicBezTo>
                    <a:pt x="240" y="21223"/>
                    <a:pt x="240" y="21297"/>
                    <a:pt x="226" y="21357"/>
                  </a:cubicBezTo>
                  <a:cubicBezTo>
                    <a:pt x="226" y="21417"/>
                    <a:pt x="210" y="21493"/>
                    <a:pt x="210" y="21567"/>
                  </a:cubicBezTo>
                  <a:cubicBezTo>
                    <a:pt x="210" y="21627"/>
                    <a:pt x="226" y="21673"/>
                    <a:pt x="226" y="21733"/>
                  </a:cubicBezTo>
                  <a:cubicBezTo>
                    <a:pt x="240" y="21867"/>
                    <a:pt x="286" y="21987"/>
                    <a:pt x="256" y="22123"/>
                  </a:cubicBezTo>
                  <a:cubicBezTo>
                    <a:pt x="240" y="22197"/>
                    <a:pt x="226" y="22287"/>
                    <a:pt x="240" y="22377"/>
                  </a:cubicBezTo>
                  <a:cubicBezTo>
                    <a:pt x="240" y="22407"/>
                    <a:pt x="256" y="22453"/>
                    <a:pt x="256" y="22497"/>
                  </a:cubicBezTo>
                  <a:cubicBezTo>
                    <a:pt x="270" y="22557"/>
                    <a:pt x="270" y="22617"/>
                    <a:pt x="270" y="22677"/>
                  </a:cubicBezTo>
                  <a:cubicBezTo>
                    <a:pt x="286" y="22723"/>
                    <a:pt x="270" y="22752"/>
                    <a:pt x="270" y="22797"/>
                  </a:cubicBezTo>
                  <a:cubicBezTo>
                    <a:pt x="270" y="22812"/>
                    <a:pt x="286" y="22827"/>
                    <a:pt x="286" y="22827"/>
                  </a:cubicBezTo>
                  <a:cubicBezTo>
                    <a:pt x="316" y="22887"/>
                    <a:pt x="330" y="22932"/>
                    <a:pt x="346" y="22992"/>
                  </a:cubicBezTo>
                  <a:cubicBezTo>
                    <a:pt x="376" y="23067"/>
                    <a:pt x="360" y="23097"/>
                    <a:pt x="360" y="23172"/>
                  </a:cubicBezTo>
                  <a:cubicBezTo>
                    <a:pt x="346" y="23232"/>
                    <a:pt x="360" y="23292"/>
                    <a:pt x="360" y="23352"/>
                  </a:cubicBezTo>
                  <a:cubicBezTo>
                    <a:pt x="376" y="23397"/>
                    <a:pt x="406" y="23412"/>
                    <a:pt x="450" y="23427"/>
                  </a:cubicBezTo>
                  <a:cubicBezTo>
                    <a:pt x="518" y="23450"/>
                    <a:pt x="593" y="23457"/>
                    <a:pt x="670" y="23457"/>
                  </a:cubicBezTo>
                  <a:cubicBezTo>
                    <a:pt x="747" y="23457"/>
                    <a:pt x="825" y="23450"/>
                    <a:pt x="900" y="23442"/>
                  </a:cubicBezTo>
                  <a:cubicBezTo>
                    <a:pt x="1036" y="23427"/>
                    <a:pt x="1156" y="23427"/>
                    <a:pt x="1290" y="23427"/>
                  </a:cubicBezTo>
                  <a:lnTo>
                    <a:pt x="1440" y="23427"/>
                  </a:lnTo>
                  <a:cubicBezTo>
                    <a:pt x="1456" y="23412"/>
                    <a:pt x="1470" y="23412"/>
                    <a:pt x="1486" y="23397"/>
                  </a:cubicBezTo>
                  <a:lnTo>
                    <a:pt x="1710" y="23397"/>
                  </a:lnTo>
                  <a:cubicBezTo>
                    <a:pt x="1770" y="23397"/>
                    <a:pt x="1846" y="23412"/>
                    <a:pt x="1906" y="23427"/>
                  </a:cubicBezTo>
                  <a:cubicBezTo>
                    <a:pt x="1936" y="23427"/>
                    <a:pt x="2010" y="23442"/>
                    <a:pt x="2026" y="23457"/>
                  </a:cubicBezTo>
                  <a:cubicBezTo>
                    <a:pt x="1898" y="23474"/>
                    <a:pt x="1773" y="23478"/>
                    <a:pt x="1648" y="23478"/>
                  </a:cubicBezTo>
                  <a:cubicBezTo>
                    <a:pt x="1544" y="23478"/>
                    <a:pt x="1441" y="23476"/>
                    <a:pt x="1338" y="23476"/>
                  </a:cubicBezTo>
                  <a:cubicBezTo>
                    <a:pt x="1243" y="23476"/>
                    <a:pt x="1147" y="23478"/>
                    <a:pt x="1050" y="23487"/>
                  </a:cubicBezTo>
                  <a:cubicBezTo>
                    <a:pt x="946" y="23502"/>
                    <a:pt x="856" y="23532"/>
                    <a:pt x="750" y="23547"/>
                  </a:cubicBezTo>
                  <a:cubicBezTo>
                    <a:pt x="660" y="23562"/>
                    <a:pt x="570" y="23562"/>
                    <a:pt x="480" y="23577"/>
                  </a:cubicBezTo>
                  <a:cubicBezTo>
                    <a:pt x="390" y="23592"/>
                    <a:pt x="316" y="23607"/>
                    <a:pt x="270" y="23697"/>
                  </a:cubicBezTo>
                  <a:cubicBezTo>
                    <a:pt x="270" y="23727"/>
                    <a:pt x="286" y="23772"/>
                    <a:pt x="286" y="23802"/>
                  </a:cubicBezTo>
                  <a:cubicBezTo>
                    <a:pt x="300" y="23847"/>
                    <a:pt x="300" y="23892"/>
                    <a:pt x="300" y="23937"/>
                  </a:cubicBezTo>
                  <a:cubicBezTo>
                    <a:pt x="300" y="24087"/>
                    <a:pt x="270" y="24222"/>
                    <a:pt x="256" y="24372"/>
                  </a:cubicBezTo>
                  <a:cubicBezTo>
                    <a:pt x="256" y="24447"/>
                    <a:pt x="240" y="24522"/>
                    <a:pt x="226" y="24597"/>
                  </a:cubicBezTo>
                  <a:cubicBezTo>
                    <a:pt x="196" y="24627"/>
                    <a:pt x="196" y="24672"/>
                    <a:pt x="196" y="24717"/>
                  </a:cubicBezTo>
                  <a:cubicBezTo>
                    <a:pt x="196" y="24762"/>
                    <a:pt x="210" y="24822"/>
                    <a:pt x="210" y="24866"/>
                  </a:cubicBezTo>
                  <a:cubicBezTo>
                    <a:pt x="210" y="24926"/>
                    <a:pt x="226" y="24986"/>
                    <a:pt x="240" y="25046"/>
                  </a:cubicBezTo>
                  <a:cubicBezTo>
                    <a:pt x="270" y="25152"/>
                    <a:pt x="286" y="25242"/>
                    <a:pt x="300" y="25346"/>
                  </a:cubicBezTo>
                  <a:cubicBezTo>
                    <a:pt x="300" y="25436"/>
                    <a:pt x="300" y="25526"/>
                    <a:pt x="286" y="25616"/>
                  </a:cubicBezTo>
                  <a:cubicBezTo>
                    <a:pt x="270" y="25646"/>
                    <a:pt x="270" y="25676"/>
                    <a:pt x="270" y="25692"/>
                  </a:cubicBezTo>
                  <a:cubicBezTo>
                    <a:pt x="270" y="25706"/>
                    <a:pt x="270" y="25722"/>
                    <a:pt x="286" y="25736"/>
                  </a:cubicBezTo>
                  <a:cubicBezTo>
                    <a:pt x="300" y="25812"/>
                    <a:pt x="300" y="25886"/>
                    <a:pt x="300" y="25962"/>
                  </a:cubicBezTo>
                  <a:cubicBezTo>
                    <a:pt x="300" y="25992"/>
                    <a:pt x="346" y="26232"/>
                    <a:pt x="300" y="26246"/>
                  </a:cubicBezTo>
                  <a:cubicBezTo>
                    <a:pt x="461" y="26246"/>
                    <a:pt x="634" y="26252"/>
                    <a:pt x="806" y="26252"/>
                  </a:cubicBezTo>
                  <a:cubicBezTo>
                    <a:pt x="1020" y="26252"/>
                    <a:pt x="1234" y="26243"/>
                    <a:pt x="1426" y="26202"/>
                  </a:cubicBezTo>
                  <a:cubicBezTo>
                    <a:pt x="1530" y="26172"/>
                    <a:pt x="1560" y="26142"/>
                    <a:pt x="1650" y="26082"/>
                  </a:cubicBezTo>
                  <a:cubicBezTo>
                    <a:pt x="1710" y="26066"/>
                    <a:pt x="1756" y="26022"/>
                    <a:pt x="1770" y="25976"/>
                  </a:cubicBezTo>
                  <a:cubicBezTo>
                    <a:pt x="1770" y="25946"/>
                    <a:pt x="1786" y="25932"/>
                    <a:pt x="1816" y="25916"/>
                  </a:cubicBezTo>
                  <a:cubicBezTo>
                    <a:pt x="1843" y="25903"/>
                    <a:pt x="1866" y="25898"/>
                    <a:pt x="1887" y="25898"/>
                  </a:cubicBezTo>
                  <a:cubicBezTo>
                    <a:pt x="1935" y="25898"/>
                    <a:pt x="1973" y="25925"/>
                    <a:pt x="2026" y="25946"/>
                  </a:cubicBezTo>
                  <a:cubicBezTo>
                    <a:pt x="2060" y="25951"/>
                    <a:pt x="2102" y="25953"/>
                    <a:pt x="2146" y="25953"/>
                  </a:cubicBezTo>
                  <a:cubicBezTo>
                    <a:pt x="2234" y="25953"/>
                    <a:pt x="2330" y="25946"/>
                    <a:pt x="2400" y="25946"/>
                  </a:cubicBezTo>
                  <a:cubicBezTo>
                    <a:pt x="2476" y="25946"/>
                    <a:pt x="2550" y="25932"/>
                    <a:pt x="2640" y="25902"/>
                  </a:cubicBezTo>
                  <a:cubicBezTo>
                    <a:pt x="2686" y="25886"/>
                    <a:pt x="2716" y="25856"/>
                    <a:pt x="2730" y="25812"/>
                  </a:cubicBezTo>
                  <a:cubicBezTo>
                    <a:pt x="2850" y="25722"/>
                    <a:pt x="3015" y="25662"/>
                    <a:pt x="3165" y="25646"/>
                  </a:cubicBezTo>
                  <a:lnTo>
                    <a:pt x="3165" y="25646"/>
                  </a:lnTo>
                  <a:cubicBezTo>
                    <a:pt x="3165" y="25722"/>
                    <a:pt x="3135" y="25812"/>
                    <a:pt x="3165" y="25886"/>
                  </a:cubicBezTo>
                  <a:cubicBezTo>
                    <a:pt x="3189" y="25968"/>
                    <a:pt x="3212" y="25977"/>
                    <a:pt x="3283" y="25977"/>
                  </a:cubicBezTo>
                  <a:cubicBezTo>
                    <a:pt x="3304" y="25977"/>
                    <a:pt x="3329" y="25976"/>
                    <a:pt x="3360" y="25976"/>
                  </a:cubicBezTo>
                  <a:cubicBezTo>
                    <a:pt x="3455" y="25981"/>
                    <a:pt x="3552" y="25983"/>
                    <a:pt x="3650" y="25983"/>
                  </a:cubicBezTo>
                  <a:cubicBezTo>
                    <a:pt x="3845" y="25983"/>
                    <a:pt x="4045" y="25976"/>
                    <a:pt x="4245" y="25976"/>
                  </a:cubicBezTo>
                  <a:cubicBezTo>
                    <a:pt x="4665" y="25992"/>
                    <a:pt x="5085" y="26052"/>
                    <a:pt x="5505" y="26066"/>
                  </a:cubicBezTo>
                  <a:cubicBezTo>
                    <a:pt x="5605" y="26066"/>
                    <a:pt x="5698" y="26060"/>
                    <a:pt x="5793" y="26060"/>
                  </a:cubicBezTo>
                  <a:cubicBezTo>
                    <a:pt x="5841" y="26060"/>
                    <a:pt x="5889" y="26061"/>
                    <a:pt x="5939" y="26066"/>
                  </a:cubicBezTo>
                  <a:cubicBezTo>
                    <a:pt x="6119" y="26082"/>
                    <a:pt x="6285" y="26126"/>
                    <a:pt x="6465" y="26142"/>
                  </a:cubicBezTo>
                  <a:cubicBezTo>
                    <a:pt x="6989" y="26202"/>
                    <a:pt x="7515" y="26126"/>
                    <a:pt x="8039" y="26246"/>
                  </a:cubicBezTo>
                  <a:cubicBezTo>
                    <a:pt x="8110" y="26263"/>
                    <a:pt x="8180" y="26270"/>
                    <a:pt x="8250" y="26270"/>
                  </a:cubicBezTo>
                  <a:cubicBezTo>
                    <a:pt x="8485" y="26270"/>
                    <a:pt x="8710" y="26188"/>
                    <a:pt x="8954" y="26142"/>
                  </a:cubicBezTo>
                  <a:cubicBezTo>
                    <a:pt x="9221" y="26083"/>
                    <a:pt x="9511" y="26053"/>
                    <a:pt x="9802" y="26053"/>
                  </a:cubicBezTo>
                  <a:cubicBezTo>
                    <a:pt x="10033" y="26053"/>
                    <a:pt x="10264" y="26072"/>
                    <a:pt x="10484" y="26112"/>
                  </a:cubicBezTo>
                  <a:cubicBezTo>
                    <a:pt x="10661" y="26139"/>
                    <a:pt x="10865" y="26204"/>
                    <a:pt x="11059" y="26204"/>
                  </a:cubicBezTo>
                  <a:cubicBezTo>
                    <a:pt x="11077" y="26204"/>
                    <a:pt x="11096" y="26203"/>
                    <a:pt x="11114" y="26202"/>
                  </a:cubicBezTo>
                  <a:cubicBezTo>
                    <a:pt x="11638" y="26142"/>
                    <a:pt x="12148" y="25976"/>
                    <a:pt x="12688" y="25976"/>
                  </a:cubicBezTo>
                  <a:cubicBezTo>
                    <a:pt x="13408" y="25992"/>
                    <a:pt x="14113" y="26232"/>
                    <a:pt x="14818" y="26322"/>
                  </a:cubicBezTo>
                  <a:cubicBezTo>
                    <a:pt x="14931" y="26337"/>
                    <a:pt x="15045" y="26344"/>
                    <a:pt x="15160" y="26344"/>
                  </a:cubicBezTo>
                  <a:cubicBezTo>
                    <a:pt x="15595" y="26344"/>
                    <a:pt x="16040" y="26252"/>
                    <a:pt x="16467" y="26216"/>
                  </a:cubicBezTo>
                  <a:cubicBezTo>
                    <a:pt x="16671" y="26197"/>
                    <a:pt x="16875" y="26192"/>
                    <a:pt x="17080" y="26192"/>
                  </a:cubicBezTo>
                  <a:cubicBezTo>
                    <a:pt x="17355" y="26192"/>
                    <a:pt x="17631" y="26202"/>
                    <a:pt x="17907" y="26202"/>
                  </a:cubicBezTo>
                  <a:cubicBezTo>
                    <a:pt x="18117" y="26202"/>
                    <a:pt x="18312" y="26172"/>
                    <a:pt x="18522" y="26126"/>
                  </a:cubicBezTo>
                  <a:cubicBezTo>
                    <a:pt x="18717" y="26082"/>
                    <a:pt x="18702" y="26022"/>
                    <a:pt x="18882" y="26022"/>
                  </a:cubicBezTo>
                  <a:lnTo>
                    <a:pt x="19962" y="26022"/>
                  </a:lnTo>
                  <a:cubicBezTo>
                    <a:pt x="20232" y="26022"/>
                    <a:pt x="20506" y="26014"/>
                    <a:pt x="20781" y="26014"/>
                  </a:cubicBezTo>
                  <a:cubicBezTo>
                    <a:pt x="21057" y="26014"/>
                    <a:pt x="21334" y="26022"/>
                    <a:pt x="21612" y="26052"/>
                  </a:cubicBezTo>
                  <a:cubicBezTo>
                    <a:pt x="21729" y="26068"/>
                    <a:pt x="21846" y="26072"/>
                    <a:pt x="21963" y="26072"/>
                  </a:cubicBezTo>
                  <a:cubicBezTo>
                    <a:pt x="22126" y="26072"/>
                    <a:pt x="22289" y="26063"/>
                    <a:pt x="22452" y="26063"/>
                  </a:cubicBezTo>
                  <a:cubicBezTo>
                    <a:pt x="22502" y="26063"/>
                    <a:pt x="22552" y="26064"/>
                    <a:pt x="22602" y="26066"/>
                  </a:cubicBezTo>
                  <a:cubicBezTo>
                    <a:pt x="22736" y="26066"/>
                    <a:pt x="22826" y="26156"/>
                    <a:pt x="22976" y="26156"/>
                  </a:cubicBezTo>
                  <a:cubicBezTo>
                    <a:pt x="23142" y="26156"/>
                    <a:pt x="23291" y="26112"/>
                    <a:pt x="23441" y="26112"/>
                  </a:cubicBezTo>
                  <a:cubicBezTo>
                    <a:pt x="23591" y="26096"/>
                    <a:pt x="23726" y="26112"/>
                    <a:pt x="23876" y="26066"/>
                  </a:cubicBezTo>
                  <a:cubicBezTo>
                    <a:pt x="23981" y="26036"/>
                    <a:pt x="24071" y="26022"/>
                    <a:pt x="24176" y="26022"/>
                  </a:cubicBezTo>
                  <a:lnTo>
                    <a:pt x="24776" y="26022"/>
                  </a:lnTo>
                  <a:cubicBezTo>
                    <a:pt x="24941" y="26022"/>
                    <a:pt x="25076" y="26066"/>
                    <a:pt x="25226" y="26112"/>
                  </a:cubicBezTo>
                  <a:cubicBezTo>
                    <a:pt x="25345" y="26149"/>
                    <a:pt x="25465" y="26157"/>
                    <a:pt x="25587" y="26157"/>
                  </a:cubicBezTo>
                  <a:cubicBezTo>
                    <a:pt x="25670" y="26157"/>
                    <a:pt x="25753" y="26153"/>
                    <a:pt x="25838" y="26153"/>
                  </a:cubicBezTo>
                  <a:cubicBezTo>
                    <a:pt x="25878" y="26153"/>
                    <a:pt x="25920" y="26154"/>
                    <a:pt x="25961" y="26156"/>
                  </a:cubicBezTo>
                  <a:cubicBezTo>
                    <a:pt x="26125" y="26172"/>
                    <a:pt x="26291" y="26232"/>
                    <a:pt x="26455" y="26246"/>
                  </a:cubicBezTo>
                  <a:cubicBezTo>
                    <a:pt x="26492" y="26249"/>
                    <a:pt x="26530" y="26251"/>
                    <a:pt x="26567" y="26251"/>
                  </a:cubicBezTo>
                  <a:cubicBezTo>
                    <a:pt x="26710" y="26251"/>
                    <a:pt x="26852" y="26232"/>
                    <a:pt x="26995" y="26232"/>
                  </a:cubicBezTo>
                  <a:cubicBezTo>
                    <a:pt x="27085" y="26246"/>
                    <a:pt x="27145" y="26322"/>
                    <a:pt x="27221" y="26322"/>
                  </a:cubicBezTo>
                  <a:cubicBezTo>
                    <a:pt x="27224" y="26322"/>
                    <a:pt x="27228" y="26323"/>
                    <a:pt x="27232" y="26323"/>
                  </a:cubicBezTo>
                  <a:cubicBezTo>
                    <a:pt x="27332" y="26323"/>
                    <a:pt x="27596" y="26156"/>
                    <a:pt x="27611" y="26142"/>
                  </a:cubicBezTo>
                  <a:cubicBezTo>
                    <a:pt x="27726" y="26084"/>
                    <a:pt x="27939" y="26110"/>
                    <a:pt x="28022" y="26031"/>
                  </a:cubicBezTo>
                  <a:lnTo>
                    <a:pt x="28022" y="26031"/>
                  </a:lnTo>
                  <a:cubicBezTo>
                    <a:pt x="28074" y="26117"/>
                    <a:pt x="28165" y="26220"/>
                    <a:pt x="28255" y="26246"/>
                  </a:cubicBezTo>
                  <a:cubicBezTo>
                    <a:pt x="28285" y="26256"/>
                    <a:pt x="28327" y="26260"/>
                    <a:pt x="28373" y="26260"/>
                  </a:cubicBezTo>
                  <a:cubicBezTo>
                    <a:pt x="28465" y="26260"/>
                    <a:pt x="28575" y="26246"/>
                    <a:pt x="28645" y="26246"/>
                  </a:cubicBezTo>
                  <a:lnTo>
                    <a:pt x="28945" y="26246"/>
                  </a:lnTo>
                  <a:cubicBezTo>
                    <a:pt x="29085" y="26234"/>
                    <a:pt x="29256" y="26146"/>
                    <a:pt x="29397" y="26146"/>
                  </a:cubicBezTo>
                  <a:cubicBezTo>
                    <a:pt x="29422" y="26146"/>
                    <a:pt x="29447" y="26149"/>
                    <a:pt x="29470" y="26156"/>
                  </a:cubicBezTo>
                  <a:cubicBezTo>
                    <a:pt x="29590" y="26202"/>
                    <a:pt x="29680" y="26262"/>
                    <a:pt x="29800" y="26292"/>
                  </a:cubicBezTo>
                  <a:cubicBezTo>
                    <a:pt x="29927" y="26321"/>
                    <a:pt x="30074" y="26344"/>
                    <a:pt x="30210" y="26344"/>
                  </a:cubicBezTo>
                  <a:cubicBezTo>
                    <a:pt x="30282" y="26344"/>
                    <a:pt x="30352" y="26337"/>
                    <a:pt x="30414" y="26322"/>
                  </a:cubicBezTo>
                  <a:cubicBezTo>
                    <a:pt x="30430" y="26246"/>
                    <a:pt x="30325" y="26172"/>
                    <a:pt x="30295" y="26096"/>
                  </a:cubicBezTo>
                  <a:cubicBezTo>
                    <a:pt x="30265" y="26022"/>
                    <a:pt x="30265" y="25946"/>
                    <a:pt x="30250" y="25872"/>
                  </a:cubicBezTo>
                  <a:cubicBezTo>
                    <a:pt x="30220" y="25556"/>
                    <a:pt x="30295" y="25242"/>
                    <a:pt x="30295" y="24942"/>
                  </a:cubicBezTo>
                  <a:cubicBezTo>
                    <a:pt x="30280" y="24762"/>
                    <a:pt x="30310" y="24627"/>
                    <a:pt x="30370" y="24462"/>
                  </a:cubicBezTo>
                  <a:cubicBezTo>
                    <a:pt x="30414" y="24327"/>
                    <a:pt x="30414" y="24267"/>
                    <a:pt x="30400" y="24132"/>
                  </a:cubicBezTo>
                  <a:cubicBezTo>
                    <a:pt x="30340" y="23832"/>
                    <a:pt x="30325" y="23562"/>
                    <a:pt x="30340" y="23262"/>
                  </a:cubicBezTo>
                  <a:cubicBezTo>
                    <a:pt x="30340" y="23037"/>
                    <a:pt x="30310" y="22827"/>
                    <a:pt x="30250" y="22617"/>
                  </a:cubicBezTo>
                  <a:cubicBezTo>
                    <a:pt x="30190" y="22453"/>
                    <a:pt x="30160" y="22303"/>
                    <a:pt x="30160" y="22123"/>
                  </a:cubicBezTo>
                  <a:cubicBezTo>
                    <a:pt x="30160" y="21703"/>
                    <a:pt x="30250" y="21283"/>
                    <a:pt x="30250" y="20863"/>
                  </a:cubicBezTo>
                  <a:cubicBezTo>
                    <a:pt x="30250" y="20713"/>
                    <a:pt x="30265" y="20577"/>
                    <a:pt x="30295" y="20427"/>
                  </a:cubicBezTo>
                  <a:cubicBezTo>
                    <a:pt x="30355" y="20157"/>
                    <a:pt x="30414" y="19873"/>
                    <a:pt x="30414" y="19603"/>
                  </a:cubicBezTo>
                  <a:cubicBezTo>
                    <a:pt x="30414" y="19393"/>
                    <a:pt x="30640" y="19213"/>
                    <a:pt x="30504" y="19048"/>
                  </a:cubicBezTo>
                  <a:cubicBezTo>
                    <a:pt x="30430" y="19033"/>
                    <a:pt x="30385" y="18988"/>
                    <a:pt x="30310" y="18973"/>
                  </a:cubicBezTo>
                  <a:cubicBezTo>
                    <a:pt x="30280" y="18958"/>
                    <a:pt x="30245" y="18954"/>
                    <a:pt x="30208" y="18954"/>
                  </a:cubicBezTo>
                  <a:cubicBezTo>
                    <a:pt x="30173" y="18954"/>
                    <a:pt x="30137" y="18958"/>
                    <a:pt x="30100" y="18958"/>
                  </a:cubicBezTo>
                  <a:cubicBezTo>
                    <a:pt x="29965" y="18958"/>
                    <a:pt x="29890" y="19048"/>
                    <a:pt x="29770" y="19093"/>
                  </a:cubicBezTo>
                  <a:cubicBezTo>
                    <a:pt x="29815" y="19288"/>
                    <a:pt x="29770" y="19573"/>
                    <a:pt x="29635" y="19723"/>
                  </a:cubicBezTo>
                  <a:cubicBezTo>
                    <a:pt x="29582" y="19769"/>
                    <a:pt x="29547" y="19786"/>
                    <a:pt x="29515" y="19786"/>
                  </a:cubicBezTo>
                  <a:cubicBezTo>
                    <a:pt x="29474" y="19786"/>
                    <a:pt x="29439" y="19757"/>
                    <a:pt x="29380" y="19723"/>
                  </a:cubicBezTo>
                  <a:cubicBezTo>
                    <a:pt x="29185" y="19633"/>
                    <a:pt x="28975" y="19528"/>
                    <a:pt x="28780" y="19483"/>
                  </a:cubicBezTo>
                  <a:cubicBezTo>
                    <a:pt x="28660" y="19453"/>
                    <a:pt x="28555" y="19438"/>
                    <a:pt x="28435" y="19438"/>
                  </a:cubicBezTo>
                  <a:cubicBezTo>
                    <a:pt x="28375" y="19438"/>
                    <a:pt x="28295" y="19424"/>
                    <a:pt x="28222" y="19424"/>
                  </a:cubicBezTo>
                  <a:cubicBezTo>
                    <a:pt x="28185" y="19424"/>
                    <a:pt x="28151" y="19428"/>
                    <a:pt x="28121" y="19438"/>
                  </a:cubicBezTo>
                  <a:cubicBezTo>
                    <a:pt x="28075" y="19498"/>
                    <a:pt x="28031" y="19543"/>
                    <a:pt x="27971" y="19588"/>
                  </a:cubicBezTo>
                  <a:cubicBezTo>
                    <a:pt x="27911" y="19633"/>
                    <a:pt x="27835" y="19648"/>
                    <a:pt x="27761" y="19677"/>
                  </a:cubicBezTo>
                  <a:cubicBezTo>
                    <a:pt x="27555" y="19759"/>
                    <a:pt x="27400" y="19830"/>
                    <a:pt x="27181" y="19830"/>
                  </a:cubicBezTo>
                  <a:cubicBezTo>
                    <a:pt x="27160" y="19830"/>
                    <a:pt x="27138" y="19829"/>
                    <a:pt x="27115" y="19827"/>
                  </a:cubicBezTo>
                  <a:cubicBezTo>
                    <a:pt x="27295" y="19783"/>
                    <a:pt x="27461" y="19723"/>
                    <a:pt x="27625" y="19633"/>
                  </a:cubicBezTo>
                  <a:cubicBezTo>
                    <a:pt x="27821" y="19528"/>
                    <a:pt x="28031" y="19468"/>
                    <a:pt x="28241" y="19393"/>
                  </a:cubicBezTo>
                  <a:cubicBezTo>
                    <a:pt x="28420" y="19333"/>
                    <a:pt x="28615" y="19213"/>
                    <a:pt x="28810" y="19213"/>
                  </a:cubicBezTo>
                  <a:cubicBezTo>
                    <a:pt x="28834" y="19212"/>
                    <a:pt x="28857" y="19211"/>
                    <a:pt x="28880" y="19211"/>
                  </a:cubicBezTo>
                  <a:cubicBezTo>
                    <a:pt x="29124" y="19211"/>
                    <a:pt x="29354" y="19286"/>
                    <a:pt x="29560" y="19423"/>
                  </a:cubicBezTo>
                  <a:cubicBezTo>
                    <a:pt x="29560" y="19213"/>
                    <a:pt x="29545" y="19018"/>
                    <a:pt x="29575" y="18823"/>
                  </a:cubicBezTo>
                  <a:cubicBezTo>
                    <a:pt x="29590" y="18673"/>
                    <a:pt x="29590" y="18673"/>
                    <a:pt x="29710" y="18613"/>
                  </a:cubicBezTo>
                  <a:cubicBezTo>
                    <a:pt x="29860" y="18553"/>
                    <a:pt x="30010" y="18493"/>
                    <a:pt x="30145" y="18433"/>
                  </a:cubicBezTo>
                  <a:cubicBezTo>
                    <a:pt x="30190" y="18418"/>
                    <a:pt x="30310" y="18388"/>
                    <a:pt x="30325" y="18373"/>
                  </a:cubicBezTo>
                  <a:cubicBezTo>
                    <a:pt x="30385" y="18298"/>
                    <a:pt x="30280" y="18178"/>
                    <a:pt x="30235" y="18118"/>
                  </a:cubicBezTo>
                  <a:cubicBezTo>
                    <a:pt x="30160" y="17998"/>
                    <a:pt x="30115" y="17923"/>
                    <a:pt x="30115" y="17788"/>
                  </a:cubicBezTo>
                  <a:cubicBezTo>
                    <a:pt x="30115" y="17608"/>
                    <a:pt x="30175" y="17428"/>
                    <a:pt x="30160" y="17248"/>
                  </a:cubicBezTo>
                  <a:cubicBezTo>
                    <a:pt x="30145" y="17038"/>
                    <a:pt x="30130" y="16798"/>
                    <a:pt x="30085" y="16588"/>
                  </a:cubicBezTo>
                  <a:cubicBezTo>
                    <a:pt x="30055" y="16378"/>
                    <a:pt x="29950" y="16094"/>
                    <a:pt x="30085" y="15898"/>
                  </a:cubicBezTo>
                  <a:cubicBezTo>
                    <a:pt x="30175" y="15748"/>
                    <a:pt x="30370" y="15658"/>
                    <a:pt x="30474" y="15524"/>
                  </a:cubicBezTo>
                  <a:cubicBezTo>
                    <a:pt x="30534" y="15434"/>
                    <a:pt x="30490" y="15404"/>
                    <a:pt x="30460" y="15314"/>
                  </a:cubicBezTo>
                  <a:cubicBezTo>
                    <a:pt x="30385" y="15148"/>
                    <a:pt x="30340" y="14968"/>
                    <a:pt x="30295" y="14804"/>
                  </a:cubicBezTo>
                  <a:cubicBezTo>
                    <a:pt x="30265" y="14668"/>
                    <a:pt x="30310" y="14519"/>
                    <a:pt x="30280" y="14384"/>
                  </a:cubicBezTo>
                  <a:cubicBezTo>
                    <a:pt x="30265" y="14294"/>
                    <a:pt x="30235" y="14219"/>
                    <a:pt x="30220" y="14144"/>
                  </a:cubicBezTo>
                  <a:cubicBezTo>
                    <a:pt x="30205" y="14054"/>
                    <a:pt x="30220" y="13949"/>
                    <a:pt x="30175" y="13874"/>
                  </a:cubicBezTo>
                  <a:cubicBezTo>
                    <a:pt x="30145" y="13814"/>
                    <a:pt x="30085" y="13784"/>
                    <a:pt x="30040" y="13724"/>
                  </a:cubicBezTo>
                  <a:cubicBezTo>
                    <a:pt x="29905" y="13484"/>
                    <a:pt x="29995" y="13079"/>
                    <a:pt x="30055" y="12824"/>
                  </a:cubicBezTo>
                  <a:cubicBezTo>
                    <a:pt x="30085" y="12644"/>
                    <a:pt x="30130" y="12449"/>
                    <a:pt x="30160" y="12269"/>
                  </a:cubicBezTo>
                  <a:lnTo>
                    <a:pt x="30160" y="12149"/>
                  </a:lnTo>
                  <a:cubicBezTo>
                    <a:pt x="30130" y="12015"/>
                    <a:pt x="30175" y="12029"/>
                    <a:pt x="30070" y="11939"/>
                  </a:cubicBezTo>
                  <a:cubicBezTo>
                    <a:pt x="30040" y="11745"/>
                    <a:pt x="29860" y="11639"/>
                    <a:pt x="29740" y="11505"/>
                  </a:cubicBezTo>
                  <a:cubicBezTo>
                    <a:pt x="29620" y="11385"/>
                    <a:pt x="29605" y="11249"/>
                    <a:pt x="29590" y="11069"/>
                  </a:cubicBezTo>
                  <a:cubicBezTo>
                    <a:pt x="29590" y="10905"/>
                    <a:pt x="29560" y="10695"/>
                    <a:pt x="29605" y="10529"/>
                  </a:cubicBezTo>
                  <a:cubicBezTo>
                    <a:pt x="29635" y="10409"/>
                    <a:pt x="29710" y="10395"/>
                    <a:pt x="29785" y="10335"/>
                  </a:cubicBezTo>
                  <a:cubicBezTo>
                    <a:pt x="29875" y="10259"/>
                    <a:pt x="29905" y="10005"/>
                    <a:pt x="29935" y="9899"/>
                  </a:cubicBezTo>
                  <a:cubicBezTo>
                    <a:pt x="29980" y="9749"/>
                    <a:pt x="30025" y="9599"/>
                    <a:pt x="30055" y="9449"/>
                  </a:cubicBezTo>
                  <a:cubicBezTo>
                    <a:pt x="30070" y="9345"/>
                    <a:pt x="30085" y="9255"/>
                    <a:pt x="30070" y="9165"/>
                  </a:cubicBezTo>
                  <a:cubicBezTo>
                    <a:pt x="30055" y="9165"/>
                    <a:pt x="30040" y="9135"/>
                    <a:pt x="30025" y="9120"/>
                  </a:cubicBezTo>
                  <a:cubicBezTo>
                    <a:pt x="29845" y="8595"/>
                    <a:pt x="30430" y="8145"/>
                    <a:pt x="30504" y="7650"/>
                  </a:cubicBezTo>
                  <a:lnTo>
                    <a:pt x="30460" y="7650"/>
                  </a:lnTo>
                  <a:cubicBezTo>
                    <a:pt x="30340" y="7260"/>
                    <a:pt x="30474" y="6856"/>
                    <a:pt x="30460" y="6450"/>
                  </a:cubicBezTo>
                  <a:cubicBezTo>
                    <a:pt x="30460" y="6376"/>
                    <a:pt x="30430" y="6300"/>
                    <a:pt x="30430" y="6226"/>
                  </a:cubicBezTo>
                  <a:cubicBezTo>
                    <a:pt x="30414" y="6196"/>
                    <a:pt x="30430" y="6150"/>
                    <a:pt x="30414" y="6120"/>
                  </a:cubicBezTo>
                  <a:cubicBezTo>
                    <a:pt x="30388" y="6077"/>
                    <a:pt x="30332" y="6065"/>
                    <a:pt x="30267" y="6065"/>
                  </a:cubicBezTo>
                  <a:cubicBezTo>
                    <a:pt x="30180" y="6065"/>
                    <a:pt x="30075" y="6086"/>
                    <a:pt x="29996" y="6086"/>
                  </a:cubicBezTo>
                  <a:cubicBezTo>
                    <a:pt x="29966" y="6086"/>
                    <a:pt x="29941" y="6083"/>
                    <a:pt x="29920" y="6076"/>
                  </a:cubicBezTo>
                  <a:cubicBezTo>
                    <a:pt x="29960" y="6053"/>
                    <a:pt x="30005" y="6047"/>
                    <a:pt x="30052" y="6047"/>
                  </a:cubicBezTo>
                  <a:cubicBezTo>
                    <a:pt x="30117" y="6047"/>
                    <a:pt x="30185" y="6059"/>
                    <a:pt x="30247" y="6059"/>
                  </a:cubicBezTo>
                  <a:cubicBezTo>
                    <a:pt x="30292" y="6059"/>
                    <a:pt x="30335" y="6053"/>
                    <a:pt x="30370" y="6030"/>
                  </a:cubicBezTo>
                  <a:cubicBezTo>
                    <a:pt x="30400" y="6016"/>
                    <a:pt x="30430" y="5926"/>
                    <a:pt x="30430" y="5896"/>
                  </a:cubicBezTo>
                  <a:cubicBezTo>
                    <a:pt x="30474" y="5716"/>
                    <a:pt x="30460" y="5520"/>
                    <a:pt x="30474" y="5340"/>
                  </a:cubicBezTo>
                  <a:cubicBezTo>
                    <a:pt x="30490" y="5220"/>
                    <a:pt x="30504" y="5116"/>
                    <a:pt x="30550" y="5010"/>
                  </a:cubicBezTo>
                  <a:cubicBezTo>
                    <a:pt x="30580" y="5010"/>
                    <a:pt x="30594" y="4996"/>
                    <a:pt x="30594" y="4980"/>
                  </a:cubicBezTo>
                  <a:cubicBezTo>
                    <a:pt x="30594" y="4936"/>
                    <a:pt x="30610" y="4906"/>
                    <a:pt x="30610" y="4860"/>
                  </a:cubicBezTo>
                  <a:cubicBezTo>
                    <a:pt x="30640" y="4606"/>
                    <a:pt x="30594" y="4380"/>
                    <a:pt x="30594" y="4141"/>
                  </a:cubicBezTo>
                  <a:cubicBezTo>
                    <a:pt x="30594" y="3811"/>
                    <a:pt x="30550" y="3466"/>
                    <a:pt x="30610" y="3136"/>
                  </a:cubicBezTo>
                  <a:cubicBezTo>
                    <a:pt x="30624" y="2956"/>
                    <a:pt x="30610" y="2881"/>
                    <a:pt x="30550" y="2716"/>
                  </a:cubicBezTo>
                  <a:cubicBezTo>
                    <a:pt x="30474" y="2506"/>
                    <a:pt x="30385" y="2281"/>
                    <a:pt x="30414" y="2041"/>
                  </a:cubicBezTo>
                  <a:cubicBezTo>
                    <a:pt x="30430" y="1921"/>
                    <a:pt x="30520" y="1831"/>
                    <a:pt x="30550" y="1711"/>
                  </a:cubicBezTo>
                  <a:cubicBezTo>
                    <a:pt x="30564" y="1591"/>
                    <a:pt x="30550" y="1457"/>
                    <a:pt x="30550" y="1337"/>
                  </a:cubicBezTo>
                  <a:cubicBezTo>
                    <a:pt x="30550" y="977"/>
                    <a:pt x="30414" y="541"/>
                    <a:pt x="30414" y="197"/>
                  </a:cubicBezTo>
                  <a:cubicBezTo>
                    <a:pt x="30235" y="197"/>
                    <a:pt x="30041" y="177"/>
                    <a:pt x="29857" y="177"/>
                  </a:cubicBezTo>
                  <a:cubicBezTo>
                    <a:pt x="29765" y="177"/>
                    <a:pt x="29675" y="182"/>
                    <a:pt x="29590" y="197"/>
                  </a:cubicBezTo>
                  <a:cubicBezTo>
                    <a:pt x="29540" y="209"/>
                    <a:pt x="29503" y="214"/>
                    <a:pt x="29469" y="214"/>
                  </a:cubicBezTo>
                  <a:cubicBezTo>
                    <a:pt x="29422" y="214"/>
                    <a:pt x="29381" y="205"/>
                    <a:pt x="29320" y="197"/>
                  </a:cubicBezTo>
                  <a:cubicBezTo>
                    <a:pt x="29259" y="173"/>
                    <a:pt x="29150" y="109"/>
                    <a:pt x="29078" y="109"/>
                  </a:cubicBezTo>
                  <a:cubicBezTo>
                    <a:pt x="29061" y="109"/>
                    <a:pt x="29046" y="113"/>
                    <a:pt x="29035" y="121"/>
                  </a:cubicBezTo>
                  <a:cubicBezTo>
                    <a:pt x="29035" y="197"/>
                    <a:pt x="29125" y="241"/>
                    <a:pt x="29125" y="331"/>
                  </a:cubicBezTo>
                  <a:cubicBezTo>
                    <a:pt x="29125" y="421"/>
                    <a:pt x="29020" y="497"/>
                    <a:pt x="28960" y="557"/>
                  </a:cubicBezTo>
                  <a:cubicBezTo>
                    <a:pt x="28758" y="745"/>
                    <a:pt x="28798" y="1113"/>
                    <a:pt x="28808" y="1393"/>
                  </a:cubicBezTo>
                  <a:lnTo>
                    <a:pt x="28808" y="1393"/>
                  </a:lnTo>
                  <a:cubicBezTo>
                    <a:pt x="28801" y="1357"/>
                    <a:pt x="28788" y="1324"/>
                    <a:pt x="28780" y="1291"/>
                  </a:cubicBezTo>
                  <a:cubicBezTo>
                    <a:pt x="28765" y="1217"/>
                    <a:pt x="28780" y="1141"/>
                    <a:pt x="28765" y="1081"/>
                  </a:cubicBezTo>
                  <a:cubicBezTo>
                    <a:pt x="28750" y="1037"/>
                    <a:pt x="28735" y="1007"/>
                    <a:pt x="28735" y="977"/>
                  </a:cubicBezTo>
                  <a:cubicBezTo>
                    <a:pt x="28705" y="857"/>
                    <a:pt x="28705" y="737"/>
                    <a:pt x="28690" y="631"/>
                  </a:cubicBezTo>
                  <a:cubicBezTo>
                    <a:pt x="28651" y="436"/>
                    <a:pt x="28566" y="114"/>
                    <a:pt x="28356" y="114"/>
                  </a:cubicBezTo>
                  <a:cubicBezTo>
                    <a:pt x="28325" y="114"/>
                    <a:pt x="28292" y="121"/>
                    <a:pt x="28255" y="137"/>
                  </a:cubicBezTo>
                  <a:cubicBezTo>
                    <a:pt x="28146" y="177"/>
                    <a:pt x="28017" y="196"/>
                    <a:pt x="27889" y="196"/>
                  </a:cubicBezTo>
                  <a:cubicBezTo>
                    <a:pt x="27825" y="196"/>
                    <a:pt x="27761" y="191"/>
                    <a:pt x="27701" y="181"/>
                  </a:cubicBezTo>
                  <a:cubicBezTo>
                    <a:pt x="27655" y="167"/>
                    <a:pt x="27565" y="151"/>
                    <a:pt x="27521" y="137"/>
                  </a:cubicBezTo>
                  <a:cubicBezTo>
                    <a:pt x="27453" y="110"/>
                    <a:pt x="27422" y="59"/>
                    <a:pt x="27363" y="59"/>
                  </a:cubicBezTo>
                  <a:cubicBezTo>
                    <a:pt x="27356" y="59"/>
                    <a:pt x="27348" y="60"/>
                    <a:pt x="27341" y="61"/>
                  </a:cubicBezTo>
                  <a:cubicBezTo>
                    <a:pt x="27205" y="77"/>
                    <a:pt x="27115" y="227"/>
                    <a:pt x="26995" y="271"/>
                  </a:cubicBezTo>
                  <a:cubicBezTo>
                    <a:pt x="26928" y="292"/>
                    <a:pt x="26866" y="300"/>
                    <a:pt x="26804" y="300"/>
                  </a:cubicBezTo>
                  <a:cubicBezTo>
                    <a:pt x="26728" y="300"/>
                    <a:pt x="26651" y="288"/>
                    <a:pt x="26561" y="271"/>
                  </a:cubicBezTo>
                  <a:cubicBezTo>
                    <a:pt x="26471" y="271"/>
                    <a:pt x="26381" y="227"/>
                    <a:pt x="26291" y="227"/>
                  </a:cubicBezTo>
                  <a:cubicBezTo>
                    <a:pt x="26095" y="241"/>
                    <a:pt x="25931" y="317"/>
                    <a:pt x="25735" y="317"/>
                  </a:cubicBezTo>
                  <a:cubicBezTo>
                    <a:pt x="25683" y="320"/>
                    <a:pt x="25630" y="321"/>
                    <a:pt x="25579" y="321"/>
                  </a:cubicBezTo>
                  <a:cubicBezTo>
                    <a:pt x="25350" y="321"/>
                    <a:pt x="25128" y="299"/>
                    <a:pt x="24896" y="287"/>
                  </a:cubicBezTo>
                  <a:cubicBezTo>
                    <a:pt x="24831" y="281"/>
                    <a:pt x="24766" y="278"/>
                    <a:pt x="24702" y="278"/>
                  </a:cubicBezTo>
                  <a:cubicBezTo>
                    <a:pt x="24452" y="278"/>
                    <a:pt x="24201" y="323"/>
                    <a:pt x="23951" y="407"/>
                  </a:cubicBezTo>
                  <a:cubicBezTo>
                    <a:pt x="23689" y="499"/>
                    <a:pt x="23393" y="578"/>
                    <a:pt x="23102" y="578"/>
                  </a:cubicBezTo>
                  <a:cubicBezTo>
                    <a:pt x="22877" y="578"/>
                    <a:pt x="22654" y="531"/>
                    <a:pt x="22452" y="407"/>
                  </a:cubicBezTo>
                  <a:cubicBezTo>
                    <a:pt x="22256" y="287"/>
                    <a:pt x="22032" y="107"/>
                    <a:pt x="21806" y="107"/>
                  </a:cubicBezTo>
                  <a:cubicBezTo>
                    <a:pt x="21746" y="107"/>
                    <a:pt x="21686" y="100"/>
                    <a:pt x="21631" y="100"/>
                  </a:cubicBezTo>
                  <a:cubicBezTo>
                    <a:pt x="21603" y="100"/>
                    <a:pt x="21577" y="102"/>
                    <a:pt x="21552" y="107"/>
                  </a:cubicBezTo>
                  <a:cubicBezTo>
                    <a:pt x="21462" y="107"/>
                    <a:pt x="21386" y="167"/>
                    <a:pt x="21282" y="197"/>
                  </a:cubicBezTo>
                  <a:cubicBezTo>
                    <a:pt x="21086" y="227"/>
                    <a:pt x="20892" y="211"/>
                    <a:pt x="20696" y="241"/>
                  </a:cubicBezTo>
                  <a:cubicBezTo>
                    <a:pt x="20606" y="257"/>
                    <a:pt x="20532" y="287"/>
                    <a:pt x="20442" y="317"/>
                  </a:cubicBezTo>
                  <a:cubicBezTo>
                    <a:pt x="20352" y="331"/>
                    <a:pt x="20306" y="331"/>
                    <a:pt x="20232" y="377"/>
                  </a:cubicBezTo>
                  <a:cubicBezTo>
                    <a:pt x="20196" y="412"/>
                    <a:pt x="20123" y="523"/>
                    <a:pt x="20057" y="523"/>
                  </a:cubicBezTo>
                  <a:cubicBezTo>
                    <a:pt x="20039" y="523"/>
                    <a:pt x="20022" y="516"/>
                    <a:pt x="20007" y="497"/>
                  </a:cubicBezTo>
                  <a:cubicBezTo>
                    <a:pt x="20022" y="361"/>
                    <a:pt x="20216" y="257"/>
                    <a:pt x="20306" y="151"/>
                  </a:cubicBezTo>
                  <a:cubicBezTo>
                    <a:pt x="20300" y="150"/>
                    <a:pt x="20293" y="149"/>
                    <a:pt x="20286" y="149"/>
                  </a:cubicBezTo>
                  <a:cubicBezTo>
                    <a:pt x="20225" y="149"/>
                    <a:pt x="20136" y="197"/>
                    <a:pt x="20082" y="197"/>
                  </a:cubicBezTo>
                  <a:cubicBezTo>
                    <a:pt x="19977" y="197"/>
                    <a:pt x="19887" y="151"/>
                    <a:pt x="19782" y="137"/>
                  </a:cubicBezTo>
                  <a:cubicBezTo>
                    <a:pt x="19662" y="137"/>
                    <a:pt x="19527" y="137"/>
                    <a:pt x="19407" y="167"/>
                  </a:cubicBezTo>
                  <a:cubicBezTo>
                    <a:pt x="19002" y="227"/>
                    <a:pt x="18597" y="271"/>
                    <a:pt x="18177" y="331"/>
                  </a:cubicBezTo>
                  <a:cubicBezTo>
                    <a:pt x="18124" y="336"/>
                    <a:pt x="18084" y="338"/>
                    <a:pt x="18050" y="338"/>
                  </a:cubicBezTo>
                  <a:cubicBezTo>
                    <a:pt x="17970" y="338"/>
                    <a:pt x="17927" y="327"/>
                    <a:pt x="17833" y="317"/>
                  </a:cubicBezTo>
                  <a:cubicBezTo>
                    <a:pt x="17777" y="313"/>
                    <a:pt x="17721" y="312"/>
                    <a:pt x="17666" y="312"/>
                  </a:cubicBezTo>
                  <a:cubicBezTo>
                    <a:pt x="17518" y="312"/>
                    <a:pt x="17371" y="321"/>
                    <a:pt x="17224" y="321"/>
                  </a:cubicBezTo>
                  <a:cubicBezTo>
                    <a:pt x="17172" y="321"/>
                    <a:pt x="17119" y="320"/>
                    <a:pt x="17067" y="317"/>
                  </a:cubicBezTo>
                  <a:cubicBezTo>
                    <a:pt x="16797" y="317"/>
                    <a:pt x="16527" y="241"/>
                    <a:pt x="16257" y="227"/>
                  </a:cubicBezTo>
                  <a:cubicBezTo>
                    <a:pt x="16017" y="227"/>
                    <a:pt x="15837" y="257"/>
                    <a:pt x="15613" y="257"/>
                  </a:cubicBezTo>
                  <a:cubicBezTo>
                    <a:pt x="15528" y="317"/>
                    <a:pt x="15438" y="338"/>
                    <a:pt x="15347" y="338"/>
                  </a:cubicBezTo>
                  <a:cubicBezTo>
                    <a:pt x="15163" y="338"/>
                    <a:pt x="14973" y="251"/>
                    <a:pt x="14803" y="211"/>
                  </a:cubicBezTo>
                  <a:cubicBezTo>
                    <a:pt x="14763" y="203"/>
                    <a:pt x="14725" y="199"/>
                    <a:pt x="14687" y="199"/>
                  </a:cubicBezTo>
                  <a:cubicBezTo>
                    <a:pt x="14596" y="199"/>
                    <a:pt x="14508" y="220"/>
                    <a:pt x="14413" y="241"/>
                  </a:cubicBezTo>
                  <a:cubicBezTo>
                    <a:pt x="14048" y="341"/>
                    <a:pt x="13658" y="400"/>
                    <a:pt x="13275" y="400"/>
                  </a:cubicBezTo>
                  <a:cubicBezTo>
                    <a:pt x="13138" y="400"/>
                    <a:pt x="13002" y="393"/>
                    <a:pt x="12868" y="377"/>
                  </a:cubicBezTo>
                  <a:cubicBezTo>
                    <a:pt x="12722" y="363"/>
                    <a:pt x="12588" y="314"/>
                    <a:pt x="12434" y="314"/>
                  </a:cubicBezTo>
                  <a:cubicBezTo>
                    <a:pt x="12414" y="314"/>
                    <a:pt x="12394" y="315"/>
                    <a:pt x="12374" y="317"/>
                  </a:cubicBezTo>
                  <a:cubicBezTo>
                    <a:pt x="12164" y="347"/>
                    <a:pt x="12028" y="557"/>
                    <a:pt x="11788" y="557"/>
                  </a:cubicBezTo>
                  <a:cubicBezTo>
                    <a:pt x="11778" y="557"/>
                    <a:pt x="11769" y="558"/>
                    <a:pt x="11759" y="558"/>
                  </a:cubicBezTo>
                  <a:cubicBezTo>
                    <a:pt x="11520" y="558"/>
                    <a:pt x="11346" y="387"/>
                    <a:pt x="11144" y="287"/>
                  </a:cubicBezTo>
                  <a:cubicBezTo>
                    <a:pt x="10964" y="197"/>
                    <a:pt x="10738" y="197"/>
                    <a:pt x="10544" y="181"/>
                  </a:cubicBezTo>
                  <a:cubicBezTo>
                    <a:pt x="10334" y="151"/>
                    <a:pt x="10168" y="151"/>
                    <a:pt x="9944" y="151"/>
                  </a:cubicBezTo>
                  <a:cubicBezTo>
                    <a:pt x="9824" y="151"/>
                    <a:pt x="9704" y="151"/>
                    <a:pt x="9584" y="137"/>
                  </a:cubicBezTo>
                  <a:cubicBezTo>
                    <a:pt x="9521" y="119"/>
                    <a:pt x="9469" y="96"/>
                    <a:pt x="9419" y="96"/>
                  </a:cubicBezTo>
                  <a:cubicBezTo>
                    <a:pt x="9384" y="96"/>
                    <a:pt x="9351" y="106"/>
                    <a:pt x="9314" y="137"/>
                  </a:cubicBezTo>
                  <a:cubicBezTo>
                    <a:pt x="9269" y="181"/>
                    <a:pt x="9254" y="241"/>
                    <a:pt x="9194" y="271"/>
                  </a:cubicBezTo>
                  <a:cubicBezTo>
                    <a:pt x="9119" y="331"/>
                    <a:pt x="9014" y="421"/>
                    <a:pt x="8924" y="467"/>
                  </a:cubicBezTo>
                  <a:cubicBezTo>
                    <a:pt x="8819" y="511"/>
                    <a:pt x="8759" y="451"/>
                    <a:pt x="8729" y="587"/>
                  </a:cubicBezTo>
                  <a:cubicBezTo>
                    <a:pt x="8699" y="677"/>
                    <a:pt x="8759" y="767"/>
                    <a:pt x="8729" y="841"/>
                  </a:cubicBezTo>
                  <a:cubicBezTo>
                    <a:pt x="8684" y="917"/>
                    <a:pt x="8639" y="917"/>
                    <a:pt x="8609" y="991"/>
                  </a:cubicBezTo>
                  <a:cubicBezTo>
                    <a:pt x="8579" y="1111"/>
                    <a:pt x="8669" y="1187"/>
                    <a:pt x="8669" y="1291"/>
                  </a:cubicBezTo>
                  <a:cubicBezTo>
                    <a:pt x="8530" y="1337"/>
                    <a:pt x="8454" y="1483"/>
                    <a:pt x="8440" y="1629"/>
                  </a:cubicBezTo>
                  <a:lnTo>
                    <a:pt x="8440" y="1629"/>
                  </a:lnTo>
                  <a:cubicBezTo>
                    <a:pt x="8430" y="1458"/>
                    <a:pt x="8411" y="1282"/>
                    <a:pt x="8459" y="1127"/>
                  </a:cubicBezTo>
                  <a:cubicBezTo>
                    <a:pt x="8474" y="1021"/>
                    <a:pt x="8549" y="947"/>
                    <a:pt x="8549" y="841"/>
                  </a:cubicBezTo>
                  <a:cubicBezTo>
                    <a:pt x="8549" y="751"/>
                    <a:pt x="8474" y="691"/>
                    <a:pt x="8459" y="601"/>
                  </a:cubicBezTo>
                  <a:cubicBezTo>
                    <a:pt x="8429" y="527"/>
                    <a:pt x="8429" y="481"/>
                    <a:pt x="8474" y="407"/>
                  </a:cubicBezTo>
                  <a:cubicBezTo>
                    <a:pt x="8504" y="347"/>
                    <a:pt x="8579" y="347"/>
                    <a:pt x="8534" y="271"/>
                  </a:cubicBezTo>
                  <a:cubicBezTo>
                    <a:pt x="8502" y="262"/>
                    <a:pt x="8469" y="258"/>
                    <a:pt x="8436" y="258"/>
                  </a:cubicBezTo>
                  <a:cubicBezTo>
                    <a:pt x="8363" y="258"/>
                    <a:pt x="8287" y="276"/>
                    <a:pt x="8204" y="287"/>
                  </a:cubicBezTo>
                  <a:cubicBezTo>
                    <a:pt x="8155" y="301"/>
                    <a:pt x="8101" y="305"/>
                    <a:pt x="8045" y="305"/>
                  </a:cubicBezTo>
                  <a:cubicBezTo>
                    <a:pt x="8000" y="305"/>
                    <a:pt x="7953" y="303"/>
                    <a:pt x="7908" y="303"/>
                  </a:cubicBezTo>
                  <a:cubicBezTo>
                    <a:pt x="7841" y="303"/>
                    <a:pt x="7778" y="307"/>
                    <a:pt x="7725" y="331"/>
                  </a:cubicBezTo>
                  <a:cubicBezTo>
                    <a:pt x="7577" y="372"/>
                    <a:pt x="7573" y="472"/>
                    <a:pt x="7447" y="472"/>
                  </a:cubicBezTo>
                  <a:cubicBezTo>
                    <a:pt x="7431" y="472"/>
                    <a:pt x="7414" y="470"/>
                    <a:pt x="7395" y="467"/>
                  </a:cubicBezTo>
                  <a:cubicBezTo>
                    <a:pt x="7199" y="437"/>
                    <a:pt x="7005" y="437"/>
                    <a:pt x="6795" y="437"/>
                  </a:cubicBezTo>
                  <a:cubicBezTo>
                    <a:pt x="6675" y="437"/>
                    <a:pt x="6629" y="437"/>
                    <a:pt x="6539" y="511"/>
                  </a:cubicBezTo>
                  <a:cubicBezTo>
                    <a:pt x="6495" y="557"/>
                    <a:pt x="6525" y="601"/>
                    <a:pt x="6435" y="617"/>
                  </a:cubicBezTo>
                  <a:cubicBezTo>
                    <a:pt x="6422" y="620"/>
                    <a:pt x="6409" y="622"/>
                    <a:pt x="6397" y="622"/>
                  </a:cubicBezTo>
                  <a:cubicBezTo>
                    <a:pt x="6298" y="622"/>
                    <a:pt x="6229" y="524"/>
                    <a:pt x="6149" y="497"/>
                  </a:cubicBezTo>
                  <a:cubicBezTo>
                    <a:pt x="6045" y="481"/>
                    <a:pt x="5955" y="481"/>
                    <a:pt x="5849" y="451"/>
                  </a:cubicBezTo>
                  <a:cubicBezTo>
                    <a:pt x="5715" y="407"/>
                    <a:pt x="5729" y="407"/>
                    <a:pt x="5579" y="407"/>
                  </a:cubicBezTo>
                  <a:cubicBezTo>
                    <a:pt x="5474" y="407"/>
                    <a:pt x="5349" y="395"/>
                    <a:pt x="5227" y="395"/>
                  </a:cubicBezTo>
                  <a:cubicBezTo>
                    <a:pt x="5106" y="395"/>
                    <a:pt x="4987" y="407"/>
                    <a:pt x="4889" y="451"/>
                  </a:cubicBezTo>
                  <a:cubicBezTo>
                    <a:pt x="4815" y="511"/>
                    <a:pt x="4799" y="557"/>
                    <a:pt x="4695" y="587"/>
                  </a:cubicBezTo>
                  <a:cubicBezTo>
                    <a:pt x="4605" y="601"/>
                    <a:pt x="4395" y="631"/>
                    <a:pt x="4305" y="647"/>
                  </a:cubicBezTo>
                  <a:cubicBezTo>
                    <a:pt x="4276" y="652"/>
                    <a:pt x="4248" y="655"/>
                    <a:pt x="4218" y="655"/>
                  </a:cubicBezTo>
                  <a:cubicBezTo>
                    <a:pt x="4019" y="655"/>
                    <a:pt x="3811" y="537"/>
                    <a:pt x="3615" y="511"/>
                  </a:cubicBezTo>
                  <a:cubicBezTo>
                    <a:pt x="3547" y="499"/>
                    <a:pt x="3486" y="492"/>
                    <a:pt x="3428" y="492"/>
                  </a:cubicBezTo>
                  <a:cubicBezTo>
                    <a:pt x="3345" y="492"/>
                    <a:pt x="3268" y="506"/>
                    <a:pt x="3180" y="541"/>
                  </a:cubicBezTo>
                  <a:cubicBezTo>
                    <a:pt x="3096" y="584"/>
                    <a:pt x="3011" y="678"/>
                    <a:pt x="2915" y="678"/>
                  </a:cubicBezTo>
                  <a:cubicBezTo>
                    <a:pt x="2909" y="678"/>
                    <a:pt x="2902" y="678"/>
                    <a:pt x="2895" y="677"/>
                  </a:cubicBezTo>
                  <a:cubicBezTo>
                    <a:pt x="2730" y="677"/>
                    <a:pt x="2730" y="557"/>
                    <a:pt x="2610" y="511"/>
                  </a:cubicBezTo>
                  <a:cubicBezTo>
                    <a:pt x="2581" y="497"/>
                    <a:pt x="2551" y="493"/>
                    <a:pt x="2522" y="493"/>
                  </a:cubicBezTo>
                  <a:cubicBezTo>
                    <a:pt x="2491" y="493"/>
                    <a:pt x="2461" y="497"/>
                    <a:pt x="2430" y="497"/>
                  </a:cubicBezTo>
                  <a:cubicBezTo>
                    <a:pt x="2190" y="481"/>
                    <a:pt x="1966" y="361"/>
                    <a:pt x="1726" y="317"/>
                  </a:cubicBezTo>
                  <a:cubicBezTo>
                    <a:pt x="1492" y="243"/>
                    <a:pt x="1301" y="1"/>
                    <a:pt x="10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 name="Google Shape;50;p8"/>
          <p:cNvSpPr txBox="1"/>
          <p:nvPr>
            <p:ph type="title"/>
          </p:nvPr>
        </p:nvSpPr>
        <p:spPr>
          <a:xfrm>
            <a:off x="1388100" y="1076550"/>
            <a:ext cx="6367800" cy="299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10000">
                <a:solidFill>
                  <a:schemeClr val="accent3"/>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pic>
        <p:nvPicPr>
          <p:cNvPr id="52" name="Google Shape;52;p9"/>
          <p:cNvPicPr preferRelativeResize="0"/>
          <p:nvPr/>
        </p:nvPicPr>
        <p:blipFill rotWithShape="1">
          <a:blip r:embed="rId2">
            <a:alphaModFix/>
          </a:blip>
          <a:srcRect b="1565" l="0" r="0" t="0"/>
          <a:stretch/>
        </p:blipFill>
        <p:spPr>
          <a:xfrm>
            <a:off x="0" y="0"/>
            <a:ext cx="9144000" cy="5143500"/>
          </a:xfrm>
          <a:prstGeom prst="rect">
            <a:avLst/>
          </a:prstGeom>
          <a:noFill/>
          <a:ln>
            <a:noFill/>
          </a:ln>
        </p:spPr>
      </p:pic>
      <p:sp>
        <p:nvSpPr>
          <p:cNvPr id="53" name="Google Shape;53;p9"/>
          <p:cNvSpPr txBox="1"/>
          <p:nvPr>
            <p:ph type="title"/>
          </p:nvPr>
        </p:nvSpPr>
        <p:spPr>
          <a:xfrm>
            <a:off x="2805438" y="1556825"/>
            <a:ext cx="3534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4" name="Google Shape;54;p9"/>
          <p:cNvSpPr txBox="1"/>
          <p:nvPr>
            <p:ph idx="1" type="subTitle"/>
          </p:nvPr>
        </p:nvSpPr>
        <p:spPr>
          <a:xfrm>
            <a:off x="2805438" y="2398623"/>
            <a:ext cx="3534900" cy="1499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ph type="title"/>
          </p:nvPr>
        </p:nvSpPr>
        <p:spPr>
          <a:xfrm>
            <a:off x="720000" y="403587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pic>
        <p:nvPicPr>
          <p:cNvPr id="58" name="Google Shape;58;p11"/>
          <p:cNvPicPr preferRelativeResize="0"/>
          <p:nvPr/>
        </p:nvPicPr>
        <p:blipFill rotWithShape="1">
          <a:blip r:embed="rId2">
            <a:alphaModFix/>
          </a:blip>
          <a:srcRect b="1565" l="0" r="0" t="0"/>
          <a:stretch/>
        </p:blipFill>
        <p:spPr>
          <a:xfrm>
            <a:off x="0" y="0"/>
            <a:ext cx="9144000" cy="5143500"/>
          </a:xfrm>
          <a:prstGeom prst="rect">
            <a:avLst/>
          </a:prstGeom>
          <a:noFill/>
          <a:ln>
            <a:noFill/>
          </a:ln>
        </p:spPr>
      </p:pic>
      <p:grpSp>
        <p:nvGrpSpPr>
          <p:cNvPr id="59" name="Google Shape;59;p11"/>
          <p:cNvGrpSpPr/>
          <p:nvPr/>
        </p:nvGrpSpPr>
        <p:grpSpPr>
          <a:xfrm rot="5088334">
            <a:off x="2189981" y="-501041"/>
            <a:ext cx="960273" cy="3339774"/>
            <a:chOff x="713548" y="1868694"/>
            <a:chExt cx="574613" cy="1998473"/>
          </a:xfrm>
        </p:grpSpPr>
        <p:sp>
          <p:nvSpPr>
            <p:cNvPr id="60" name="Google Shape;60;p11"/>
            <p:cNvSpPr/>
            <p:nvPr/>
          </p:nvSpPr>
          <p:spPr>
            <a:xfrm rot="-5455863">
              <a:off x="5893" y="2596755"/>
              <a:ext cx="1989923" cy="542351"/>
            </a:xfrm>
            <a:custGeom>
              <a:rect b="b" l="l" r="r" t="t"/>
              <a:pathLst>
                <a:path extrusionOk="0" h="10337" w="37929">
                  <a:moveTo>
                    <a:pt x="0" y="0"/>
                  </a:moveTo>
                  <a:lnTo>
                    <a:pt x="0" y="10334"/>
                  </a:lnTo>
                  <a:cubicBezTo>
                    <a:pt x="19" y="10336"/>
                    <a:pt x="39" y="10336"/>
                    <a:pt x="58" y="10336"/>
                  </a:cubicBezTo>
                  <a:cubicBezTo>
                    <a:pt x="383" y="10336"/>
                    <a:pt x="705" y="10108"/>
                    <a:pt x="1200" y="10108"/>
                  </a:cubicBezTo>
                  <a:cubicBezTo>
                    <a:pt x="1920" y="10108"/>
                    <a:pt x="1920" y="10138"/>
                    <a:pt x="2640" y="10138"/>
                  </a:cubicBezTo>
                  <a:cubicBezTo>
                    <a:pt x="3360" y="10138"/>
                    <a:pt x="3360" y="10094"/>
                    <a:pt x="4080" y="10094"/>
                  </a:cubicBezTo>
                  <a:cubicBezTo>
                    <a:pt x="4799" y="10094"/>
                    <a:pt x="4799" y="9614"/>
                    <a:pt x="5519" y="9614"/>
                  </a:cubicBezTo>
                  <a:cubicBezTo>
                    <a:pt x="6239" y="9614"/>
                    <a:pt x="6239" y="10334"/>
                    <a:pt x="6959" y="10334"/>
                  </a:cubicBezTo>
                  <a:cubicBezTo>
                    <a:pt x="7679" y="10334"/>
                    <a:pt x="7679" y="9944"/>
                    <a:pt x="8399" y="9944"/>
                  </a:cubicBezTo>
                  <a:cubicBezTo>
                    <a:pt x="9119" y="9944"/>
                    <a:pt x="9119" y="10258"/>
                    <a:pt x="9824" y="10258"/>
                  </a:cubicBezTo>
                  <a:lnTo>
                    <a:pt x="11264" y="10258"/>
                  </a:lnTo>
                  <a:cubicBezTo>
                    <a:pt x="11984" y="10258"/>
                    <a:pt x="11984" y="9614"/>
                    <a:pt x="12703" y="9614"/>
                  </a:cubicBezTo>
                  <a:cubicBezTo>
                    <a:pt x="13423" y="9614"/>
                    <a:pt x="13423" y="10318"/>
                    <a:pt x="14143" y="10318"/>
                  </a:cubicBezTo>
                  <a:cubicBezTo>
                    <a:pt x="14863" y="10318"/>
                    <a:pt x="14863" y="9644"/>
                    <a:pt x="15583" y="9644"/>
                  </a:cubicBezTo>
                  <a:cubicBezTo>
                    <a:pt x="16303" y="9644"/>
                    <a:pt x="16303" y="9914"/>
                    <a:pt x="17023" y="9914"/>
                  </a:cubicBezTo>
                  <a:cubicBezTo>
                    <a:pt x="17742" y="9914"/>
                    <a:pt x="17742" y="10304"/>
                    <a:pt x="18462" y="10304"/>
                  </a:cubicBezTo>
                  <a:cubicBezTo>
                    <a:pt x="19182" y="10304"/>
                    <a:pt x="19182" y="9734"/>
                    <a:pt x="19902" y="9734"/>
                  </a:cubicBezTo>
                  <a:cubicBezTo>
                    <a:pt x="20622" y="9734"/>
                    <a:pt x="20622" y="9779"/>
                    <a:pt x="21342" y="9779"/>
                  </a:cubicBezTo>
                  <a:cubicBezTo>
                    <a:pt x="22062" y="9779"/>
                    <a:pt x="22062" y="10004"/>
                    <a:pt x="22781" y="10004"/>
                  </a:cubicBezTo>
                  <a:cubicBezTo>
                    <a:pt x="23501" y="10004"/>
                    <a:pt x="23501" y="9854"/>
                    <a:pt x="24221" y="9854"/>
                  </a:cubicBezTo>
                  <a:cubicBezTo>
                    <a:pt x="24941" y="9854"/>
                    <a:pt x="24941" y="10198"/>
                    <a:pt x="25661" y="10198"/>
                  </a:cubicBezTo>
                  <a:cubicBezTo>
                    <a:pt x="26381" y="10198"/>
                    <a:pt x="26381" y="9824"/>
                    <a:pt x="27101" y="9824"/>
                  </a:cubicBezTo>
                  <a:cubicBezTo>
                    <a:pt x="27820" y="9824"/>
                    <a:pt x="27820" y="10258"/>
                    <a:pt x="28540" y="10258"/>
                  </a:cubicBezTo>
                  <a:cubicBezTo>
                    <a:pt x="29260" y="10258"/>
                    <a:pt x="29260" y="10034"/>
                    <a:pt x="29980" y="10034"/>
                  </a:cubicBezTo>
                  <a:cubicBezTo>
                    <a:pt x="30700" y="10034"/>
                    <a:pt x="30700" y="9749"/>
                    <a:pt x="31420" y="9749"/>
                  </a:cubicBezTo>
                  <a:cubicBezTo>
                    <a:pt x="32124" y="9749"/>
                    <a:pt x="32124" y="10318"/>
                    <a:pt x="32844" y="10318"/>
                  </a:cubicBezTo>
                  <a:cubicBezTo>
                    <a:pt x="33564" y="10318"/>
                    <a:pt x="33564" y="9644"/>
                    <a:pt x="34284" y="9644"/>
                  </a:cubicBezTo>
                  <a:cubicBezTo>
                    <a:pt x="35003" y="9644"/>
                    <a:pt x="35003" y="10244"/>
                    <a:pt x="35723" y="10244"/>
                  </a:cubicBezTo>
                  <a:cubicBezTo>
                    <a:pt x="36443" y="10244"/>
                    <a:pt x="36443" y="10214"/>
                    <a:pt x="37163" y="10214"/>
                  </a:cubicBezTo>
                  <a:cubicBezTo>
                    <a:pt x="37479" y="10214"/>
                    <a:pt x="37719" y="10274"/>
                    <a:pt x="37928" y="10318"/>
                  </a:cubicBezTo>
                  <a:lnTo>
                    <a:pt x="379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p:nvPr/>
          </p:nvSpPr>
          <p:spPr>
            <a:xfrm rot="-5455863">
              <a:off x="5421" y="2597235"/>
              <a:ext cx="1989923" cy="541406"/>
            </a:xfrm>
            <a:custGeom>
              <a:rect b="b" l="l" r="r" t="t"/>
              <a:pathLst>
                <a:path extrusionOk="0" h="10319" w="37929">
                  <a:moveTo>
                    <a:pt x="2805" y="1186"/>
                  </a:moveTo>
                  <a:lnTo>
                    <a:pt x="2805" y="2550"/>
                  </a:lnTo>
                  <a:lnTo>
                    <a:pt x="1426" y="2550"/>
                  </a:lnTo>
                  <a:lnTo>
                    <a:pt x="1426" y="1186"/>
                  </a:lnTo>
                  <a:close/>
                  <a:moveTo>
                    <a:pt x="4275" y="1186"/>
                  </a:moveTo>
                  <a:lnTo>
                    <a:pt x="4275" y="2550"/>
                  </a:lnTo>
                  <a:lnTo>
                    <a:pt x="2895" y="2550"/>
                  </a:lnTo>
                  <a:lnTo>
                    <a:pt x="2895" y="1186"/>
                  </a:lnTo>
                  <a:close/>
                  <a:moveTo>
                    <a:pt x="5729" y="1186"/>
                  </a:moveTo>
                  <a:lnTo>
                    <a:pt x="5729" y="2550"/>
                  </a:lnTo>
                  <a:lnTo>
                    <a:pt x="4365" y="2550"/>
                  </a:lnTo>
                  <a:lnTo>
                    <a:pt x="4365" y="1186"/>
                  </a:lnTo>
                  <a:close/>
                  <a:moveTo>
                    <a:pt x="7199" y="1186"/>
                  </a:moveTo>
                  <a:lnTo>
                    <a:pt x="7199" y="2550"/>
                  </a:lnTo>
                  <a:lnTo>
                    <a:pt x="5819" y="2550"/>
                  </a:lnTo>
                  <a:lnTo>
                    <a:pt x="5819" y="1186"/>
                  </a:lnTo>
                  <a:close/>
                  <a:moveTo>
                    <a:pt x="8669" y="1186"/>
                  </a:moveTo>
                  <a:lnTo>
                    <a:pt x="8669" y="2550"/>
                  </a:lnTo>
                  <a:lnTo>
                    <a:pt x="7289" y="2550"/>
                  </a:lnTo>
                  <a:lnTo>
                    <a:pt x="7289" y="1186"/>
                  </a:lnTo>
                  <a:close/>
                  <a:moveTo>
                    <a:pt x="10138" y="1186"/>
                  </a:moveTo>
                  <a:lnTo>
                    <a:pt x="10138" y="2550"/>
                  </a:lnTo>
                  <a:lnTo>
                    <a:pt x="8759" y="2550"/>
                  </a:lnTo>
                  <a:lnTo>
                    <a:pt x="8759" y="1186"/>
                  </a:lnTo>
                  <a:close/>
                  <a:moveTo>
                    <a:pt x="11594" y="1186"/>
                  </a:moveTo>
                  <a:lnTo>
                    <a:pt x="11594" y="2550"/>
                  </a:lnTo>
                  <a:lnTo>
                    <a:pt x="10228" y="2550"/>
                  </a:lnTo>
                  <a:lnTo>
                    <a:pt x="10228" y="1186"/>
                  </a:lnTo>
                  <a:close/>
                  <a:moveTo>
                    <a:pt x="13063" y="1186"/>
                  </a:moveTo>
                  <a:lnTo>
                    <a:pt x="13063" y="2550"/>
                  </a:lnTo>
                  <a:lnTo>
                    <a:pt x="11698" y="2550"/>
                  </a:lnTo>
                  <a:lnTo>
                    <a:pt x="11698" y="1186"/>
                  </a:lnTo>
                  <a:close/>
                  <a:moveTo>
                    <a:pt x="14533" y="1186"/>
                  </a:moveTo>
                  <a:lnTo>
                    <a:pt x="14533" y="2550"/>
                  </a:lnTo>
                  <a:lnTo>
                    <a:pt x="13153" y="2550"/>
                  </a:lnTo>
                  <a:lnTo>
                    <a:pt x="13153" y="1186"/>
                  </a:lnTo>
                  <a:close/>
                  <a:moveTo>
                    <a:pt x="16003" y="1186"/>
                  </a:moveTo>
                  <a:lnTo>
                    <a:pt x="16003" y="2550"/>
                  </a:lnTo>
                  <a:lnTo>
                    <a:pt x="14623" y="2550"/>
                  </a:lnTo>
                  <a:lnTo>
                    <a:pt x="14623" y="1186"/>
                  </a:lnTo>
                  <a:close/>
                  <a:moveTo>
                    <a:pt x="17472" y="1186"/>
                  </a:moveTo>
                  <a:lnTo>
                    <a:pt x="17472" y="2550"/>
                  </a:lnTo>
                  <a:lnTo>
                    <a:pt x="16093" y="2550"/>
                  </a:lnTo>
                  <a:lnTo>
                    <a:pt x="16093" y="1186"/>
                  </a:lnTo>
                  <a:close/>
                  <a:moveTo>
                    <a:pt x="18927" y="1186"/>
                  </a:moveTo>
                  <a:lnTo>
                    <a:pt x="18927" y="2550"/>
                  </a:lnTo>
                  <a:lnTo>
                    <a:pt x="17562" y="2550"/>
                  </a:lnTo>
                  <a:lnTo>
                    <a:pt x="17562" y="1186"/>
                  </a:lnTo>
                  <a:close/>
                  <a:moveTo>
                    <a:pt x="20396" y="1186"/>
                  </a:moveTo>
                  <a:lnTo>
                    <a:pt x="20396" y="2550"/>
                  </a:lnTo>
                  <a:lnTo>
                    <a:pt x="19017" y="2550"/>
                  </a:lnTo>
                  <a:lnTo>
                    <a:pt x="19017" y="1186"/>
                  </a:lnTo>
                  <a:close/>
                  <a:moveTo>
                    <a:pt x="21866" y="1186"/>
                  </a:moveTo>
                  <a:lnTo>
                    <a:pt x="21866" y="2550"/>
                  </a:lnTo>
                  <a:lnTo>
                    <a:pt x="20486" y="2550"/>
                  </a:lnTo>
                  <a:lnTo>
                    <a:pt x="20486" y="1186"/>
                  </a:lnTo>
                  <a:close/>
                  <a:moveTo>
                    <a:pt x="23336" y="1186"/>
                  </a:moveTo>
                  <a:lnTo>
                    <a:pt x="23336" y="2550"/>
                  </a:lnTo>
                  <a:lnTo>
                    <a:pt x="21956" y="2550"/>
                  </a:lnTo>
                  <a:lnTo>
                    <a:pt x="21956" y="1186"/>
                  </a:lnTo>
                  <a:close/>
                  <a:moveTo>
                    <a:pt x="24791" y="1186"/>
                  </a:moveTo>
                  <a:lnTo>
                    <a:pt x="24791" y="2550"/>
                  </a:lnTo>
                  <a:lnTo>
                    <a:pt x="23426" y="2550"/>
                  </a:lnTo>
                  <a:lnTo>
                    <a:pt x="23426" y="1186"/>
                  </a:lnTo>
                  <a:close/>
                  <a:moveTo>
                    <a:pt x="26261" y="1186"/>
                  </a:moveTo>
                  <a:lnTo>
                    <a:pt x="26261" y="2550"/>
                  </a:lnTo>
                  <a:lnTo>
                    <a:pt x="24895" y="2550"/>
                  </a:lnTo>
                  <a:lnTo>
                    <a:pt x="24895" y="1186"/>
                  </a:lnTo>
                  <a:close/>
                  <a:moveTo>
                    <a:pt x="27730" y="1186"/>
                  </a:moveTo>
                  <a:lnTo>
                    <a:pt x="27730" y="2550"/>
                  </a:lnTo>
                  <a:lnTo>
                    <a:pt x="26351" y="2550"/>
                  </a:lnTo>
                  <a:lnTo>
                    <a:pt x="26351" y="1186"/>
                  </a:lnTo>
                  <a:close/>
                  <a:moveTo>
                    <a:pt x="29200" y="1186"/>
                  </a:moveTo>
                  <a:lnTo>
                    <a:pt x="29200" y="2550"/>
                  </a:lnTo>
                  <a:lnTo>
                    <a:pt x="27820" y="2550"/>
                  </a:lnTo>
                  <a:lnTo>
                    <a:pt x="27820" y="1186"/>
                  </a:lnTo>
                  <a:close/>
                  <a:moveTo>
                    <a:pt x="30670" y="1186"/>
                  </a:moveTo>
                  <a:lnTo>
                    <a:pt x="30670" y="2550"/>
                  </a:lnTo>
                  <a:lnTo>
                    <a:pt x="29290" y="2550"/>
                  </a:lnTo>
                  <a:lnTo>
                    <a:pt x="29290" y="1186"/>
                  </a:lnTo>
                  <a:close/>
                  <a:moveTo>
                    <a:pt x="32124" y="1186"/>
                  </a:moveTo>
                  <a:lnTo>
                    <a:pt x="32124" y="2550"/>
                  </a:lnTo>
                  <a:lnTo>
                    <a:pt x="30760" y="2550"/>
                  </a:lnTo>
                  <a:lnTo>
                    <a:pt x="30760" y="1186"/>
                  </a:lnTo>
                  <a:close/>
                  <a:moveTo>
                    <a:pt x="33594" y="1186"/>
                  </a:moveTo>
                  <a:lnTo>
                    <a:pt x="33594" y="2550"/>
                  </a:lnTo>
                  <a:lnTo>
                    <a:pt x="32214" y="2550"/>
                  </a:lnTo>
                  <a:lnTo>
                    <a:pt x="32214" y="1186"/>
                  </a:lnTo>
                  <a:close/>
                  <a:moveTo>
                    <a:pt x="35063" y="1186"/>
                  </a:moveTo>
                  <a:lnTo>
                    <a:pt x="35063" y="2550"/>
                  </a:lnTo>
                  <a:lnTo>
                    <a:pt x="33684" y="2550"/>
                  </a:lnTo>
                  <a:lnTo>
                    <a:pt x="33684" y="1186"/>
                  </a:lnTo>
                  <a:close/>
                  <a:moveTo>
                    <a:pt x="36533" y="1186"/>
                  </a:moveTo>
                  <a:lnTo>
                    <a:pt x="36533" y="2550"/>
                  </a:lnTo>
                  <a:lnTo>
                    <a:pt x="35153" y="2550"/>
                  </a:lnTo>
                  <a:lnTo>
                    <a:pt x="35153" y="1186"/>
                  </a:lnTo>
                  <a:close/>
                  <a:moveTo>
                    <a:pt x="2805" y="2656"/>
                  </a:moveTo>
                  <a:lnTo>
                    <a:pt x="2805" y="4020"/>
                  </a:lnTo>
                  <a:lnTo>
                    <a:pt x="1426" y="4020"/>
                  </a:lnTo>
                  <a:lnTo>
                    <a:pt x="1426" y="2656"/>
                  </a:lnTo>
                  <a:close/>
                  <a:moveTo>
                    <a:pt x="4275" y="2656"/>
                  </a:moveTo>
                  <a:lnTo>
                    <a:pt x="4275" y="4020"/>
                  </a:lnTo>
                  <a:lnTo>
                    <a:pt x="2895" y="4020"/>
                  </a:lnTo>
                  <a:lnTo>
                    <a:pt x="2895" y="2656"/>
                  </a:lnTo>
                  <a:close/>
                  <a:moveTo>
                    <a:pt x="5729" y="2656"/>
                  </a:moveTo>
                  <a:lnTo>
                    <a:pt x="5729" y="4020"/>
                  </a:lnTo>
                  <a:lnTo>
                    <a:pt x="4365" y="4020"/>
                  </a:lnTo>
                  <a:lnTo>
                    <a:pt x="4365" y="2656"/>
                  </a:lnTo>
                  <a:close/>
                  <a:moveTo>
                    <a:pt x="7199" y="2656"/>
                  </a:moveTo>
                  <a:lnTo>
                    <a:pt x="7199" y="4020"/>
                  </a:lnTo>
                  <a:lnTo>
                    <a:pt x="5819" y="4020"/>
                  </a:lnTo>
                  <a:lnTo>
                    <a:pt x="5819" y="2656"/>
                  </a:lnTo>
                  <a:close/>
                  <a:moveTo>
                    <a:pt x="8669" y="2656"/>
                  </a:moveTo>
                  <a:lnTo>
                    <a:pt x="8669" y="4020"/>
                  </a:lnTo>
                  <a:lnTo>
                    <a:pt x="7289" y="4020"/>
                  </a:lnTo>
                  <a:lnTo>
                    <a:pt x="7289" y="2656"/>
                  </a:lnTo>
                  <a:close/>
                  <a:moveTo>
                    <a:pt x="10138" y="2656"/>
                  </a:moveTo>
                  <a:lnTo>
                    <a:pt x="10138" y="4020"/>
                  </a:lnTo>
                  <a:lnTo>
                    <a:pt x="8759" y="4020"/>
                  </a:lnTo>
                  <a:lnTo>
                    <a:pt x="8759" y="2656"/>
                  </a:lnTo>
                  <a:close/>
                  <a:moveTo>
                    <a:pt x="11594" y="2656"/>
                  </a:moveTo>
                  <a:lnTo>
                    <a:pt x="11594" y="4020"/>
                  </a:lnTo>
                  <a:lnTo>
                    <a:pt x="10228" y="4020"/>
                  </a:lnTo>
                  <a:lnTo>
                    <a:pt x="10228" y="2656"/>
                  </a:lnTo>
                  <a:close/>
                  <a:moveTo>
                    <a:pt x="13063" y="2656"/>
                  </a:moveTo>
                  <a:lnTo>
                    <a:pt x="13063" y="4020"/>
                  </a:lnTo>
                  <a:lnTo>
                    <a:pt x="11698" y="4020"/>
                  </a:lnTo>
                  <a:lnTo>
                    <a:pt x="11698" y="2656"/>
                  </a:lnTo>
                  <a:close/>
                  <a:moveTo>
                    <a:pt x="14533" y="2656"/>
                  </a:moveTo>
                  <a:lnTo>
                    <a:pt x="14533" y="4020"/>
                  </a:lnTo>
                  <a:lnTo>
                    <a:pt x="13153" y="4020"/>
                  </a:lnTo>
                  <a:lnTo>
                    <a:pt x="13153" y="2656"/>
                  </a:lnTo>
                  <a:close/>
                  <a:moveTo>
                    <a:pt x="16003" y="2656"/>
                  </a:moveTo>
                  <a:lnTo>
                    <a:pt x="16003" y="4020"/>
                  </a:lnTo>
                  <a:lnTo>
                    <a:pt x="14623" y="4020"/>
                  </a:lnTo>
                  <a:lnTo>
                    <a:pt x="14623" y="2656"/>
                  </a:lnTo>
                  <a:close/>
                  <a:moveTo>
                    <a:pt x="17472" y="2656"/>
                  </a:moveTo>
                  <a:lnTo>
                    <a:pt x="17472" y="4020"/>
                  </a:lnTo>
                  <a:lnTo>
                    <a:pt x="16093" y="4020"/>
                  </a:lnTo>
                  <a:lnTo>
                    <a:pt x="16093" y="2656"/>
                  </a:lnTo>
                  <a:close/>
                  <a:moveTo>
                    <a:pt x="18927" y="2656"/>
                  </a:moveTo>
                  <a:lnTo>
                    <a:pt x="18927" y="4020"/>
                  </a:lnTo>
                  <a:lnTo>
                    <a:pt x="17562" y="4020"/>
                  </a:lnTo>
                  <a:lnTo>
                    <a:pt x="17562" y="2656"/>
                  </a:lnTo>
                  <a:close/>
                  <a:moveTo>
                    <a:pt x="20396" y="2656"/>
                  </a:moveTo>
                  <a:lnTo>
                    <a:pt x="20396" y="4020"/>
                  </a:lnTo>
                  <a:lnTo>
                    <a:pt x="19017" y="4020"/>
                  </a:lnTo>
                  <a:lnTo>
                    <a:pt x="19017" y="2656"/>
                  </a:lnTo>
                  <a:close/>
                  <a:moveTo>
                    <a:pt x="21866" y="2656"/>
                  </a:moveTo>
                  <a:lnTo>
                    <a:pt x="21866" y="4020"/>
                  </a:lnTo>
                  <a:lnTo>
                    <a:pt x="20486" y="4020"/>
                  </a:lnTo>
                  <a:lnTo>
                    <a:pt x="20486" y="2656"/>
                  </a:lnTo>
                  <a:close/>
                  <a:moveTo>
                    <a:pt x="23336" y="2656"/>
                  </a:moveTo>
                  <a:lnTo>
                    <a:pt x="23336" y="4020"/>
                  </a:lnTo>
                  <a:lnTo>
                    <a:pt x="21956" y="4020"/>
                  </a:lnTo>
                  <a:lnTo>
                    <a:pt x="21956" y="2656"/>
                  </a:lnTo>
                  <a:close/>
                  <a:moveTo>
                    <a:pt x="24791" y="2656"/>
                  </a:moveTo>
                  <a:lnTo>
                    <a:pt x="24791" y="4020"/>
                  </a:lnTo>
                  <a:lnTo>
                    <a:pt x="23426" y="4020"/>
                  </a:lnTo>
                  <a:lnTo>
                    <a:pt x="23426" y="2656"/>
                  </a:lnTo>
                  <a:close/>
                  <a:moveTo>
                    <a:pt x="26261" y="2656"/>
                  </a:moveTo>
                  <a:lnTo>
                    <a:pt x="26261" y="4020"/>
                  </a:lnTo>
                  <a:lnTo>
                    <a:pt x="24895" y="4020"/>
                  </a:lnTo>
                  <a:lnTo>
                    <a:pt x="24895" y="2656"/>
                  </a:lnTo>
                  <a:close/>
                  <a:moveTo>
                    <a:pt x="27730" y="2656"/>
                  </a:moveTo>
                  <a:lnTo>
                    <a:pt x="27730" y="4020"/>
                  </a:lnTo>
                  <a:lnTo>
                    <a:pt x="26351" y="4020"/>
                  </a:lnTo>
                  <a:lnTo>
                    <a:pt x="26351" y="2656"/>
                  </a:lnTo>
                  <a:close/>
                  <a:moveTo>
                    <a:pt x="29200" y="2656"/>
                  </a:moveTo>
                  <a:lnTo>
                    <a:pt x="29200" y="4020"/>
                  </a:lnTo>
                  <a:lnTo>
                    <a:pt x="27820" y="4020"/>
                  </a:lnTo>
                  <a:lnTo>
                    <a:pt x="27820" y="2656"/>
                  </a:lnTo>
                  <a:close/>
                  <a:moveTo>
                    <a:pt x="30670" y="2656"/>
                  </a:moveTo>
                  <a:lnTo>
                    <a:pt x="30670" y="4020"/>
                  </a:lnTo>
                  <a:lnTo>
                    <a:pt x="29290" y="4020"/>
                  </a:lnTo>
                  <a:lnTo>
                    <a:pt x="29290" y="2656"/>
                  </a:lnTo>
                  <a:close/>
                  <a:moveTo>
                    <a:pt x="32124" y="2656"/>
                  </a:moveTo>
                  <a:lnTo>
                    <a:pt x="32124" y="4020"/>
                  </a:lnTo>
                  <a:lnTo>
                    <a:pt x="30760" y="4020"/>
                  </a:lnTo>
                  <a:lnTo>
                    <a:pt x="30760" y="2656"/>
                  </a:lnTo>
                  <a:close/>
                  <a:moveTo>
                    <a:pt x="33594" y="2656"/>
                  </a:moveTo>
                  <a:lnTo>
                    <a:pt x="33594" y="4020"/>
                  </a:lnTo>
                  <a:lnTo>
                    <a:pt x="32214" y="4020"/>
                  </a:lnTo>
                  <a:lnTo>
                    <a:pt x="32214" y="2656"/>
                  </a:lnTo>
                  <a:close/>
                  <a:moveTo>
                    <a:pt x="35063" y="2656"/>
                  </a:moveTo>
                  <a:lnTo>
                    <a:pt x="35063" y="4020"/>
                  </a:lnTo>
                  <a:lnTo>
                    <a:pt x="33684" y="4020"/>
                  </a:lnTo>
                  <a:lnTo>
                    <a:pt x="33684" y="2656"/>
                  </a:lnTo>
                  <a:close/>
                  <a:moveTo>
                    <a:pt x="36533" y="2656"/>
                  </a:moveTo>
                  <a:lnTo>
                    <a:pt x="36533" y="4020"/>
                  </a:lnTo>
                  <a:lnTo>
                    <a:pt x="35153" y="4020"/>
                  </a:lnTo>
                  <a:lnTo>
                    <a:pt x="35153" y="2656"/>
                  </a:lnTo>
                  <a:close/>
                  <a:moveTo>
                    <a:pt x="2805" y="4110"/>
                  </a:moveTo>
                  <a:lnTo>
                    <a:pt x="2805" y="5489"/>
                  </a:lnTo>
                  <a:lnTo>
                    <a:pt x="1426" y="5489"/>
                  </a:lnTo>
                  <a:lnTo>
                    <a:pt x="1426" y="4110"/>
                  </a:lnTo>
                  <a:close/>
                  <a:moveTo>
                    <a:pt x="4275" y="4110"/>
                  </a:moveTo>
                  <a:lnTo>
                    <a:pt x="4275" y="5489"/>
                  </a:lnTo>
                  <a:lnTo>
                    <a:pt x="2895" y="5489"/>
                  </a:lnTo>
                  <a:lnTo>
                    <a:pt x="2895" y="4110"/>
                  </a:lnTo>
                  <a:close/>
                  <a:moveTo>
                    <a:pt x="5729" y="4110"/>
                  </a:moveTo>
                  <a:lnTo>
                    <a:pt x="5729" y="5489"/>
                  </a:lnTo>
                  <a:lnTo>
                    <a:pt x="4365" y="5489"/>
                  </a:lnTo>
                  <a:lnTo>
                    <a:pt x="4365" y="4110"/>
                  </a:lnTo>
                  <a:close/>
                  <a:moveTo>
                    <a:pt x="7199" y="4110"/>
                  </a:moveTo>
                  <a:lnTo>
                    <a:pt x="7199" y="5489"/>
                  </a:lnTo>
                  <a:lnTo>
                    <a:pt x="5819" y="5489"/>
                  </a:lnTo>
                  <a:lnTo>
                    <a:pt x="5819" y="4110"/>
                  </a:lnTo>
                  <a:close/>
                  <a:moveTo>
                    <a:pt x="8669" y="4110"/>
                  </a:moveTo>
                  <a:lnTo>
                    <a:pt x="8669" y="5489"/>
                  </a:lnTo>
                  <a:lnTo>
                    <a:pt x="7289" y="5489"/>
                  </a:lnTo>
                  <a:lnTo>
                    <a:pt x="7289" y="4110"/>
                  </a:lnTo>
                  <a:close/>
                  <a:moveTo>
                    <a:pt x="10138" y="4110"/>
                  </a:moveTo>
                  <a:lnTo>
                    <a:pt x="10138" y="5489"/>
                  </a:lnTo>
                  <a:lnTo>
                    <a:pt x="8759" y="5489"/>
                  </a:lnTo>
                  <a:lnTo>
                    <a:pt x="8759" y="4110"/>
                  </a:lnTo>
                  <a:close/>
                  <a:moveTo>
                    <a:pt x="11594" y="4110"/>
                  </a:moveTo>
                  <a:lnTo>
                    <a:pt x="11594" y="5489"/>
                  </a:lnTo>
                  <a:lnTo>
                    <a:pt x="10228" y="5489"/>
                  </a:lnTo>
                  <a:lnTo>
                    <a:pt x="10228" y="4110"/>
                  </a:lnTo>
                  <a:close/>
                  <a:moveTo>
                    <a:pt x="13063" y="4110"/>
                  </a:moveTo>
                  <a:lnTo>
                    <a:pt x="13063" y="5489"/>
                  </a:lnTo>
                  <a:lnTo>
                    <a:pt x="11698" y="5489"/>
                  </a:lnTo>
                  <a:lnTo>
                    <a:pt x="11698" y="4110"/>
                  </a:lnTo>
                  <a:close/>
                  <a:moveTo>
                    <a:pt x="14533" y="4110"/>
                  </a:moveTo>
                  <a:lnTo>
                    <a:pt x="14533" y="5489"/>
                  </a:lnTo>
                  <a:lnTo>
                    <a:pt x="13153" y="5489"/>
                  </a:lnTo>
                  <a:lnTo>
                    <a:pt x="13153" y="4110"/>
                  </a:lnTo>
                  <a:close/>
                  <a:moveTo>
                    <a:pt x="16003" y="4110"/>
                  </a:moveTo>
                  <a:lnTo>
                    <a:pt x="16003" y="5489"/>
                  </a:lnTo>
                  <a:lnTo>
                    <a:pt x="14623" y="5489"/>
                  </a:lnTo>
                  <a:lnTo>
                    <a:pt x="14623" y="4110"/>
                  </a:lnTo>
                  <a:close/>
                  <a:moveTo>
                    <a:pt x="17472" y="4110"/>
                  </a:moveTo>
                  <a:lnTo>
                    <a:pt x="17472" y="5489"/>
                  </a:lnTo>
                  <a:lnTo>
                    <a:pt x="16093" y="5489"/>
                  </a:lnTo>
                  <a:lnTo>
                    <a:pt x="16093" y="4110"/>
                  </a:lnTo>
                  <a:close/>
                  <a:moveTo>
                    <a:pt x="18927" y="4110"/>
                  </a:moveTo>
                  <a:lnTo>
                    <a:pt x="18927" y="5489"/>
                  </a:lnTo>
                  <a:lnTo>
                    <a:pt x="17562" y="5489"/>
                  </a:lnTo>
                  <a:lnTo>
                    <a:pt x="17562" y="4110"/>
                  </a:lnTo>
                  <a:close/>
                  <a:moveTo>
                    <a:pt x="20396" y="4110"/>
                  </a:moveTo>
                  <a:lnTo>
                    <a:pt x="20396" y="5489"/>
                  </a:lnTo>
                  <a:lnTo>
                    <a:pt x="19017" y="5489"/>
                  </a:lnTo>
                  <a:lnTo>
                    <a:pt x="19017" y="4110"/>
                  </a:lnTo>
                  <a:close/>
                  <a:moveTo>
                    <a:pt x="21866" y="4110"/>
                  </a:moveTo>
                  <a:lnTo>
                    <a:pt x="21866" y="5489"/>
                  </a:lnTo>
                  <a:lnTo>
                    <a:pt x="20486" y="5489"/>
                  </a:lnTo>
                  <a:lnTo>
                    <a:pt x="20486" y="4110"/>
                  </a:lnTo>
                  <a:close/>
                  <a:moveTo>
                    <a:pt x="23336" y="4110"/>
                  </a:moveTo>
                  <a:lnTo>
                    <a:pt x="23336" y="5489"/>
                  </a:lnTo>
                  <a:lnTo>
                    <a:pt x="21956" y="5489"/>
                  </a:lnTo>
                  <a:lnTo>
                    <a:pt x="21956" y="4110"/>
                  </a:lnTo>
                  <a:close/>
                  <a:moveTo>
                    <a:pt x="24791" y="4110"/>
                  </a:moveTo>
                  <a:lnTo>
                    <a:pt x="24791" y="5489"/>
                  </a:lnTo>
                  <a:lnTo>
                    <a:pt x="23426" y="5489"/>
                  </a:lnTo>
                  <a:lnTo>
                    <a:pt x="23426" y="4110"/>
                  </a:lnTo>
                  <a:close/>
                  <a:moveTo>
                    <a:pt x="26261" y="4110"/>
                  </a:moveTo>
                  <a:lnTo>
                    <a:pt x="26261" y="5489"/>
                  </a:lnTo>
                  <a:lnTo>
                    <a:pt x="24895" y="5489"/>
                  </a:lnTo>
                  <a:lnTo>
                    <a:pt x="24895" y="4110"/>
                  </a:lnTo>
                  <a:close/>
                  <a:moveTo>
                    <a:pt x="27730" y="4110"/>
                  </a:moveTo>
                  <a:lnTo>
                    <a:pt x="27730" y="5489"/>
                  </a:lnTo>
                  <a:lnTo>
                    <a:pt x="26351" y="5489"/>
                  </a:lnTo>
                  <a:lnTo>
                    <a:pt x="26351" y="4110"/>
                  </a:lnTo>
                  <a:close/>
                  <a:moveTo>
                    <a:pt x="29200" y="4110"/>
                  </a:moveTo>
                  <a:lnTo>
                    <a:pt x="29200" y="5489"/>
                  </a:lnTo>
                  <a:lnTo>
                    <a:pt x="27820" y="5489"/>
                  </a:lnTo>
                  <a:lnTo>
                    <a:pt x="27820" y="4110"/>
                  </a:lnTo>
                  <a:close/>
                  <a:moveTo>
                    <a:pt x="30670" y="4110"/>
                  </a:moveTo>
                  <a:lnTo>
                    <a:pt x="30670" y="5489"/>
                  </a:lnTo>
                  <a:lnTo>
                    <a:pt x="29290" y="5489"/>
                  </a:lnTo>
                  <a:lnTo>
                    <a:pt x="29290" y="4110"/>
                  </a:lnTo>
                  <a:close/>
                  <a:moveTo>
                    <a:pt x="32124" y="4110"/>
                  </a:moveTo>
                  <a:lnTo>
                    <a:pt x="32124" y="5489"/>
                  </a:lnTo>
                  <a:lnTo>
                    <a:pt x="30760" y="5489"/>
                  </a:lnTo>
                  <a:lnTo>
                    <a:pt x="30760" y="4110"/>
                  </a:lnTo>
                  <a:close/>
                  <a:moveTo>
                    <a:pt x="33594" y="4110"/>
                  </a:moveTo>
                  <a:lnTo>
                    <a:pt x="33594" y="5489"/>
                  </a:lnTo>
                  <a:lnTo>
                    <a:pt x="32214" y="5489"/>
                  </a:lnTo>
                  <a:lnTo>
                    <a:pt x="32214" y="4110"/>
                  </a:lnTo>
                  <a:close/>
                  <a:moveTo>
                    <a:pt x="35063" y="4110"/>
                  </a:moveTo>
                  <a:lnTo>
                    <a:pt x="35063" y="5489"/>
                  </a:lnTo>
                  <a:lnTo>
                    <a:pt x="33684" y="5489"/>
                  </a:lnTo>
                  <a:lnTo>
                    <a:pt x="33684" y="4110"/>
                  </a:lnTo>
                  <a:close/>
                  <a:moveTo>
                    <a:pt x="36533" y="4110"/>
                  </a:moveTo>
                  <a:lnTo>
                    <a:pt x="36533" y="5489"/>
                  </a:lnTo>
                  <a:lnTo>
                    <a:pt x="35153" y="5489"/>
                  </a:lnTo>
                  <a:lnTo>
                    <a:pt x="35153" y="4110"/>
                  </a:lnTo>
                  <a:close/>
                  <a:moveTo>
                    <a:pt x="2805" y="5579"/>
                  </a:moveTo>
                  <a:lnTo>
                    <a:pt x="2805" y="6959"/>
                  </a:lnTo>
                  <a:lnTo>
                    <a:pt x="1426" y="6959"/>
                  </a:lnTo>
                  <a:lnTo>
                    <a:pt x="1426" y="5579"/>
                  </a:lnTo>
                  <a:close/>
                  <a:moveTo>
                    <a:pt x="4275" y="5579"/>
                  </a:moveTo>
                  <a:lnTo>
                    <a:pt x="4275" y="6959"/>
                  </a:lnTo>
                  <a:lnTo>
                    <a:pt x="2895" y="6959"/>
                  </a:lnTo>
                  <a:lnTo>
                    <a:pt x="2895" y="5579"/>
                  </a:lnTo>
                  <a:close/>
                  <a:moveTo>
                    <a:pt x="5729" y="5579"/>
                  </a:moveTo>
                  <a:lnTo>
                    <a:pt x="5729" y="6959"/>
                  </a:lnTo>
                  <a:lnTo>
                    <a:pt x="4365" y="6959"/>
                  </a:lnTo>
                  <a:lnTo>
                    <a:pt x="4365" y="5579"/>
                  </a:lnTo>
                  <a:close/>
                  <a:moveTo>
                    <a:pt x="7199" y="5579"/>
                  </a:moveTo>
                  <a:lnTo>
                    <a:pt x="7199" y="6959"/>
                  </a:lnTo>
                  <a:lnTo>
                    <a:pt x="5819" y="6959"/>
                  </a:lnTo>
                  <a:lnTo>
                    <a:pt x="5819" y="5579"/>
                  </a:lnTo>
                  <a:close/>
                  <a:moveTo>
                    <a:pt x="8669" y="5579"/>
                  </a:moveTo>
                  <a:lnTo>
                    <a:pt x="8669" y="6959"/>
                  </a:lnTo>
                  <a:lnTo>
                    <a:pt x="7289" y="6959"/>
                  </a:lnTo>
                  <a:lnTo>
                    <a:pt x="7289" y="5579"/>
                  </a:lnTo>
                  <a:close/>
                  <a:moveTo>
                    <a:pt x="10138" y="5579"/>
                  </a:moveTo>
                  <a:lnTo>
                    <a:pt x="10138" y="6959"/>
                  </a:lnTo>
                  <a:lnTo>
                    <a:pt x="8759" y="6959"/>
                  </a:lnTo>
                  <a:lnTo>
                    <a:pt x="8759" y="5579"/>
                  </a:lnTo>
                  <a:close/>
                  <a:moveTo>
                    <a:pt x="11594" y="5579"/>
                  </a:moveTo>
                  <a:lnTo>
                    <a:pt x="11594" y="6959"/>
                  </a:lnTo>
                  <a:lnTo>
                    <a:pt x="10228" y="6959"/>
                  </a:lnTo>
                  <a:lnTo>
                    <a:pt x="10228" y="5579"/>
                  </a:lnTo>
                  <a:close/>
                  <a:moveTo>
                    <a:pt x="13063" y="5579"/>
                  </a:moveTo>
                  <a:lnTo>
                    <a:pt x="13063" y="6959"/>
                  </a:lnTo>
                  <a:lnTo>
                    <a:pt x="11698" y="6959"/>
                  </a:lnTo>
                  <a:lnTo>
                    <a:pt x="11698" y="5579"/>
                  </a:lnTo>
                  <a:close/>
                  <a:moveTo>
                    <a:pt x="14533" y="5579"/>
                  </a:moveTo>
                  <a:lnTo>
                    <a:pt x="14533" y="6959"/>
                  </a:lnTo>
                  <a:lnTo>
                    <a:pt x="13153" y="6959"/>
                  </a:lnTo>
                  <a:lnTo>
                    <a:pt x="13153" y="5579"/>
                  </a:lnTo>
                  <a:close/>
                  <a:moveTo>
                    <a:pt x="16003" y="5579"/>
                  </a:moveTo>
                  <a:lnTo>
                    <a:pt x="16003" y="6959"/>
                  </a:lnTo>
                  <a:lnTo>
                    <a:pt x="14623" y="6959"/>
                  </a:lnTo>
                  <a:lnTo>
                    <a:pt x="14623" y="5579"/>
                  </a:lnTo>
                  <a:close/>
                  <a:moveTo>
                    <a:pt x="17472" y="5579"/>
                  </a:moveTo>
                  <a:lnTo>
                    <a:pt x="17472" y="6959"/>
                  </a:lnTo>
                  <a:lnTo>
                    <a:pt x="16093" y="6959"/>
                  </a:lnTo>
                  <a:lnTo>
                    <a:pt x="16093" y="5579"/>
                  </a:lnTo>
                  <a:close/>
                  <a:moveTo>
                    <a:pt x="18927" y="5579"/>
                  </a:moveTo>
                  <a:lnTo>
                    <a:pt x="18927" y="6959"/>
                  </a:lnTo>
                  <a:lnTo>
                    <a:pt x="17562" y="6959"/>
                  </a:lnTo>
                  <a:lnTo>
                    <a:pt x="17562" y="5579"/>
                  </a:lnTo>
                  <a:close/>
                  <a:moveTo>
                    <a:pt x="20396" y="5579"/>
                  </a:moveTo>
                  <a:lnTo>
                    <a:pt x="20396" y="6959"/>
                  </a:lnTo>
                  <a:lnTo>
                    <a:pt x="19017" y="6959"/>
                  </a:lnTo>
                  <a:lnTo>
                    <a:pt x="19017" y="5579"/>
                  </a:lnTo>
                  <a:close/>
                  <a:moveTo>
                    <a:pt x="21866" y="5579"/>
                  </a:moveTo>
                  <a:lnTo>
                    <a:pt x="21866" y="6959"/>
                  </a:lnTo>
                  <a:lnTo>
                    <a:pt x="20486" y="6959"/>
                  </a:lnTo>
                  <a:lnTo>
                    <a:pt x="20486" y="5579"/>
                  </a:lnTo>
                  <a:close/>
                  <a:moveTo>
                    <a:pt x="23336" y="5579"/>
                  </a:moveTo>
                  <a:lnTo>
                    <a:pt x="23336" y="6959"/>
                  </a:lnTo>
                  <a:lnTo>
                    <a:pt x="21956" y="6959"/>
                  </a:lnTo>
                  <a:lnTo>
                    <a:pt x="21956" y="5579"/>
                  </a:lnTo>
                  <a:close/>
                  <a:moveTo>
                    <a:pt x="24791" y="5579"/>
                  </a:moveTo>
                  <a:lnTo>
                    <a:pt x="24791" y="6959"/>
                  </a:lnTo>
                  <a:lnTo>
                    <a:pt x="23426" y="6959"/>
                  </a:lnTo>
                  <a:lnTo>
                    <a:pt x="23426" y="5579"/>
                  </a:lnTo>
                  <a:close/>
                  <a:moveTo>
                    <a:pt x="26261" y="5579"/>
                  </a:moveTo>
                  <a:lnTo>
                    <a:pt x="26261" y="6959"/>
                  </a:lnTo>
                  <a:lnTo>
                    <a:pt x="24895" y="6959"/>
                  </a:lnTo>
                  <a:lnTo>
                    <a:pt x="24895" y="5579"/>
                  </a:lnTo>
                  <a:close/>
                  <a:moveTo>
                    <a:pt x="27730" y="5579"/>
                  </a:moveTo>
                  <a:lnTo>
                    <a:pt x="27730" y="6959"/>
                  </a:lnTo>
                  <a:lnTo>
                    <a:pt x="26351" y="6959"/>
                  </a:lnTo>
                  <a:lnTo>
                    <a:pt x="26351" y="5579"/>
                  </a:lnTo>
                  <a:close/>
                  <a:moveTo>
                    <a:pt x="29200" y="5579"/>
                  </a:moveTo>
                  <a:lnTo>
                    <a:pt x="29200" y="6959"/>
                  </a:lnTo>
                  <a:lnTo>
                    <a:pt x="27820" y="6959"/>
                  </a:lnTo>
                  <a:lnTo>
                    <a:pt x="27820" y="5579"/>
                  </a:lnTo>
                  <a:close/>
                  <a:moveTo>
                    <a:pt x="30670" y="5579"/>
                  </a:moveTo>
                  <a:lnTo>
                    <a:pt x="30670" y="6959"/>
                  </a:lnTo>
                  <a:lnTo>
                    <a:pt x="29290" y="6959"/>
                  </a:lnTo>
                  <a:lnTo>
                    <a:pt x="29290" y="5579"/>
                  </a:lnTo>
                  <a:close/>
                  <a:moveTo>
                    <a:pt x="32124" y="5579"/>
                  </a:moveTo>
                  <a:lnTo>
                    <a:pt x="32124" y="6959"/>
                  </a:lnTo>
                  <a:lnTo>
                    <a:pt x="30760" y="6959"/>
                  </a:lnTo>
                  <a:lnTo>
                    <a:pt x="30760" y="5579"/>
                  </a:lnTo>
                  <a:close/>
                  <a:moveTo>
                    <a:pt x="33594" y="5579"/>
                  </a:moveTo>
                  <a:lnTo>
                    <a:pt x="33594" y="6959"/>
                  </a:lnTo>
                  <a:lnTo>
                    <a:pt x="32214" y="6959"/>
                  </a:lnTo>
                  <a:lnTo>
                    <a:pt x="32214" y="5579"/>
                  </a:lnTo>
                  <a:close/>
                  <a:moveTo>
                    <a:pt x="35063" y="5579"/>
                  </a:moveTo>
                  <a:lnTo>
                    <a:pt x="35063" y="6959"/>
                  </a:lnTo>
                  <a:lnTo>
                    <a:pt x="33684" y="6959"/>
                  </a:lnTo>
                  <a:lnTo>
                    <a:pt x="33684" y="5579"/>
                  </a:lnTo>
                  <a:close/>
                  <a:moveTo>
                    <a:pt x="36533" y="5579"/>
                  </a:moveTo>
                  <a:lnTo>
                    <a:pt x="36533" y="6959"/>
                  </a:lnTo>
                  <a:lnTo>
                    <a:pt x="35153" y="6959"/>
                  </a:lnTo>
                  <a:lnTo>
                    <a:pt x="35153" y="5579"/>
                  </a:lnTo>
                  <a:close/>
                  <a:moveTo>
                    <a:pt x="2805" y="7049"/>
                  </a:moveTo>
                  <a:lnTo>
                    <a:pt x="2805" y="8429"/>
                  </a:lnTo>
                  <a:lnTo>
                    <a:pt x="1426" y="8429"/>
                  </a:lnTo>
                  <a:lnTo>
                    <a:pt x="1426" y="7049"/>
                  </a:lnTo>
                  <a:close/>
                  <a:moveTo>
                    <a:pt x="4275" y="7049"/>
                  </a:moveTo>
                  <a:lnTo>
                    <a:pt x="4275" y="8429"/>
                  </a:lnTo>
                  <a:lnTo>
                    <a:pt x="2895" y="8429"/>
                  </a:lnTo>
                  <a:lnTo>
                    <a:pt x="2895" y="7049"/>
                  </a:lnTo>
                  <a:close/>
                  <a:moveTo>
                    <a:pt x="5729" y="7049"/>
                  </a:moveTo>
                  <a:lnTo>
                    <a:pt x="5729" y="8429"/>
                  </a:lnTo>
                  <a:lnTo>
                    <a:pt x="4365" y="8429"/>
                  </a:lnTo>
                  <a:lnTo>
                    <a:pt x="4365" y="7049"/>
                  </a:lnTo>
                  <a:close/>
                  <a:moveTo>
                    <a:pt x="7199" y="7049"/>
                  </a:moveTo>
                  <a:lnTo>
                    <a:pt x="7199" y="8429"/>
                  </a:lnTo>
                  <a:lnTo>
                    <a:pt x="5819" y="8429"/>
                  </a:lnTo>
                  <a:lnTo>
                    <a:pt x="5819" y="7049"/>
                  </a:lnTo>
                  <a:close/>
                  <a:moveTo>
                    <a:pt x="8669" y="7049"/>
                  </a:moveTo>
                  <a:lnTo>
                    <a:pt x="8669" y="8429"/>
                  </a:lnTo>
                  <a:lnTo>
                    <a:pt x="7289" y="8429"/>
                  </a:lnTo>
                  <a:lnTo>
                    <a:pt x="7289" y="7049"/>
                  </a:lnTo>
                  <a:close/>
                  <a:moveTo>
                    <a:pt x="10138" y="7049"/>
                  </a:moveTo>
                  <a:lnTo>
                    <a:pt x="10138" y="8429"/>
                  </a:lnTo>
                  <a:lnTo>
                    <a:pt x="8759" y="8429"/>
                  </a:lnTo>
                  <a:lnTo>
                    <a:pt x="8759" y="7049"/>
                  </a:lnTo>
                  <a:close/>
                  <a:moveTo>
                    <a:pt x="11594" y="7049"/>
                  </a:moveTo>
                  <a:lnTo>
                    <a:pt x="11594" y="8429"/>
                  </a:lnTo>
                  <a:lnTo>
                    <a:pt x="10228" y="8429"/>
                  </a:lnTo>
                  <a:lnTo>
                    <a:pt x="10228" y="7049"/>
                  </a:lnTo>
                  <a:close/>
                  <a:moveTo>
                    <a:pt x="13063" y="7049"/>
                  </a:moveTo>
                  <a:lnTo>
                    <a:pt x="13063" y="8429"/>
                  </a:lnTo>
                  <a:lnTo>
                    <a:pt x="11698" y="8429"/>
                  </a:lnTo>
                  <a:lnTo>
                    <a:pt x="11698" y="7049"/>
                  </a:lnTo>
                  <a:close/>
                  <a:moveTo>
                    <a:pt x="14533" y="7049"/>
                  </a:moveTo>
                  <a:lnTo>
                    <a:pt x="14533" y="8429"/>
                  </a:lnTo>
                  <a:lnTo>
                    <a:pt x="13153" y="8429"/>
                  </a:lnTo>
                  <a:lnTo>
                    <a:pt x="13153" y="7049"/>
                  </a:lnTo>
                  <a:close/>
                  <a:moveTo>
                    <a:pt x="16003" y="7049"/>
                  </a:moveTo>
                  <a:lnTo>
                    <a:pt x="16003" y="8429"/>
                  </a:lnTo>
                  <a:lnTo>
                    <a:pt x="14623" y="8429"/>
                  </a:lnTo>
                  <a:lnTo>
                    <a:pt x="14623" y="7049"/>
                  </a:lnTo>
                  <a:close/>
                  <a:moveTo>
                    <a:pt x="17472" y="7049"/>
                  </a:moveTo>
                  <a:lnTo>
                    <a:pt x="17472" y="8429"/>
                  </a:lnTo>
                  <a:lnTo>
                    <a:pt x="16093" y="8429"/>
                  </a:lnTo>
                  <a:lnTo>
                    <a:pt x="16093" y="7049"/>
                  </a:lnTo>
                  <a:close/>
                  <a:moveTo>
                    <a:pt x="18927" y="7049"/>
                  </a:moveTo>
                  <a:lnTo>
                    <a:pt x="18927" y="8429"/>
                  </a:lnTo>
                  <a:lnTo>
                    <a:pt x="17562" y="8429"/>
                  </a:lnTo>
                  <a:lnTo>
                    <a:pt x="17562" y="7049"/>
                  </a:lnTo>
                  <a:close/>
                  <a:moveTo>
                    <a:pt x="20396" y="7049"/>
                  </a:moveTo>
                  <a:lnTo>
                    <a:pt x="20396" y="8429"/>
                  </a:lnTo>
                  <a:lnTo>
                    <a:pt x="19017" y="8429"/>
                  </a:lnTo>
                  <a:lnTo>
                    <a:pt x="19017" y="7049"/>
                  </a:lnTo>
                  <a:close/>
                  <a:moveTo>
                    <a:pt x="21866" y="7049"/>
                  </a:moveTo>
                  <a:lnTo>
                    <a:pt x="21866" y="8429"/>
                  </a:lnTo>
                  <a:lnTo>
                    <a:pt x="20486" y="8429"/>
                  </a:lnTo>
                  <a:lnTo>
                    <a:pt x="20486" y="7049"/>
                  </a:lnTo>
                  <a:close/>
                  <a:moveTo>
                    <a:pt x="23336" y="7049"/>
                  </a:moveTo>
                  <a:lnTo>
                    <a:pt x="23336" y="8429"/>
                  </a:lnTo>
                  <a:lnTo>
                    <a:pt x="21956" y="8429"/>
                  </a:lnTo>
                  <a:lnTo>
                    <a:pt x="21956" y="7049"/>
                  </a:lnTo>
                  <a:close/>
                  <a:moveTo>
                    <a:pt x="24791" y="7049"/>
                  </a:moveTo>
                  <a:lnTo>
                    <a:pt x="24791" y="8429"/>
                  </a:lnTo>
                  <a:lnTo>
                    <a:pt x="23426" y="8429"/>
                  </a:lnTo>
                  <a:lnTo>
                    <a:pt x="23426" y="7049"/>
                  </a:lnTo>
                  <a:close/>
                  <a:moveTo>
                    <a:pt x="26261" y="7049"/>
                  </a:moveTo>
                  <a:lnTo>
                    <a:pt x="26261" y="8429"/>
                  </a:lnTo>
                  <a:lnTo>
                    <a:pt x="24895" y="8429"/>
                  </a:lnTo>
                  <a:lnTo>
                    <a:pt x="24895" y="7049"/>
                  </a:lnTo>
                  <a:close/>
                  <a:moveTo>
                    <a:pt x="27730" y="7049"/>
                  </a:moveTo>
                  <a:lnTo>
                    <a:pt x="27730" y="8429"/>
                  </a:lnTo>
                  <a:lnTo>
                    <a:pt x="26351" y="8429"/>
                  </a:lnTo>
                  <a:lnTo>
                    <a:pt x="26351" y="7049"/>
                  </a:lnTo>
                  <a:close/>
                  <a:moveTo>
                    <a:pt x="29200" y="7049"/>
                  </a:moveTo>
                  <a:lnTo>
                    <a:pt x="29200" y="8429"/>
                  </a:lnTo>
                  <a:lnTo>
                    <a:pt x="27820" y="8429"/>
                  </a:lnTo>
                  <a:lnTo>
                    <a:pt x="27820" y="7049"/>
                  </a:lnTo>
                  <a:close/>
                  <a:moveTo>
                    <a:pt x="30670" y="7049"/>
                  </a:moveTo>
                  <a:lnTo>
                    <a:pt x="30670" y="8429"/>
                  </a:lnTo>
                  <a:lnTo>
                    <a:pt x="29290" y="8429"/>
                  </a:lnTo>
                  <a:lnTo>
                    <a:pt x="29290" y="7049"/>
                  </a:lnTo>
                  <a:close/>
                  <a:moveTo>
                    <a:pt x="32124" y="7049"/>
                  </a:moveTo>
                  <a:lnTo>
                    <a:pt x="32124" y="8429"/>
                  </a:lnTo>
                  <a:lnTo>
                    <a:pt x="30760" y="8429"/>
                  </a:lnTo>
                  <a:lnTo>
                    <a:pt x="30760" y="7049"/>
                  </a:lnTo>
                  <a:close/>
                  <a:moveTo>
                    <a:pt x="33594" y="7049"/>
                  </a:moveTo>
                  <a:lnTo>
                    <a:pt x="33594" y="8429"/>
                  </a:lnTo>
                  <a:lnTo>
                    <a:pt x="32214" y="8429"/>
                  </a:lnTo>
                  <a:lnTo>
                    <a:pt x="32214" y="7049"/>
                  </a:lnTo>
                  <a:close/>
                  <a:moveTo>
                    <a:pt x="35063" y="7049"/>
                  </a:moveTo>
                  <a:lnTo>
                    <a:pt x="35063" y="8429"/>
                  </a:lnTo>
                  <a:lnTo>
                    <a:pt x="33684" y="8429"/>
                  </a:lnTo>
                  <a:lnTo>
                    <a:pt x="33684" y="7049"/>
                  </a:lnTo>
                  <a:close/>
                  <a:moveTo>
                    <a:pt x="36533" y="7049"/>
                  </a:moveTo>
                  <a:lnTo>
                    <a:pt x="36533" y="8429"/>
                  </a:lnTo>
                  <a:lnTo>
                    <a:pt x="35153" y="8429"/>
                  </a:lnTo>
                  <a:lnTo>
                    <a:pt x="35153" y="7049"/>
                  </a:lnTo>
                  <a:close/>
                  <a:moveTo>
                    <a:pt x="2805" y="8519"/>
                  </a:moveTo>
                  <a:lnTo>
                    <a:pt x="2805" y="9884"/>
                  </a:lnTo>
                  <a:lnTo>
                    <a:pt x="1426" y="9884"/>
                  </a:lnTo>
                  <a:lnTo>
                    <a:pt x="1426" y="8519"/>
                  </a:lnTo>
                  <a:close/>
                  <a:moveTo>
                    <a:pt x="4275" y="8519"/>
                  </a:moveTo>
                  <a:lnTo>
                    <a:pt x="4275" y="9884"/>
                  </a:lnTo>
                  <a:lnTo>
                    <a:pt x="2895" y="9884"/>
                  </a:lnTo>
                  <a:lnTo>
                    <a:pt x="2895" y="8519"/>
                  </a:lnTo>
                  <a:close/>
                  <a:moveTo>
                    <a:pt x="8669" y="8519"/>
                  </a:moveTo>
                  <a:lnTo>
                    <a:pt x="8669" y="9884"/>
                  </a:lnTo>
                  <a:lnTo>
                    <a:pt x="7289" y="9884"/>
                  </a:lnTo>
                  <a:lnTo>
                    <a:pt x="7289" y="8519"/>
                  </a:lnTo>
                  <a:close/>
                  <a:moveTo>
                    <a:pt x="10138" y="8519"/>
                  </a:moveTo>
                  <a:lnTo>
                    <a:pt x="10138" y="9884"/>
                  </a:lnTo>
                  <a:lnTo>
                    <a:pt x="8759" y="9884"/>
                  </a:lnTo>
                  <a:lnTo>
                    <a:pt x="8759" y="8519"/>
                  </a:lnTo>
                  <a:close/>
                  <a:moveTo>
                    <a:pt x="11594" y="8519"/>
                  </a:moveTo>
                  <a:lnTo>
                    <a:pt x="11594" y="9884"/>
                  </a:lnTo>
                  <a:lnTo>
                    <a:pt x="10228" y="9884"/>
                  </a:lnTo>
                  <a:lnTo>
                    <a:pt x="10228" y="8519"/>
                  </a:lnTo>
                  <a:close/>
                  <a:moveTo>
                    <a:pt x="18927" y="8519"/>
                  </a:moveTo>
                  <a:lnTo>
                    <a:pt x="18927" y="9884"/>
                  </a:lnTo>
                  <a:lnTo>
                    <a:pt x="17562" y="9884"/>
                  </a:lnTo>
                  <a:lnTo>
                    <a:pt x="17562" y="8519"/>
                  </a:lnTo>
                  <a:close/>
                  <a:moveTo>
                    <a:pt x="26261" y="8519"/>
                  </a:moveTo>
                  <a:lnTo>
                    <a:pt x="26261" y="9884"/>
                  </a:lnTo>
                  <a:lnTo>
                    <a:pt x="24895" y="9884"/>
                  </a:lnTo>
                  <a:lnTo>
                    <a:pt x="24895" y="8519"/>
                  </a:lnTo>
                  <a:close/>
                  <a:moveTo>
                    <a:pt x="29200" y="8519"/>
                  </a:moveTo>
                  <a:lnTo>
                    <a:pt x="29200" y="9884"/>
                  </a:lnTo>
                  <a:lnTo>
                    <a:pt x="27820" y="9884"/>
                  </a:lnTo>
                  <a:lnTo>
                    <a:pt x="27820" y="8519"/>
                  </a:lnTo>
                  <a:close/>
                  <a:moveTo>
                    <a:pt x="30670" y="8519"/>
                  </a:moveTo>
                  <a:lnTo>
                    <a:pt x="30670" y="9884"/>
                  </a:lnTo>
                  <a:lnTo>
                    <a:pt x="29290" y="9884"/>
                  </a:lnTo>
                  <a:lnTo>
                    <a:pt x="29290" y="8519"/>
                  </a:lnTo>
                  <a:close/>
                  <a:moveTo>
                    <a:pt x="33594" y="8519"/>
                  </a:moveTo>
                  <a:lnTo>
                    <a:pt x="33594" y="9884"/>
                  </a:lnTo>
                  <a:lnTo>
                    <a:pt x="32214" y="9884"/>
                  </a:lnTo>
                  <a:lnTo>
                    <a:pt x="32214" y="8519"/>
                  </a:lnTo>
                  <a:close/>
                  <a:moveTo>
                    <a:pt x="36533" y="8519"/>
                  </a:moveTo>
                  <a:lnTo>
                    <a:pt x="36533" y="9884"/>
                  </a:lnTo>
                  <a:lnTo>
                    <a:pt x="35153" y="9884"/>
                  </a:lnTo>
                  <a:lnTo>
                    <a:pt x="35153" y="8519"/>
                  </a:lnTo>
                  <a:close/>
                  <a:moveTo>
                    <a:pt x="1336" y="0"/>
                  </a:moveTo>
                  <a:lnTo>
                    <a:pt x="1336" y="1096"/>
                  </a:lnTo>
                  <a:lnTo>
                    <a:pt x="0" y="1096"/>
                  </a:lnTo>
                  <a:lnTo>
                    <a:pt x="0" y="1186"/>
                  </a:lnTo>
                  <a:lnTo>
                    <a:pt x="1336" y="1186"/>
                  </a:lnTo>
                  <a:lnTo>
                    <a:pt x="1336" y="2550"/>
                  </a:lnTo>
                  <a:lnTo>
                    <a:pt x="0" y="2550"/>
                  </a:lnTo>
                  <a:lnTo>
                    <a:pt x="0" y="2656"/>
                  </a:lnTo>
                  <a:lnTo>
                    <a:pt x="1336" y="2656"/>
                  </a:lnTo>
                  <a:lnTo>
                    <a:pt x="1336" y="4020"/>
                  </a:lnTo>
                  <a:lnTo>
                    <a:pt x="0" y="4020"/>
                  </a:lnTo>
                  <a:lnTo>
                    <a:pt x="0" y="4110"/>
                  </a:lnTo>
                  <a:lnTo>
                    <a:pt x="1336" y="4110"/>
                  </a:lnTo>
                  <a:lnTo>
                    <a:pt x="1336" y="5489"/>
                  </a:lnTo>
                  <a:lnTo>
                    <a:pt x="0" y="5489"/>
                  </a:lnTo>
                  <a:lnTo>
                    <a:pt x="0" y="5579"/>
                  </a:lnTo>
                  <a:lnTo>
                    <a:pt x="1336" y="5579"/>
                  </a:lnTo>
                  <a:lnTo>
                    <a:pt x="1336" y="6959"/>
                  </a:lnTo>
                  <a:lnTo>
                    <a:pt x="0" y="6959"/>
                  </a:lnTo>
                  <a:lnTo>
                    <a:pt x="0" y="7049"/>
                  </a:lnTo>
                  <a:lnTo>
                    <a:pt x="1336" y="7049"/>
                  </a:lnTo>
                  <a:lnTo>
                    <a:pt x="1336" y="8429"/>
                  </a:lnTo>
                  <a:lnTo>
                    <a:pt x="0" y="8429"/>
                  </a:lnTo>
                  <a:lnTo>
                    <a:pt x="0" y="8519"/>
                  </a:lnTo>
                  <a:lnTo>
                    <a:pt x="1336" y="8519"/>
                  </a:lnTo>
                  <a:lnTo>
                    <a:pt x="1336" y="9884"/>
                  </a:lnTo>
                  <a:lnTo>
                    <a:pt x="0" y="9884"/>
                  </a:lnTo>
                  <a:lnTo>
                    <a:pt x="0" y="9974"/>
                  </a:lnTo>
                  <a:lnTo>
                    <a:pt x="1336" y="9974"/>
                  </a:lnTo>
                  <a:lnTo>
                    <a:pt x="1336" y="10108"/>
                  </a:lnTo>
                  <a:lnTo>
                    <a:pt x="1426" y="10108"/>
                  </a:lnTo>
                  <a:lnTo>
                    <a:pt x="1426" y="9974"/>
                  </a:lnTo>
                  <a:lnTo>
                    <a:pt x="2805" y="9974"/>
                  </a:lnTo>
                  <a:lnTo>
                    <a:pt x="2805" y="10138"/>
                  </a:lnTo>
                  <a:lnTo>
                    <a:pt x="2895" y="10138"/>
                  </a:lnTo>
                  <a:lnTo>
                    <a:pt x="2895" y="9974"/>
                  </a:lnTo>
                  <a:lnTo>
                    <a:pt x="4275" y="9974"/>
                  </a:lnTo>
                  <a:lnTo>
                    <a:pt x="4275" y="10078"/>
                  </a:lnTo>
                  <a:cubicBezTo>
                    <a:pt x="4305" y="10078"/>
                    <a:pt x="4335" y="10078"/>
                    <a:pt x="4365" y="10064"/>
                  </a:cubicBezTo>
                  <a:lnTo>
                    <a:pt x="4365" y="9974"/>
                  </a:lnTo>
                  <a:lnTo>
                    <a:pt x="4589" y="9974"/>
                  </a:lnTo>
                  <a:cubicBezTo>
                    <a:pt x="4649" y="9959"/>
                    <a:pt x="4695" y="9914"/>
                    <a:pt x="4739" y="9884"/>
                  </a:cubicBezTo>
                  <a:lnTo>
                    <a:pt x="4365" y="9884"/>
                  </a:lnTo>
                  <a:lnTo>
                    <a:pt x="4365" y="8519"/>
                  </a:lnTo>
                  <a:lnTo>
                    <a:pt x="5729" y="8519"/>
                  </a:lnTo>
                  <a:lnTo>
                    <a:pt x="5729" y="9629"/>
                  </a:lnTo>
                  <a:cubicBezTo>
                    <a:pt x="5759" y="9644"/>
                    <a:pt x="5805" y="9659"/>
                    <a:pt x="5819" y="9659"/>
                  </a:cubicBezTo>
                  <a:lnTo>
                    <a:pt x="5819" y="8519"/>
                  </a:lnTo>
                  <a:lnTo>
                    <a:pt x="7199" y="8519"/>
                  </a:lnTo>
                  <a:lnTo>
                    <a:pt x="7199" y="9884"/>
                  </a:lnTo>
                  <a:lnTo>
                    <a:pt x="6149" y="9884"/>
                  </a:lnTo>
                  <a:lnTo>
                    <a:pt x="6239" y="9974"/>
                  </a:lnTo>
                  <a:lnTo>
                    <a:pt x="7199" y="9974"/>
                  </a:lnTo>
                  <a:lnTo>
                    <a:pt x="7199" y="10318"/>
                  </a:lnTo>
                  <a:cubicBezTo>
                    <a:pt x="7229" y="10318"/>
                    <a:pt x="7259" y="10304"/>
                    <a:pt x="7289" y="10304"/>
                  </a:cubicBezTo>
                  <a:lnTo>
                    <a:pt x="7289" y="9974"/>
                  </a:lnTo>
                  <a:lnTo>
                    <a:pt x="8054" y="9974"/>
                  </a:lnTo>
                  <a:cubicBezTo>
                    <a:pt x="8144" y="9959"/>
                    <a:pt x="8264" y="9944"/>
                    <a:pt x="8399" y="9944"/>
                  </a:cubicBezTo>
                  <a:cubicBezTo>
                    <a:pt x="8534" y="9944"/>
                    <a:pt x="8654" y="9959"/>
                    <a:pt x="8759" y="9974"/>
                  </a:cubicBezTo>
                  <a:lnTo>
                    <a:pt x="10138" y="9974"/>
                  </a:lnTo>
                  <a:lnTo>
                    <a:pt x="10138" y="10258"/>
                  </a:lnTo>
                  <a:lnTo>
                    <a:pt x="10228" y="10258"/>
                  </a:lnTo>
                  <a:lnTo>
                    <a:pt x="10228" y="9974"/>
                  </a:lnTo>
                  <a:lnTo>
                    <a:pt x="11594" y="9974"/>
                  </a:lnTo>
                  <a:lnTo>
                    <a:pt x="11594" y="10198"/>
                  </a:lnTo>
                  <a:cubicBezTo>
                    <a:pt x="11638" y="10184"/>
                    <a:pt x="11668" y="10168"/>
                    <a:pt x="11698" y="10154"/>
                  </a:cubicBezTo>
                  <a:lnTo>
                    <a:pt x="11698" y="9974"/>
                  </a:lnTo>
                  <a:lnTo>
                    <a:pt x="11938" y="9974"/>
                  </a:lnTo>
                  <a:cubicBezTo>
                    <a:pt x="11968" y="9944"/>
                    <a:pt x="11998" y="9914"/>
                    <a:pt x="12044" y="9884"/>
                  </a:cubicBezTo>
                  <a:lnTo>
                    <a:pt x="11698" y="9884"/>
                  </a:lnTo>
                  <a:lnTo>
                    <a:pt x="11698" y="8519"/>
                  </a:lnTo>
                  <a:lnTo>
                    <a:pt x="13063" y="8519"/>
                  </a:lnTo>
                  <a:lnTo>
                    <a:pt x="13063" y="9689"/>
                  </a:lnTo>
                  <a:lnTo>
                    <a:pt x="13153" y="9734"/>
                  </a:lnTo>
                  <a:lnTo>
                    <a:pt x="13153" y="8519"/>
                  </a:lnTo>
                  <a:lnTo>
                    <a:pt x="14533" y="8519"/>
                  </a:lnTo>
                  <a:lnTo>
                    <a:pt x="14533" y="9884"/>
                  </a:lnTo>
                  <a:lnTo>
                    <a:pt x="13348" y="9884"/>
                  </a:lnTo>
                  <a:cubicBezTo>
                    <a:pt x="13393" y="9914"/>
                    <a:pt x="13423" y="9944"/>
                    <a:pt x="13453" y="9974"/>
                  </a:cubicBezTo>
                  <a:lnTo>
                    <a:pt x="14533" y="9974"/>
                  </a:lnTo>
                  <a:lnTo>
                    <a:pt x="14533" y="10228"/>
                  </a:lnTo>
                  <a:lnTo>
                    <a:pt x="14623" y="10184"/>
                  </a:lnTo>
                  <a:lnTo>
                    <a:pt x="14623" y="9974"/>
                  </a:lnTo>
                  <a:lnTo>
                    <a:pt x="14863" y="9974"/>
                  </a:lnTo>
                  <a:cubicBezTo>
                    <a:pt x="14893" y="9944"/>
                    <a:pt x="14923" y="9914"/>
                    <a:pt x="14967" y="9884"/>
                  </a:cubicBezTo>
                  <a:lnTo>
                    <a:pt x="14623" y="9884"/>
                  </a:lnTo>
                  <a:lnTo>
                    <a:pt x="14623" y="8519"/>
                  </a:lnTo>
                  <a:lnTo>
                    <a:pt x="16003" y="8519"/>
                  </a:lnTo>
                  <a:lnTo>
                    <a:pt x="16003" y="9674"/>
                  </a:lnTo>
                  <a:cubicBezTo>
                    <a:pt x="16033" y="9689"/>
                    <a:pt x="16063" y="9689"/>
                    <a:pt x="16093" y="9704"/>
                  </a:cubicBezTo>
                  <a:lnTo>
                    <a:pt x="16093" y="8519"/>
                  </a:lnTo>
                  <a:lnTo>
                    <a:pt x="17472" y="8519"/>
                  </a:lnTo>
                  <a:lnTo>
                    <a:pt x="17472" y="9884"/>
                  </a:lnTo>
                  <a:lnTo>
                    <a:pt x="16647" y="9884"/>
                  </a:lnTo>
                  <a:cubicBezTo>
                    <a:pt x="16753" y="9914"/>
                    <a:pt x="16873" y="9914"/>
                    <a:pt x="17023" y="9914"/>
                  </a:cubicBezTo>
                  <a:cubicBezTo>
                    <a:pt x="17203" y="9914"/>
                    <a:pt x="17337" y="9944"/>
                    <a:pt x="17442" y="9974"/>
                  </a:cubicBezTo>
                  <a:lnTo>
                    <a:pt x="17472" y="9974"/>
                  </a:lnTo>
                  <a:lnTo>
                    <a:pt x="17472" y="9989"/>
                  </a:lnTo>
                  <a:cubicBezTo>
                    <a:pt x="17502" y="10004"/>
                    <a:pt x="17532" y="10004"/>
                    <a:pt x="17562" y="10019"/>
                  </a:cubicBezTo>
                  <a:lnTo>
                    <a:pt x="17562" y="9974"/>
                  </a:lnTo>
                  <a:lnTo>
                    <a:pt x="18927" y="9974"/>
                  </a:lnTo>
                  <a:lnTo>
                    <a:pt x="18927" y="10198"/>
                  </a:lnTo>
                  <a:cubicBezTo>
                    <a:pt x="18957" y="10184"/>
                    <a:pt x="18987" y="10168"/>
                    <a:pt x="19017" y="10138"/>
                  </a:cubicBezTo>
                  <a:lnTo>
                    <a:pt x="19017" y="9974"/>
                  </a:lnTo>
                  <a:lnTo>
                    <a:pt x="19242" y="9974"/>
                  </a:lnTo>
                  <a:cubicBezTo>
                    <a:pt x="19272" y="9944"/>
                    <a:pt x="19317" y="9914"/>
                    <a:pt x="19362" y="9884"/>
                  </a:cubicBezTo>
                  <a:lnTo>
                    <a:pt x="19017" y="9884"/>
                  </a:lnTo>
                  <a:lnTo>
                    <a:pt x="19017" y="8519"/>
                  </a:lnTo>
                  <a:lnTo>
                    <a:pt x="20396" y="8519"/>
                  </a:lnTo>
                  <a:lnTo>
                    <a:pt x="20396" y="9749"/>
                  </a:lnTo>
                  <a:lnTo>
                    <a:pt x="20486" y="9749"/>
                  </a:lnTo>
                  <a:lnTo>
                    <a:pt x="20486" y="8519"/>
                  </a:lnTo>
                  <a:lnTo>
                    <a:pt x="21866" y="8519"/>
                  </a:lnTo>
                  <a:lnTo>
                    <a:pt x="21866" y="9839"/>
                  </a:lnTo>
                  <a:cubicBezTo>
                    <a:pt x="21896" y="9839"/>
                    <a:pt x="21926" y="9854"/>
                    <a:pt x="21956" y="9869"/>
                  </a:cubicBezTo>
                  <a:lnTo>
                    <a:pt x="21956" y="8519"/>
                  </a:lnTo>
                  <a:lnTo>
                    <a:pt x="23336" y="8519"/>
                  </a:lnTo>
                  <a:lnTo>
                    <a:pt x="23336" y="9884"/>
                  </a:lnTo>
                  <a:lnTo>
                    <a:pt x="22046" y="9884"/>
                  </a:lnTo>
                  <a:cubicBezTo>
                    <a:pt x="22166" y="9929"/>
                    <a:pt x="22286" y="9959"/>
                    <a:pt x="22452" y="9974"/>
                  </a:cubicBezTo>
                  <a:lnTo>
                    <a:pt x="23186" y="9974"/>
                  </a:lnTo>
                  <a:cubicBezTo>
                    <a:pt x="23396" y="9959"/>
                    <a:pt x="23531" y="9914"/>
                    <a:pt x="23711" y="9884"/>
                  </a:cubicBezTo>
                  <a:lnTo>
                    <a:pt x="23426" y="9884"/>
                  </a:lnTo>
                  <a:lnTo>
                    <a:pt x="23426" y="8519"/>
                  </a:lnTo>
                  <a:lnTo>
                    <a:pt x="24791" y="8519"/>
                  </a:lnTo>
                  <a:lnTo>
                    <a:pt x="24791" y="9884"/>
                  </a:lnTo>
                  <a:lnTo>
                    <a:pt x="24566" y="9884"/>
                  </a:lnTo>
                  <a:cubicBezTo>
                    <a:pt x="24701" y="9914"/>
                    <a:pt x="24791" y="9959"/>
                    <a:pt x="24895" y="10004"/>
                  </a:cubicBezTo>
                  <a:lnTo>
                    <a:pt x="24895" y="9974"/>
                  </a:lnTo>
                  <a:lnTo>
                    <a:pt x="26261" y="9974"/>
                  </a:lnTo>
                  <a:lnTo>
                    <a:pt x="26261" y="10064"/>
                  </a:lnTo>
                  <a:lnTo>
                    <a:pt x="26351" y="10019"/>
                  </a:lnTo>
                  <a:lnTo>
                    <a:pt x="26351" y="9974"/>
                  </a:lnTo>
                  <a:lnTo>
                    <a:pt x="26441" y="9974"/>
                  </a:lnTo>
                  <a:cubicBezTo>
                    <a:pt x="26501" y="9944"/>
                    <a:pt x="26575" y="9914"/>
                    <a:pt x="26651" y="9884"/>
                  </a:cubicBezTo>
                  <a:lnTo>
                    <a:pt x="26351" y="9884"/>
                  </a:lnTo>
                  <a:lnTo>
                    <a:pt x="26351" y="8519"/>
                  </a:lnTo>
                  <a:lnTo>
                    <a:pt x="27730" y="8519"/>
                  </a:lnTo>
                  <a:lnTo>
                    <a:pt x="27730" y="9884"/>
                  </a:lnTo>
                  <a:lnTo>
                    <a:pt x="27521" y="9884"/>
                  </a:lnTo>
                  <a:cubicBezTo>
                    <a:pt x="27595" y="9914"/>
                    <a:pt x="27655" y="9944"/>
                    <a:pt x="27715" y="9974"/>
                  </a:cubicBezTo>
                  <a:lnTo>
                    <a:pt x="27730" y="9974"/>
                  </a:lnTo>
                  <a:lnTo>
                    <a:pt x="27730" y="9989"/>
                  </a:lnTo>
                  <a:cubicBezTo>
                    <a:pt x="27760" y="10004"/>
                    <a:pt x="27790" y="10019"/>
                    <a:pt x="27820" y="10048"/>
                  </a:cubicBezTo>
                  <a:lnTo>
                    <a:pt x="27820" y="9974"/>
                  </a:lnTo>
                  <a:lnTo>
                    <a:pt x="29200" y="9974"/>
                  </a:lnTo>
                  <a:lnTo>
                    <a:pt x="29200" y="10168"/>
                  </a:lnTo>
                  <a:cubicBezTo>
                    <a:pt x="29230" y="10154"/>
                    <a:pt x="29260" y="10138"/>
                    <a:pt x="29290" y="10138"/>
                  </a:cubicBezTo>
                  <a:lnTo>
                    <a:pt x="29290" y="9974"/>
                  </a:lnTo>
                  <a:lnTo>
                    <a:pt x="30444" y="9974"/>
                  </a:lnTo>
                  <a:cubicBezTo>
                    <a:pt x="30564" y="9944"/>
                    <a:pt x="30654" y="9899"/>
                    <a:pt x="30760" y="9869"/>
                  </a:cubicBezTo>
                  <a:lnTo>
                    <a:pt x="30760" y="8519"/>
                  </a:lnTo>
                  <a:lnTo>
                    <a:pt x="32124" y="8519"/>
                  </a:lnTo>
                  <a:lnTo>
                    <a:pt x="32124" y="9884"/>
                  </a:lnTo>
                  <a:lnTo>
                    <a:pt x="31930" y="9884"/>
                  </a:lnTo>
                  <a:cubicBezTo>
                    <a:pt x="31990" y="9914"/>
                    <a:pt x="32020" y="9944"/>
                    <a:pt x="32064" y="9974"/>
                  </a:cubicBezTo>
                  <a:lnTo>
                    <a:pt x="32124" y="9974"/>
                  </a:lnTo>
                  <a:lnTo>
                    <a:pt x="32124" y="10034"/>
                  </a:lnTo>
                  <a:cubicBezTo>
                    <a:pt x="32154" y="10048"/>
                    <a:pt x="32184" y="10078"/>
                    <a:pt x="32214" y="10094"/>
                  </a:cubicBezTo>
                  <a:lnTo>
                    <a:pt x="32214" y="9974"/>
                  </a:lnTo>
                  <a:lnTo>
                    <a:pt x="33579" y="9974"/>
                  </a:lnTo>
                  <a:cubicBezTo>
                    <a:pt x="33609" y="9944"/>
                    <a:pt x="33654" y="9914"/>
                    <a:pt x="33684" y="9884"/>
                  </a:cubicBezTo>
                  <a:lnTo>
                    <a:pt x="33684" y="8519"/>
                  </a:lnTo>
                  <a:lnTo>
                    <a:pt x="35063" y="8519"/>
                  </a:lnTo>
                  <a:lnTo>
                    <a:pt x="35063" y="9884"/>
                  </a:lnTo>
                  <a:lnTo>
                    <a:pt x="34943" y="9884"/>
                  </a:lnTo>
                  <a:cubicBezTo>
                    <a:pt x="34973" y="9914"/>
                    <a:pt x="35019" y="9944"/>
                    <a:pt x="35049" y="9974"/>
                  </a:cubicBezTo>
                  <a:lnTo>
                    <a:pt x="35063" y="9974"/>
                  </a:lnTo>
                  <a:lnTo>
                    <a:pt x="35063" y="9989"/>
                  </a:lnTo>
                  <a:cubicBezTo>
                    <a:pt x="35093" y="10019"/>
                    <a:pt x="35123" y="10034"/>
                    <a:pt x="35153" y="10064"/>
                  </a:cubicBezTo>
                  <a:lnTo>
                    <a:pt x="35153" y="9974"/>
                  </a:lnTo>
                  <a:lnTo>
                    <a:pt x="36533" y="9974"/>
                  </a:lnTo>
                  <a:lnTo>
                    <a:pt x="36533" y="10214"/>
                  </a:lnTo>
                  <a:lnTo>
                    <a:pt x="36623" y="10214"/>
                  </a:lnTo>
                  <a:lnTo>
                    <a:pt x="36623" y="9974"/>
                  </a:lnTo>
                  <a:lnTo>
                    <a:pt x="37928" y="9974"/>
                  </a:lnTo>
                  <a:lnTo>
                    <a:pt x="37928" y="9884"/>
                  </a:lnTo>
                  <a:lnTo>
                    <a:pt x="36623" y="9884"/>
                  </a:lnTo>
                  <a:lnTo>
                    <a:pt x="36623" y="8519"/>
                  </a:lnTo>
                  <a:lnTo>
                    <a:pt x="37928" y="8519"/>
                  </a:lnTo>
                  <a:lnTo>
                    <a:pt x="37928" y="8429"/>
                  </a:lnTo>
                  <a:lnTo>
                    <a:pt x="36623" y="8429"/>
                  </a:lnTo>
                  <a:lnTo>
                    <a:pt x="36623" y="7049"/>
                  </a:lnTo>
                  <a:lnTo>
                    <a:pt x="37928" y="7049"/>
                  </a:lnTo>
                  <a:lnTo>
                    <a:pt x="37928" y="6959"/>
                  </a:lnTo>
                  <a:lnTo>
                    <a:pt x="36623" y="6959"/>
                  </a:lnTo>
                  <a:lnTo>
                    <a:pt x="36623" y="5579"/>
                  </a:lnTo>
                  <a:lnTo>
                    <a:pt x="37928" y="5579"/>
                  </a:lnTo>
                  <a:lnTo>
                    <a:pt x="37928" y="5489"/>
                  </a:lnTo>
                  <a:lnTo>
                    <a:pt x="36623" y="5489"/>
                  </a:lnTo>
                  <a:lnTo>
                    <a:pt x="36623" y="4110"/>
                  </a:lnTo>
                  <a:lnTo>
                    <a:pt x="37928" y="4110"/>
                  </a:lnTo>
                  <a:lnTo>
                    <a:pt x="37928" y="4020"/>
                  </a:lnTo>
                  <a:lnTo>
                    <a:pt x="36623" y="4020"/>
                  </a:lnTo>
                  <a:lnTo>
                    <a:pt x="36623" y="2656"/>
                  </a:lnTo>
                  <a:lnTo>
                    <a:pt x="37928" y="2656"/>
                  </a:lnTo>
                  <a:lnTo>
                    <a:pt x="37928" y="2550"/>
                  </a:lnTo>
                  <a:lnTo>
                    <a:pt x="36623" y="2550"/>
                  </a:lnTo>
                  <a:lnTo>
                    <a:pt x="36623" y="1186"/>
                  </a:lnTo>
                  <a:lnTo>
                    <a:pt x="37928" y="1186"/>
                  </a:lnTo>
                  <a:lnTo>
                    <a:pt x="37928" y="1096"/>
                  </a:lnTo>
                  <a:lnTo>
                    <a:pt x="36623" y="1096"/>
                  </a:lnTo>
                  <a:lnTo>
                    <a:pt x="36623" y="0"/>
                  </a:lnTo>
                  <a:lnTo>
                    <a:pt x="36533" y="0"/>
                  </a:lnTo>
                  <a:lnTo>
                    <a:pt x="36533" y="1096"/>
                  </a:lnTo>
                  <a:lnTo>
                    <a:pt x="35153" y="1096"/>
                  </a:lnTo>
                  <a:lnTo>
                    <a:pt x="35153" y="0"/>
                  </a:lnTo>
                  <a:lnTo>
                    <a:pt x="35063" y="0"/>
                  </a:lnTo>
                  <a:lnTo>
                    <a:pt x="35063" y="1096"/>
                  </a:lnTo>
                  <a:lnTo>
                    <a:pt x="33684" y="1096"/>
                  </a:lnTo>
                  <a:lnTo>
                    <a:pt x="33684" y="0"/>
                  </a:lnTo>
                  <a:lnTo>
                    <a:pt x="33594" y="0"/>
                  </a:lnTo>
                  <a:lnTo>
                    <a:pt x="33594" y="1096"/>
                  </a:lnTo>
                  <a:lnTo>
                    <a:pt x="32214" y="1096"/>
                  </a:lnTo>
                  <a:lnTo>
                    <a:pt x="32214" y="0"/>
                  </a:lnTo>
                  <a:lnTo>
                    <a:pt x="32124" y="0"/>
                  </a:lnTo>
                  <a:lnTo>
                    <a:pt x="32124" y="1096"/>
                  </a:lnTo>
                  <a:lnTo>
                    <a:pt x="30760" y="1096"/>
                  </a:lnTo>
                  <a:lnTo>
                    <a:pt x="30760" y="0"/>
                  </a:lnTo>
                  <a:lnTo>
                    <a:pt x="30670" y="0"/>
                  </a:lnTo>
                  <a:lnTo>
                    <a:pt x="30670" y="1096"/>
                  </a:lnTo>
                  <a:lnTo>
                    <a:pt x="29290" y="1096"/>
                  </a:lnTo>
                  <a:lnTo>
                    <a:pt x="29290" y="0"/>
                  </a:lnTo>
                  <a:lnTo>
                    <a:pt x="29200" y="0"/>
                  </a:lnTo>
                  <a:lnTo>
                    <a:pt x="29200" y="1096"/>
                  </a:lnTo>
                  <a:lnTo>
                    <a:pt x="27820" y="1096"/>
                  </a:lnTo>
                  <a:lnTo>
                    <a:pt x="27820" y="0"/>
                  </a:lnTo>
                  <a:lnTo>
                    <a:pt x="27730" y="0"/>
                  </a:lnTo>
                  <a:lnTo>
                    <a:pt x="27730" y="1096"/>
                  </a:lnTo>
                  <a:lnTo>
                    <a:pt x="26351" y="1096"/>
                  </a:lnTo>
                  <a:lnTo>
                    <a:pt x="26351" y="0"/>
                  </a:lnTo>
                  <a:lnTo>
                    <a:pt x="26261" y="0"/>
                  </a:lnTo>
                  <a:lnTo>
                    <a:pt x="26261" y="1096"/>
                  </a:lnTo>
                  <a:lnTo>
                    <a:pt x="24895" y="1096"/>
                  </a:lnTo>
                  <a:lnTo>
                    <a:pt x="24895" y="0"/>
                  </a:lnTo>
                  <a:lnTo>
                    <a:pt x="24791" y="0"/>
                  </a:lnTo>
                  <a:lnTo>
                    <a:pt x="24791" y="1096"/>
                  </a:lnTo>
                  <a:lnTo>
                    <a:pt x="23426" y="1096"/>
                  </a:lnTo>
                  <a:lnTo>
                    <a:pt x="23426" y="0"/>
                  </a:lnTo>
                  <a:lnTo>
                    <a:pt x="23336" y="0"/>
                  </a:lnTo>
                  <a:lnTo>
                    <a:pt x="23336" y="1096"/>
                  </a:lnTo>
                  <a:lnTo>
                    <a:pt x="21956" y="1096"/>
                  </a:lnTo>
                  <a:lnTo>
                    <a:pt x="21956" y="0"/>
                  </a:lnTo>
                  <a:lnTo>
                    <a:pt x="21866" y="0"/>
                  </a:lnTo>
                  <a:lnTo>
                    <a:pt x="21866" y="1096"/>
                  </a:lnTo>
                  <a:lnTo>
                    <a:pt x="20486" y="1096"/>
                  </a:lnTo>
                  <a:lnTo>
                    <a:pt x="20486" y="0"/>
                  </a:lnTo>
                  <a:lnTo>
                    <a:pt x="20396" y="0"/>
                  </a:lnTo>
                  <a:lnTo>
                    <a:pt x="20396" y="1096"/>
                  </a:lnTo>
                  <a:lnTo>
                    <a:pt x="19017" y="1096"/>
                  </a:lnTo>
                  <a:lnTo>
                    <a:pt x="19017" y="0"/>
                  </a:lnTo>
                  <a:lnTo>
                    <a:pt x="18927" y="0"/>
                  </a:lnTo>
                  <a:lnTo>
                    <a:pt x="18927" y="1096"/>
                  </a:lnTo>
                  <a:lnTo>
                    <a:pt x="17562" y="1096"/>
                  </a:lnTo>
                  <a:lnTo>
                    <a:pt x="17562" y="0"/>
                  </a:lnTo>
                  <a:lnTo>
                    <a:pt x="17472" y="0"/>
                  </a:lnTo>
                  <a:lnTo>
                    <a:pt x="17472" y="1096"/>
                  </a:lnTo>
                  <a:lnTo>
                    <a:pt x="16093" y="1096"/>
                  </a:lnTo>
                  <a:lnTo>
                    <a:pt x="16093" y="0"/>
                  </a:lnTo>
                  <a:lnTo>
                    <a:pt x="16003" y="0"/>
                  </a:lnTo>
                  <a:lnTo>
                    <a:pt x="16003" y="1096"/>
                  </a:lnTo>
                  <a:lnTo>
                    <a:pt x="14623" y="1096"/>
                  </a:lnTo>
                  <a:lnTo>
                    <a:pt x="14623" y="0"/>
                  </a:lnTo>
                  <a:lnTo>
                    <a:pt x="14533" y="0"/>
                  </a:lnTo>
                  <a:lnTo>
                    <a:pt x="14533" y="1096"/>
                  </a:lnTo>
                  <a:lnTo>
                    <a:pt x="13153" y="1096"/>
                  </a:lnTo>
                  <a:lnTo>
                    <a:pt x="13153" y="0"/>
                  </a:lnTo>
                  <a:lnTo>
                    <a:pt x="13063" y="0"/>
                  </a:lnTo>
                  <a:lnTo>
                    <a:pt x="13063" y="1096"/>
                  </a:lnTo>
                  <a:lnTo>
                    <a:pt x="11698" y="1096"/>
                  </a:lnTo>
                  <a:lnTo>
                    <a:pt x="11698" y="0"/>
                  </a:lnTo>
                  <a:lnTo>
                    <a:pt x="11594" y="0"/>
                  </a:lnTo>
                  <a:lnTo>
                    <a:pt x="11594" y="1096"/>
                  </a:lnTo>
                  <a:lnTo>
                    <a:pt x="10228" y="1096"/>
                  </a:lnTo>
                  <a:lnTo>
                    <a:pt x="10228" y="0"/>
                  </a:lnTo>
                  <a:lnTo>
                    <a:pt x="10138" y="0"/>
                  </a:lnTo>
                  <a:lnTo>
                    <a:pt x="10138" y="1096"/>
                  </a:lnTo>
                  <a:lnTo>
                    <a:pt x="8759" y="1096"/>
                  </a:lnTo>
                  <a:lnTo>
                    <a:pt x="8759" y="0"/>
                  </a:lnTo>
                  <a:lnTo>
                    <a:pt x="8669" y="0"/>
                  </a:lnTo>
                  <a:lnTo>
                    <a:pt x="8669" y="1096"/>
                  </a:lnTo>
                  <a:lnTo>
                    <a:pt x="7289" y="1096"/>
                  </a:lnTo>
                  <a:lnTo>
                    <a:pt x="7289" y="0"/>
                  </a:lnTo>
                  <a:lnTo>
                    <a:pt x="7199" y="0"/>
                  </a:lnTo>
                  <a:lnTo>
                    <a:pt x="7199" y="1096"/>
                  </a:lnTo>
                  <a:lnTo>
                    <a:pt x="5819" y="1096"/>
                  </a:lnTo>
                  <a:lnTo>
                    <a:pt x="5819" y="0"/>
                  </a:lnTo>
                  <a:lnTo>
                    <a:pt x="5729" y="0"/>
                  </a:lnTo>
                  <a:lnTo>
                    <a:pt x="5729" y="1096"/>
                  </a:lnTo>
                  <a:lnTo>
                    <a:pt x="4365" y="1096"/>
                  </a:lnTo>
                  <a:lnTo>
                    <a:pt x="4365" y="0"/>
                  </a:lnTo>
                  <a:lnTo>
                    <a:pt x="4275" y="0"/>
                  </a:lnTo>
                  <a:lnTo>
                    <a:pt x="4275" y="1096"/>
                  </a:lnTo>
                  <a:lnTo>
                    <a:pt x="2895" y="1096"/>
                  </a:lnTo>
                  <a:lnTo>
                    <a:pt x="2895" y="0"/>
                  </a:lnTo>
                  <a:lnTo>
                    <a:pt x="2805" y="0"/>
                  </a:lnTo>
                  <a:lnTo>
                    <a:pt x="2805" y="1096"/>
                  </a:lnTo>
                  <a:lnTo>
                    <a:pt x="1426" y="1096"/>
                  </a:lnTo>
                  <a:lnTo>
                    <a:pt x="1426" y="0"/>
                  </a:lnTo>
                  <a:close/>
                </a:path>
              </a:pathLst>
            </a:custGeom>
            <a:solidFill>
              <a:srgbClr val="ADB0B8">
                <a:alpha val="52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 name="Google Shape;62;p11"/>
          <p:cNvSpPr/>
          <p:nvPr/>
        </p:nvSpPr>
        <p:spPr>
          <a:xfrm rot="-318762">
            <a:off x="326221" y="1095617"/>
            <a:ext cx="8491529" cy="3076573"/>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rot="-375590">
            <a:off x="1284015" y="754174"/>
            <a:ext cx="172464" cy="418512"/>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txBox="1"/>
          <p:nvPr>
            <p:ph hasCustomPrompt="1" type="title"/>
          </p:nvPr>
        </p:nvSpPr>
        <p:spPr>
          <a:xfrm>
            <a:off x="1284000" y="1558475"/>
            <a:ext cx="6576000" cy="1511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9600"/>
              <a:buNone/>
              <a:defRPr sz="10000">
                <a:solidFill>
                  <a:schemeClr val="accent4"/>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65" name="Google Shape;65;p11"/>
          <p:cNvSpPr txBox="1"/>
          <p:nvPr>
            <p:ph idx="1" type="subTitle"/>
          </p:nvPr>
        </p:nvSpPr>
        <p:spPr>
          <a:xfrm>
            <a:off x="1284000" y="3069625"/>
            <a:ext cx="6576000" cy="621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4"/>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6" name="Shape 6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 name="Shape 7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71" name="Shape 71"/>
        <p:cNvGrpSpPr/>
        <p:nvPr/>
      </p:nvGrpSpPr>
      <p:grpSpPr>
        <a:xfrm>
          <a:off x="0" y="0"/>
          <a:ext cx="0" cy="0"/>
          <a:chOff x="0" y="0"/>
          <a:chExt cx="0" cy="0"/>
        </a:xfrm>
      </p:grpSpPr>
      <p:sp>
        <p:nvSpPr>
          <p:cNvPr id="72" name="Google Shape;72;p15"/>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Bellefair"/>
              <a:buNone/>
              <a:defRPr sz="3200">
                <a:solidFill>
                  <a:schemeClr val="dk1"/>
                </a:solidFill>
                <a:latin typeface="Bellefair"/>
                <a:ea typeface="Bellefair"/>
                <a:cs typeface="Bellefair"/>
                <a:sym typeface="Bellefai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1pPr>
            <a:lvl2pPr indent="-317500" lvl="1" marL="9144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2pPr>
            <a:lvl3pPr indent="-317500" lvl="2" marL="13716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3pPr>
            <a:lvl4pPr indent="-317500" lvl="3" marL="18288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4pPr>
            <a:lvl5pPr indent="-317500" lvl="4" marL="22860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5pPr>
            <a:lvl6pPr indent="-317500" lvl="5" marL="27432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6pPr>
            <a:lvl7pPr indent="-317500" lvl="6" marL="32004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7pPr>
            <a:lvl8pPr indent="-317500" lvl="7" marL="36576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8pPr>
            <a:lvl9pPr indent="-317500" lvl="8" marL="4114800">
              <a:lnSpc>
                <a:spcPct val="100000"/>
              </a:lnSpc>
              <a:spcBef>
                <a:spcPts val="0"/>
              </a:spcBef>
              <a:spcAft>
                <a:spcPts val="0"/>
              </a:spcAft>
              <a:buClr>
                <a:schemeClr val="dk1"/>
              </a:buClr>
              <a:buSzPts val="1400"/>
              <a:buFont typeface="Bellota Text"/>
              <a:buChar char="■"/>
              <a:defRPr>
                <a:solidFill>
                  <a:schemeClr val="dk1"/>
                </a:solidFill>
                <a:latin typeface="Bellota Text"/>
                <a:ea typeface="Bellota Text"/>
                <a:cs typeface="Bellota Text"/>
                <a:sym typeface="Bellota Tex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67" name="Shape 67"/>
        <p:cNvGrpSpPr/>
        <p:nvPr/>
      </p:nvGrpSpPr>
      <p:grpSpPr>
        <a:xfrm>
          <a:off x="0" y="0"/>
          <a:ext cx="0" cy="0"/>
          <a:chOff x="0" y="0"/>
          <a:chExt cx="0" cy="0"/>
        </a:xfrm>
      </p:grpSpPr>
      <p:sp>
        <p:nvSpPr>
          <p:cNvPr id="68" name="Google Shape;68;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69" name="Google Shape;69;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slidesgo.com/theme/vintage-torn-paper-aesthetic-agency#position-11&amp;results-6445/?utm_source=slidesgo_template&amp;utm_medium=referral-link&amp;utm_campaign=sg_resourc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hyperlink" Target="https://docs.google.com/spreadsheets/d/1vzuqn6vnVv4XHPzy1m6TmqaYIFMQ0e6Gs9GPHURSGRE/copy#gid=1442669249" TargetMode="External"/><Relationship Id="rId4" Type="http://schemas.openxmlformats.org/officeDocument/2006/relationships/image" Target="../media/image2.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hyperlink" Target="https://docs.google.com/spreadsheets/d/1vzuqn6vnVv4XHPzy1m6TmqaYIFMQ0e6Gs9GPHURSGRE/copy#gid=2100993836" TargetMode="External"/><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image" Target="../media/image8.jpg"/><Relationship Id="rId5"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hyperlink" Target="http://bit.ly/33VAFh3" TargetMode="External"/><Relationship Id="rId4" Type="http://schemas.openxmlformats.org/officeDocument/2006/relationships/hyperlink" Target="http://bit.ly/30B07Gq" TargetMode="External"/><Relationship Id="rId5" Type="http://schemas.openxmlformats.org/officeDocument/2006/relationships/hyperlink" Target="http://bit.ly/2PfT4lq"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hyperlink" Target="https://bit.ly/2ZjL1pd" TargetMode="External"/><Relationship Id="rId4" Type="http://schemas.openxmlformats.org/officeDocument/2006/relationships/hyperlink" Target="https://bit.ly/2ZjL1pd" TargetMode="External"/><Relationship Id="rId5" Type="http://schemas.openxmlformats.org/officeDocument/2006/relationships/hyperlink" Target="http://bit.ly/30B07G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76" name="Shape 76"/>
        <p:cNvGrpSpPr/>
        <p:nvPr/>
      </p:nvGrpSpPr>
      <p:grpSpPr>
        <a:xfrm>
          <a:off x="0" y="0"/>
          <a:ext cx="0" cy="0"/>
          <a:chOff x="0" y="0"/>
          <a:chExt cx="0" cy="0"/>
        </a:xfrm>
      </p:grpSpPr>
      <p:cxnSp>
        <p:nvCxnSpPr>
          <p:cNvPr id="77" name="Google Shape;77;p16"/>
          <p:cNvCxnSpPr/>
          <p:nvPr/>
        </p:nvCxnSpPr>
        <p:spPr>
          <a:xfrm>
            <a:off x="2070450" y="3672725"/>
            <a:ext cx="5003100" cy="0"/>
          </a:xfrm>
          <a:prstGeom prst="straightConnector1">
            <a:avLst/>
          </a:prstGeom>
          <a:noFill/>
          <a:ln cap="flat" cmpd="sng" w="9525">
            <a:solidFill>
              <a:schemeClr val="accent4"/>
            </a:solidFill>
            <a:prstDash val="dash"/>
            <a:round/>
            <a:headEnd len="med" w="med" type="none"/>
            <a:tailEnd len="med" w="med" type="none"/>
          </a:ln>
        </p:spPr>
      </p:cxnSp>
      <p:sp>
        <p:nvSpPr>
          <p:cNvPr id="78" name="Google Shape;78;p16"/>
          <p:cNvSpPr txBox="1"/>
          <p:nvPr>
            <p:ph type="ctrTitle"/>
          </p:nvPr>
        </p:nvSpPr>
        <p:spPr>
          <a:xfrm>
            <a:off x="2147550" y="947726"/>
            <a:ext cx="4848900" cy="244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Vintage Torn Paper Aesthetic Agency</a:t>
            </a:r>
            <a:r>
              <a:rPr lang="en"/>
              <a:t> </a:t>
            </a:r>
            <a:r>
              <a:rPr lang="en" sz="6000"/>
              <a:t>Infographics</a:t>
            </a:r>
            <a:endParaRPr sz="6000"/>
          </a:p>
        </p:txBody>
      </p:sp>
      <p:sp>
        <p:nvSpPr>
          <p:cNvPr id="79" name="Google Shape;79;p16"/>
          <p:cNvSpPr txBox="1"/>
          <p:nvPr>
            <p:ph idx="1" type="subTitle"/>
          </p:nvPr>
        </p:nvSpPr>
        <p:spPr>
          <a:xfrm>
            <a:off x="2147550" y="3800600"/>
            <a:ext cx="4848900" cy="299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Here is where this template begins</a:t>
            </a:r>
            <a:endParaRPr/>
          </a:p>
        </p:txBody>
      </p:sp>
      <p:grpSp>
        <p:nvGrpSpPr>
          <p:cNvPr id="80" name="Google Shape;80;p16"/>
          <p:cNvGrpSpPr/>
          <p:nvPr/>
        </p:nvGrpSpPr>
        <p:grpSpPr>
          <a:xfrm flipH="1" rot="5400000">
            <a:off x="6463944" y="2610389"/>
            <a:ext cx="2595585" cy="786817"/>
            <a:chOff x="621925" y="3608700"/>
            <a:chExt cx="1312625" cy="397925"/>
          </a:xfrm>
        </p:grpSpPr>
        <p:sp>
          <p:nvSpPr>
            <p:cNvPr id="81" name="Google Shape;81;p16"/>
            <p:cNvSpPr/>
            <p:nvPr/>
          </p:nvSpPr>
          <p:spPr>
            <a:xfrm>
              <a:off x="621925" y="3608700"/>
              <a:ext cx="1312625" cy="397925"/>
            </a:xfrm>
            <a:custGeom>
              <a:rect b="b" l="l" r="r" t="t"/>
              <a:pathLst>
                <a:path extrusionOk="0" h="15917" w="52505">
                  <a:moveTo>
                    <a:pt x="1740" y="1"/>
                  </a:moveTo>
                  <a:cubicBezTo>
                    <a:pt x="780" y="1"/>
                    <a:pt x="0" y="781"/>
                    <a:pt x="0" y="1726"/>
                  </a:cubicBezTo>
                  <a:lnTo>
                    <a:pt x="0" y="15763"/>
                  </a:lnTo>
                  <a:cubicBezTo>
                    <a:pt x="30" y="15778"/>
                    <a:pt x="60" y="15793"/>
                    <a:pt x="75" y="15793"/>
                  </a:cubicBezTo>
                  <a:cubicBezTo>
                    <a:pt x="135" y="15823"/>
                    <a:pt x="180" y="15868"/>
                    <a:pt x="225" y="15898"/>
                  </a:cubicBezTo>
                  <a:cubicBezTo>
                    <a:pt x="265" y="15911"/>
                    <a:pt x="307" y="15916"/>
                    <a:pt x="351" y="15916"/>
                  </a:cubicBezTo>
                  <a:cubicBezTo>
                    <a:pt x="503" y="15916"/>
                    <a:pt x="671" y="15853"/>
                    <a:pt x="810" y="15853"/>
                  </a:cubicBezTo>
                  <a:lnTo>
                    <a:pt x="1275" y="15853"/>
                  </a:lnTo>
                  <a:cubicBezTo>
                    <a:pt x="1320" y="15853"/>
                    <a:pt x="1365" y="15853"/>
                    <a:pt x="1425" y="15868"/>
                  </a:cubicBezTo>
                  <a:cubicBezTo>
                    <a:pt x="1463" y="15876"/>
                    <a:pt x="1476" y="15880"/>
                    <a:pt x="1487" y="15880"/>
                  </a:cubicBezTo>
                  <a:cubicBezTo>
                    <a:pt x="1516" y="15880"/>
                    <a:pt x="1531" y="15855"/>
                    <a:pt x="1920" y="15823"/>
                  </a:cubicBezTo>
                  <a:cubicBezTo>
                    <a:pt x="2001" y="15812"/>
                    <a:pt x="2084" y="15807"/>
                    <a:pt x="2168" y="15807"/>
                  </a:cubicBezTo>
                  <a:cubicBezTo>
                    <a:pt x="2301" y="15807"/>
                    <a:pt x="2436" y="15819"/>
                    <a:pt x="2564" y="15838"/>
                  </a:cubicBezTo>
                  <a:cubicBezTo>
                    <a:pt x="2611" y="15845"/>
                    <a:pt x="2656" y="15849"/>
                    <a:pt x="2699" y="15849"/>
                  </a:cubicBezTo>
                  <a:cubicBezTo>
                    <a:pt x="2823" y="15849"/>
                    <a:pt x="2937" y="15818"/>
                    <a:pt x="3060" y="15763"/>
                  </a:cubicBezTo>
                  <a:cubicBezTo>
                    <a:pt x="3194" y="15703"/>
                    <a:pt x="3240" y="15643"/>
                    <a:pt x="3344" y="15538"/>
                  </a:cubicBezTo>
                  <a:cubicBezTo>
                    <a:pt x="3390" y="15508"/>
                    <a:pt x="3420" y="15478"/>
                    <a:pt x="3464" y="15448"/>
                  </a:cubicBezTo>
                  <a:cubicBezTo>
                    <a:pt x="3494" y="15403"/>
                    <a:pt x="3540" y="15328"/>
                    <a:pt x="3570" y="15298"/>
                  </a:cubicBezTo>
                  <a:cubicBezTo>
                    <a:pt x="3592" y="15283"/>
                    <a:pt x="3617" y="15279"/>
                    <a:pt x="3643" y="15279"/>
                  </a:cubicBezTo>
                  <a:cubicBezTo>
                    <a:pt x="3670" y="15279"/>
                    <a:pt x="3697" y="15283"/>
                    <a:pt x="3720" y="15283"/>
                  </a:cubicBezTo>
                  <a:cubicBezTo>
                    <a:pt x="3794" y="15283"/>
                    <a:pt x="3854" y="15253"/>
                    <a:pt x="3914" y="15238"/>
                  </a:cubicBezTo>
                  <a:cubicBezTo>
                    <a:pt x="3974" y="15223"/>
                    <a:pt x="3990" y="15223"/>
                    <a:pt x="4034" y="15193"/>
                  </a:cubicBezTo>
                  <a:cubicBezTo>
                    <a:pt x="4064" y="15178"/>
                    <a:pt x="4080" y="15148"/>
                    <a:pt x="4110" y="15133"/>
                  </a:cubicBezTo>
                  <a:cubicBezTo>
                    <a:pt x="4184" y="15073"/>
                    <a:pt x="4274" y="15013"/>
                    <a:pt x="4364" y="14968"/>
                  </a:cubicBezTo>
                  <a:cubicBezTo>
                    <a:pt x="4440" y="14923"/>
                    <a:pt x="4530" y="14893"/>
                    <a:pt x="4620" y="14878"/>
                  </a:cubicBezTo>
                  <a:cubicBezTo>
                    <a:pt x="4713" y="14865"/>
                    <a:pt x="4818" y="14858"/>
                    <a:pt x="4926" y="14858"/>
                  </a:cubicBezTo>
                  <a:cubicBezTo>
                    <a:pt x="5077" y="14858"/>
                    <a:pt x="5231" y="14873"/>
                    <a:pt x="5354" y="14908"/>
                  </a:cubicBezTo>
                  <a:cubicBezTo>
                    <a:pt x="5654" y="14998"/>
                    <a:pt x="5849" y="15283"/>
                    <a:pt x="6164" y="15283"/>
                  </a:cubicBezTo>
                  <a:cubicBezTo>
                    <a:pt x="6362" y="15283"/>
                    <a:pt x="6570" y="15226"/>
                    <a:pt x="6773" y="15226"/>
                  </a:cubicBezTo>
                  <a:cubicBezTo>
                    <a:pt x="6846" y="15226"/>
                    <a:pt x="6918" y="15233"/>
                    <a:pt x="6989" y="15253"/>
                  </a:cubicBezTo>
                  <a:cubicBezTo>
                    <a:pt x="7053" y="15269"/>
                    <a:pt x="7112" y="15276"/>
                    <a:pt x="7170" y="15276"/>
                  </a:cubicBezTo>
                  <a:cubicBezTo>
                    <a:pt x="7437" y="15276"/>
                    <a:pt x="7647" y="15124"/>
                    <a:pt x="7919" y="15013"/>
                  </a:cubicBezTo>
                  <a:cubicBezTo>
                    <a:pt x="8009" y="14983"/>
                    <a:pt x="8099" y="14998"/>
                    <a:pt x="8189" y="14983"/>
                  </a:cubicBezTo>
                  <a:cubicBezTo>
                    <a:pt x="8293" y="14953"/>
                    <a:pt x="8383" y="14848"/>
                    <a:pt x="8473" y="14773"/>
                  </a:cubicBezTo>
                  <a:cubicBezTo>
                    <a:pt x="8593" y="14668"/>
                    <a:pt x="8743" y="14578"/>
                    <a:pt x="8879" y="14518"/>
                  </a:cubicBezTo>
                  <a:cubicBezTo>
                    <a:pt x="9043" y="14444"/>
                    <a:pt x="9223" y="14428"/>
                    <a:pt x="9403" y="14398"/>
                  </a:cubicBezTo>
                  <a:cubicBezTo>
                    <a:pt x="9689" y="14354"/>
                    <a:pt x="9959" y="14278"/>
                    <a:pt x="10123" y="14038"/>
                  </a:cubicBezTo>
                  <a:cubicBezTo>
                    <a:pt x="10243" y="13858"/>
                    <a:pt x="10393" y="13724"/>
                    <a:pt x="10573" y="13604"/>
                  </a:cubicBezTo>
                  <a:cubicBezTo>
                    <a:pt x="10657" y="13548"/>
                    <a:pt x="10885" y="13452"/>
                    <a:pt x="11012" y="13452"/>
                  </a:cubicBezTo>
                  <a:cubicBezTo>
                    <a:pt x="11022" y="13452"/>
                    <a:pt x="11030" y="13453"/>
                    <a:pt x="11038" y="13454"/>
                  </a:cubicBezTo>
                  <a:cubicBezTo>
                    <a:pt x="11173" y="13468"/>
                    <a:pt x="11293" y="13664"/>
                    <a:pt x="11398" y="13754"/>
                  </a:cubicBezTo>
                  <a:cubicBezTo>
                    <a:pt x="11503" y="13828"/>
                    <a:pt x="11638" y="13844"/>
                    <a:pt x="11743" y="13918"/>
                  </a:cubicBezTo>
                  <a:cubicBezTo>
                    <a:pt x="11788" y="13948"/>
                    <a:pt x="11818" y="14024"/>
                    <a:pt x="11878" y="14054"/>
                  </a:cubicBezTo>
                  <a:cubicBezTo>
                    <a:pt x="11928" y="14078"/>
                    <a:pt x="11983" y="14087"/>
                    <a:pt x="12040" y="14087"/>
                  </a:cubicBezTo>
                  <a:cubicBezTo>
                    <a:pt x="12153" y="14087"/>
                    <a:pt x="12273" y="14054"/>
                    <a:pt x="12372" y="14054"/>
                  </a:cubicBezTo>
                  <a:cubicBezTo>
                    <a:pt x="12568" y="14054"/>
                    <a:pt x="12808" y="14068"/>
                    <a:pt x="12988" y="14158"/>
                  </a:cubicBezTo>
                  <a:cubicBezTo>
                    <a:pt x="13176" y="14252"/>
                    <a:pt x="13316" y="14310"/>
                    <a:pt x="13525" y="14310"/>
                  </a:cubicBezTo>
                  <a:cubicBezTo>
                    <a:pt x="13550" y="14310"/>
                    <a:pt x="13575" y="14310"/>
                    <a:pt x="13602" y="14308"/>
                  </a:cubicBezTo>
                  <a:cubicBezTo>
                    <a:pt x="13798" y="14308"/>
                    <a:pt x="13992" y="14338"/>
                    <a:pt x="14172" y="14428"/>
                  </a:cubicBezTo>
                  <a:cubicBezTo>
                    <a:pt x="14308" y="14488"/>
                    <a:pt x="14442" y="14548"/>
                    <a:pt x="14578" y="14624"/>
                  </a:cubicBezTo>
                  <a:cubicBezTo>
                    <a:pt x="14652" y="14654"/>
                    <a:pt x="14712" y="14698"/>
                    <a:pt x="14788" y="14728"/>
                  </a:cubicBezTo>
                  <a:cubicBezTo>
                    <a:pt x="14862" y="14773"/>
                    <a:pt x="14908" y="14833"/>
                    <a:pt x="14982" y="14878"/>
                  </a:cubicBezTo>
                  <a:cubicBezTo>
                    <a:pt x="15042" y="14923"/>
                    <a:pt x="15118" y="14934"/>
                    <a:pt x="15197" y="14934"/>
                  </a:cubicBezTo>
                  <a:cubicBezTo>
                    <a:pt x="15276" y="14934"/>
                    <a:pt x="15357" y="14923"/>
                    <a:pt x="15432" y="14923"/>
                  </a:cubicBezTo>
                  <a:lnTo>
                    <a:pt x="15657" y="14923"/>
                  </a:lnTo>
                  <a:cubicBezTo>
                    <a:pt x="15747" y="14938"/>
                    <a:pt x="15837" y="14983"/>
                    <a:pt x="15942" y="14983"/>
                  </a:cubicBezTo>
                  <a:cubicBezTo>
                    <a:pt x="16122" y="14983"/>
                    <a:pt x="16272" y="14848"/>
                    <a:pt x="16452" y="14818"/>
                  </a:cubicBezTo>
                  <a:cubicBezTo>
                    <a:pt x="16491" y="14814"/>
                    <a:pt x="16530" y="14814"/>
                    <a:pt x="16569" y="14814"/>
                  </a:cubicBezTo>
                  <a:cubicBezTo>
                    <a:pt x="16610" y="14814"/>
                    <a:pt x="16651" y="14815"/>
                    <a:pt x="16692" y="14815"/>
                  </a:cubicBezTo>
                  <a:cubicBezTo>
                    <a:pt x="16771" y="14815"/>
                    <a:pt x="16849" y="14811"/>
                    <a:pt x="16932" y="14788"/>
                  </a:cubicBezTo>
                  <a:cubicBezTo>
                    <a:pt x="16997" y="14762"/>
                    <a:pt x="17062" y="14725"/>
                    <a:pt x="17136" y="14725"/>
                  </a:cubicBezTo>
                  <a:cubicBezTo>
                    <a:pt x="17148" y="14725"/>
                    <a:pt x="17160" y="14726"/>
                    <a:pt x="17172" y="14728"/>
                  </a:cubicBezTo>
                  <a:cubicBezTo>
                    <a:pt x="17352" y="14743"/>
                    <a:pt x="17501" y="14878"/>
                    <a:pt x="17681" y="14923"/>
                  </a:cubicBezTo>
                  <a:cubicBezTo>
                    <a:pt x="17724" y="14933"/>
                    <a:pt x="17767" y="14937"/>
                    <a:pt x="17809" y="14937"/>
                  </a:cubicBezTo>
                  <a:cubicBezTo>
                    <a:pt x="18186" y="14937"/>
                    <a:pt x="18558" y="14608"/>
                    <a:pt x="18881" y="14474"/>
                  </a:cubicBezTo>
                  <a:cubicBezTo>
                    <a:pt x="19001" y="14414"/>
                    <a:pt x="19211" y="14384"/>
                    <a:pt x="19317" y="14308"/>
                  </a:cubicBezTo>
                  <a:cubicBezTo>
                    <a:pt x="19437" y="14218"/>
                    <a:pt x="19481" y="14114"/>
                    <a:pt x="19631" y="14068"/>
                  </a:cubicBezTo>
                  <a:cubicBezTo>
                    <a:pt x="19686" y="14052"/>
                    <a:pt x="19740" y="14045"/>
                    <a:pt x="19794" y="14045"/>
                  </a:cubicBezTo>
                  <a:cubicBezTo>
                    <a:pt x="20035" y="14045"/>
                    <a:pt x="20271" y="14185"/>
                    <a:pt x="20516" y="14234"/>
                  </a:cubicBezTo>
                  <a:cubicBezTo>
                    <a:pt x="20545" y="14239"/>
                    <a:pt x="20572" y="14241"/>
                    <a:pt x="20597" y="14241"/>
                  </a:cubicBezTo>
                  <a:cubicBezTo>
                    <a:pt x="20719" y="14241"/>
                    <a:pt x="20810" y="14185"/>
                    <a:pt x="20921" y="14098"/>
                  </a:cubicBezTo>
                  <a:cubicBezTo>
                    <a:pt x="21131" y="13934"/>
                    <a:pt x="21326" y="13858"/>
                    <a:pt x="21581" y="13738"/>
                  </a:cubicBezTo>
                  <a:cubicBezTo>
                    <a:pt x="21896" y="13604"/>
                    <a:pt x="22151" y="13364"/>
                    <a:pt x="22451" y="13214"/>
                  </a:cubicBezTo>
                  <a:cubicBezTo>
                    <a:pt x="22586" y="13138"/>
                    <a:pt x="22690" y="13108"/>
                    <a:pt x="22826" y="13078"/>
                  </a:cubicBezTo>
                  <a:cubicBezTo>
                    <a:pt x="22960" y="13034"/>
                    <a:pt x="23050" y="12988"/>
                    <a:pt x="23126" y="12884"/>
                  </a:cubicBezTo>
                  <a:cubicBezTo>
                    <a:pt x="23186" y="12808"/>
                    <a:pt x="23306" y="12704"/>
                    <a:pt x="23380" y="12674"/>
                  </a:cubicBezTo>
                  <a:cubicBezTo>
                    <a:pt x="23414" y="12662"/>
                    <a:pt x="23454" y="12658"/>
                    <a:pt x="23497" y="12658"/>
                  </a:cubicBezTo>
                  <a:cubicBezTo>
                    <a:pt x="23623" y="12658"/>
                    <a:pt x="23774" y="12700"/>
                    <a:pt x="23876" y="12734"/>
                  </a:cubicBezTo>
                  <a:cubicBezTo>
                    <a:pt x="23999" y="12761"/>
                    <a:pt x="24172" y="12826"/>
                    <a:pt x="24304" y="12826"/>
                  </a:cubicBezTo>
                  <a:cubicBezTo>
                    <a:pt x="24316" y="12826"/>
                    <a:pt x="24328" y="12825"/>
                    <a:pt x="24340" y="12824"/>
                  </a:cubicBezTo>
                  <a:cubicBezTo>
                    <a:pt x="24436" y="12814"/>
                    <a:pt x="24513" y="12780"/>
                    <a:pt x="24588" y="12780"/>
                  </a:cubicBezTo>
                  <a:cubicBezTo>
                    <a:pt x="24630" y="12780"/>
                    <a:pt x="24672" y="12791"/>
                    <a:pt x="24716" y="12824"/>
                  </a:cubicBezTo>
                  <a:cubicBezTo>
                    <a:pt x="24850" y="12928"/>
                    <a:pt x="24866" y="13004"/>
                    <a:pt x="25046" y="13034"/>
                  </a:cubicBezTo>
                  <a:cubicBezTo>
                    <a:pt x="25085" y="13039"/>
                    <a:pt x="25125" y="13041"/>
                    <a:pt x="25166" y="13041"/>
                  </a:cubicBezTo>
                  <a:cubicBezTo>
                    <a:pt x="25369" y="13041"/>
                    <a:pt x="25580" y="12988"/>
                    <a:pt x="25780" y="12988"/>
                  </a:cubicBezTo>
                  <a:cubicBezTo>
                    <a:pt x="25960" y="12988"/>
                    <a:pt x="26155" y="13004"/>
                    <a:pt x="26335" y="13034"/>
                  </a:cubicBezTo>
                  <a:cubicBezTo>
                    <a:pt x="26545" y="13064"/>
                    <a:pt x="26575" y="13214"/>
                    <a:pt x="26695" y="13378"/>
                  </a:cubicBezTo>
                  <a:cubicBezTo>
                    <a:pt x="26800" y="13514"/>
                    <a:pt x="26935" y="13648"/>
                    <a:pt x="27100" y="13694"/>
                  </a:cubicBezTo>
                  <a:cubicBezTo>
                    <a:pt x="27170" y="13713"/>
                    <a:pt x="27256" y="13718"/>
                    <a:pt x="27346" y="13718"/>
                  </a:cubicBezTo>
                  <a:cubicBezTo>
                    <a:pt x="27468" y="13718"/>
                    <a:pt x="27596" y="13708"/>
                    <a:pt x="27699" y="13708"/>
                  </a:cubicBezTo>
                  <a:cubicBezTo>
                    <a:pt x="27819" y="13694"/>
                    <a:pt x="27939" y="13664"/>
                    <a:pt x="28075" y="13634"/>
                  </a:cubicBezTo>
                  <a:cubicBezTo>
                    <a:pt x="28269" y="13604"/>
                    <a:pt x="28435" y="13498"/>
                    <a:pt x="28629" y="13454"/>
                  </a:cubicBezTo>
                  <a:cubicBezTo>
                    <a:pt x="28659" y="13446"/>
                    <a:pt x="28686" y="13443"/>
                    <a:pt x="28710" y="13443"/>
                  </a:cubicBezTo>
                  <a:cubicBezTo>
                    <a:pt x="28836" y="13443"/>
                    <a:pt x="28907" y="13531"/>
                    <a:pt x="29019" y="13618"/>
                  </a:cubicBezTo>
                  <a:cubicBezTo>
                    <a:pt x="29079" y="13648"/>
                    <a:pt x="29155" y="13724"/>
                    <a:pt x="29199" y="13754"/>
                  </a:cubicBezTo>
                  <a:cubicBezTo>
                    <a:pt x="29278" y="13793"/>
                    <a:pt x="29344" y="13800"/>
                    <a:pt x="29414" y="13800"/>
                  </a:cubicBezTo>
                  <a:cubicBezTo>
                    <a:pt x="29451" y="13800"/>
                    <a:pt x="29488" y="13798"/>
                    <a:pt x="29529" y="13798"/>
                  </a:cubicBezTo>
                  <a:cubicBezTo>
                    <a:pt x="29859" y="13798"/>
                    <a:pt x="30145" y="13724"/>
                    <a:pt x="30445" y="13634"/>
                  </a:cubicBezTo>
                  <a:cubicBezTo>
                    <a:pt x="30445" y="13634"/>
                    <a:pt x="30565" y="13588"/>
                    <a:pt x="30595" y="13588"/>
                  </a:cubicBezTo>
                  <a:cubicBezTo>
                    <a:pt x="30715" y="13604"/>
                    <a:pt x="30744" y="13754"/>
                    <a:pt x="30849" y="13798"/>
                  </a:cubicBezTo>
                  <a:cubicBezTo>
                    <a:pt x="30892" y="13814"/>
                    <a:pt x="30938" y="13821"/>
                    <a:pt x="30985" y="13821"/>
                  </a:cubicBezTo>
                  <a:cubicBezTo>
                    <a:pt x="31199" y="13821"/>
                    <a:pt x="31439" y="13677"/>
                    <a:pt x="31599" y="13604"/>
                  </a:cubicBezTo>
                  <a:cubicBezTo>
                    <a:pt x="31929" y="13484"/>
                    <a:pt x="32259" y="13394"/>
                    <a:pt x="32589" y="13274"/>
                  </a:cubicBezTo>
                  <a:cubicBezTo>
                    <a:pt x="32619" y="13258"/>
                    <a:pt x="32649" y="13228"/>
                    <a:pt x="32694" y="13228"/>
                  </a:cubicBezTo>
                  <a:cubicBezTo>
                    <a:pt x="32776" y="13228"/>
                    <a:pt x="32844" y="13290"/>
                    <a:pt x="32924" y="13290"/>
                  </a:cubicBezTo>
                  <a:cubicBezTo>
                    <a:pt x="32932" y="13290"/>
                    <a:pt x="32940" y="13290"/>
                    <a:pt x="32948" y="13288"/>
                  </a:cubicBezTo>
                  <a:cubicBezTo>
                    <a:pt x="33024" y="13288"/>
                    <a:pt x="33038" y="13244"/>
                    <a:pt x="33098" y="13184"/>
                  </a:cubicBezTo>
                  <a:cubicBezTo>
                    <a:pt x="33234" y="13064"/>
                    <a:pt x="33384" y="12974"/>
                    <a:pt x="33564" y="12898"/>
                  </a:cubicBezTo>
                  <a:cubicBezTo>
                    <a:pt x="33864" y="12748"/>
                    <a:pt x="34208" y="12628"/>
                    <a:pt x="34538" y="12538"/>
                  </a:cubicBezTo>
                  <a:cubicBezTo>
                    <a:pt x="34688" y="12494"/>
                    <a:pt x="34838" y="12464"/>
                    <a:pt x="35004" y="12434"/>
                  </a:cubicBezTo>
                  <a:cubicBezTo>
                    <a:pt x="35198" y="12388"/>
                    <a:pt x="35138" y="12254"/>
                    <a:pt x="35258" y="12104"/>
                  </a:cubicBezTo>
                  <a:cubicBezTo>
                    <a:pt x="35424" y="11864"/>
                    <a:pt x="35724" y="11758"/>
                    <a:pt x="35978" y="11624"/>
                  </a:cubicBezTo>
                  <a:cubicBezTo>
                    <a:pt x="36278" y="11459"/>
                    <a:pt x="36653" y="11399"/>
                    <a:pt x="36983" y="11294"/>
                  </a:cubicBezTo>
                  <a:cubicBezTo>
                    <a:pt x="37433" y="11159"/>
                    <a:pt x="37913" y="10994"/>
                    <a:pt x="38377" y="10979"/>
                  </a:cubicBezTo>
                  <a:cubicBezTo>
                    <a:pt x="38411" y="10979"/>
                    <a:pt x="38443" y="10977"/>
                    <a:pt x="38474" y="10977"/>
                  </a:cubicBezTo>
                  <a:cubicBezTo>
                    <a:pt x="38555" y="10977"/>
                    <a:pt x="38628" y="10985"/>
                    <a:pt x="38693" y="11039"/>
                  </a:cubicBezTo>
                  <a:cubicBezTo>
                    <a:pt x="38797" y="11129"/>
                    <a:pt x="38873" y="11279"/>
                    <a:pt x="38947" y="11399"/>
                  </a:cubicBezTo>
                  <a:cubicBezTo>
                    <a:pt x="38955" y="11399"/>
                    <a:pt x="38963" y="11399"/>
                    <a:pt x="38972" y="11399"/>
                  </a:cubicBezTo>
                  <a:cubicBezTo>
                    <a:pt x="39178" y="11399"/>
                    <a:pt x="39435" y="11217"/>
                    <a:pt x="39623" y="11174"/>
                  </a:cubicBezTo>
                  <a:cubicBezTo>
                    <a:pt x="40027" y="11054"/>
                    <a:pt x="40477" y="11009"/>
                    <a:pt x="40897" y="10934"/>
                  </a:cubicBezTo>
                  <a:cubicBezTo>
                    <a:pt x="41287" y="10874"/>
                    <a:pt x="41692" y="10829"/>
                    <a:pt x="42067" y="10724"/>
                  </a:cubicBezTo>
                  <a:cubicBezTo>
                    <a:pt x="42292" y="10649"/>
                    <a:pt x="42847" y="10544"/>
                    <a:pt x="42937" y="10274"/>
                  </a:cubicBezTo>
                  <a:cubicBezTo>
                    <a:pt x="42967" y="10154"/>
                    <a:pt x="42892" y="10019"/>
                    <a:pt x="42937" y="9899"/>
                  </a:cubicBezTo>
                  <a:cubicBezTo>
                    <a:pt x="42997" y="9689"/>
                    <a:pt x="43296" y="9599"/>
                    <a:pt x="43476" y="9525"/>
                  </a:cubicBezTo>
                  <a:cubicBezTo>
                    <a:pt x="43626" y="9449"/>
                    <a:pt x="43656" y="9419"/>
                    <a:pt x="43746" y="9285"/>
                  </a:cubicBezTo>
                  <a:cubicBezTo>
                    <a:pt x="43866" y="9075"/>
                    <a:pt x="44182" y="9015"/>
                    <a:pt x="44406" y="8939"/>
                  </a:cubicBezTo>
                  <a:cubicBezTo>
                    <a:pt x="44761" y="8834"/>
                    <a:pt x="45128" y="8626"/>
                    <a:pt x="45505" y="8626"/>
                  </a:cubicBezTo>
                  <a:cubicBezTo>
                    <a:pt x="45559" y="8626"/>
                    <a:pt x="45612" y="8630"/>
                    <a:pt x="45666" y="8639"/>
                  </a:cubicBezTo>
                  <a:cubicBezTo>
                    <a:pt x="45816" y="8655"/>
                    <a:pt x="45906" y="8745"/>
                    <a:pt x="46056" y="8789"/>
                  </a:cubicBezTo>
                  <a:cubicBezTo>
                    <a:pt x="46125" y="8814"/>
                    <a:pt x="46189" y="8826"/>
                    <a:pt x="46252" y="8826"/>
                  </a:cubicBezTo>
                  <a:cubicBezTo>
                    <a:pt x="46339" y="8826"/>
                    <a:pt x="46425" y="8803"/>
                    <a:pt x="46521" y="8759"/>
                  </a:cubicBezTo>
                  <a:cubicBezTo>
                    <a:pt x="46641" y="8699"/>
                    <a:pt x="46836" y="8595"/>
                    <a:pt x="46926" y="8475"/>
                  </a:cubicBezTo>
                  <a:cubicBezTo>
                    <a:pt x="46986" y="8399"/>
                    <a:pt x="46986" y="8355"/>
                    <a:pt x="46986" y="8279"/>
                  </a:cubicBezTo>
                  <a:cubicBezTo>
                    <a:pt x="46986" y="8129"/>
                    <a:pt x="47076" y="7995"/>
                    <a:pt x="47151" y="7859"/>
                  </a:cubicBezTo>
                  <a:cubicBezTo>
                    <a:pt x="47211" y="7785"/>
                    <a:pt x="47391" y="7575"/>
                    <a:pt x="47376" y="7485"/>
                  </a:cubicBezTo>
                  <a:cubicBezTo>
                    <a:pt x="47361" y="7379"/>
                    <a:pt x="47256" y="7305"/>
                    <a:pt x="47241" y="7215"/>
                  </a:cubicBezTo>
                  <a:cubicBezTo>
                    <a:pt x="47226" y="7109"/>
                    <a:pt x="47286" y="6975"/>
                    <a:pt x="47331" y="6885"/>
                  </a:cubicBezTo>
                  <a:cubicBezTo>
                    <a:pt x="47451" y="6719"/>
                    <a:pt x="47661" y="6659"/>
                    <a:pt x="47826" y="6569"/>
                  </a:cubicBezTo>
                  <a:cubicBezTo>
                    <a:pt x="47976" y="6495"/>
                    <a:pt x="48126" y="6420"/>
                    <a:pt x="48261" y="6345"/>
                  </a:cubicBezTo>
                  <a:cubicBezTo>
                    <a:pt x="48381" y="6285"/>
                    <a:pt x="48501" y="6210"/>
                    <a:pt x="48605" y="6120"/>
                  </a:cubicBezTo>
                  <a:cubicBezTo>
                    <a:pt x="48981" y="5865"/>
                    <a:pt x="48951" y="5850"/>
                    <a:pt x="48965" y="5565"/>
                  </a:cubicBezTo>
                  <a:cubicBezTo>
                    <a:pt x="48965" y="5460"/>
                    <a:pt x="48995" y="5340"/>
                    <a:pt x="49025" y="5235"/>
                  </a:cubicBezTo>
                  <a:cubicBezTo>
                    <a:pt x="49071" y="5085"/>
                    <a:pt x="49205" y="4995"/>
                    <a:pt x="49325" y="4905"/>
                  </a:cubicBezTo>
                  <a:cubicBezTo>
                    <a:pt x="49371" y="4875"/>
                    <a:pt x="49535" y="4800"/>
                    <a:pt x="49535" y="4740"/>
                  </a:cubicBezTo>
                  <a:cubicBezTo>
                    <a:pt x="49535" y="4680"/>
                    <a:pt x="49385" y="4620"/>
                    <a:pt x="49355" y="4560"/>
                  </a:cubicBezTo>
                  <a:cubicBezTo>
                    <a:pt x="49235" y="4336"/>
                    <a:pt x="49671" y="3960"/>
                    <a:pt x="49835" y="3870"/>
                  </a:cubicBezTo>
                  <a:cubicBezTo>
                    <a:pt x="49985" y="3796"/>
                    <a:pt x="50105" y="3736"/>
                    <a:pt x="50241" y="3630"/>
                  </a:cubicBezTo>
                  <a:cubicBezTo>
                    <a:pt x="50361" y="3526"/>
                    <a:pt x="50541" y="3496"/>
                    <a:pt x="50661" y="3376"/>
                  </a:cubicBezTo>
                  <a:cubicBezTo>
                    <a:pt x="50735" y="3316"/>
                    <a:pt x="50721" y="3286"/>
                    <a:pt x="50735" y="3210"/>
                  </a:cubicBezTo>
                  <a:cubicBezTo>
                    <a:pt x="50751" y="3090"/>
                    <a:pt x="50781" y="3016"/>
                    <a:pt x="50841" y="2926"/>
                  </a:cubicBezTo>
                  <a:cubicBezTo>
                    <a:pt x="50945" y="2760"/>
                    <a:pt x="51141" y="2640"/>
                    <a:pt x="51201" y="2460"/>
                  </a:cubicBezTo>
                  <a:cubicBezTo>
                    <a:pt x="51245" y="2326"/>
                    <a:pt x="51215" y="2296"/>
                    <a:pt x="51335" y="2176"/>
                  </a:cubicBezTo>
                  <a:cubicBezTo>
                    <a:pt x="51455" y="2056"/>
                    <a:pt x="51590" y="1966"/>
                    <a:pt x="51740" y="1890"/>
                  </a:cubicBezTo>
                  <a:cubicBezTo>
                    <a:pt x="51845" y="1830"/>
                    <a:pt x="52115" y="1696"/>
                    <a:pt x="52145" y="1560"/>
                  </a:cubicBezTo>
                  <a:cubicBezTo>
                    <a:pt x="52160" y="1486"/>
                    <a:pt x="52145" y="1366"/>
                    <a:pt x="52145" y="1276"/>
                  </a:cubicBezTo>
                  <a:cubicBezTo>
                    <a:pt x="52145" y="1021"/>
                    <a:pt x="52190" y="781"/>
                    <a:pt x="52340" y="571"/>
                  </a:cubicBezTo>
                  <a:cubicBezTo>
                    <a:pt x="52445" y="436"/>
                    <a:pt x="52370" y="301"/>
                    <a:pt x="52430" y="136"/>
                  </a:cubicBezTo>
                  <a:cubicBezTo>
                    <a:pt x="52460" y="91"/>
                    <a:pt x="52490" y="46"/>
                    <a:pt x="525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651525" y="3644350"/>
              <a:ext cx="1274425" cy="361050"/>
            </a:xfrm>
            <a:custGeom>
              <a:rect b="b" l="l" r="r" t="t"/>
              <a:pathLst>
                <a:path extrusionOk="0" h="14442" w="50977">
                  <a:moveTo>
                    <a:pt x="1606" y="240"/>
                  </a:moveTo>
                  <a:lnTo>
                    <a:pt x="1606" y="1620"/>
                  </a:lnTo>
                  <a:lnTo>
                    <a:pt x="241" y="1620"/>
                  </a:lnTo>
                  <a:lnTo>
                    <a:pt x="241" y="1530"/>
                  </a:lnTo>
                  <a:cubicBezTo>
                    <a:pt x="241" y="824"/>
                    <a:pt x="811" y="240"/>
                    <a:pt x="1516" y="240"/>
                  </a:cubicBezTo>
                  <a:close/>
                  <a:moveTo>
                    <a:pt x="3120" y="240"/>
                  </a:moveTo>
                  <a:lnTo>
                    <a:pt x="3120" y="1620"/>
                  </a:lnTo>
                  <a:lnTo>
                    <a:pt x="1756" y="1620"/>
                  </a:lnTo>
                  <a:lnTo>
                    <a:pt x="1756" y="240"/>
                  </a:lnTo>
                  <a:close/>
                  <a:moveTo>
                    <a:pt x="4650" y="240"/>
                  </a:moveTo>
                  <a:lnTo>
                    <a:pt x="4650" y="1620"/>
                  </a:lnTo>
                  <a:lnTo>
                    <a:pt x="3286" y="1620"/>
                  </a:lnTo>
                  <a:lnTo>
                    <a:pt x="3286" y="240"/>
                  </a:lnTo>
                  <a:close/>
                  <a:moveTo>
                    <a:pt x="6165" y="240"/>
                  </a:moveTo>
                  <a:lnTo>
                    <a:pt x="6165" y="1620"/>
                  </a:lnTo>
                  <a:lnTo>
                    <a:pt x="4800" y="1620"/>
                  </a:lnTo>
                  <a:lnTo>
                    <a:pt x="4800" y="240"/>
                  </a:lnTo>
                  <a:close/>
                  <a:moveTo>
                    <a:pt x="7679" y="240"/>
                  </a:moveTo>
                  <a:lnTo>
                    <a:pt x="7679" y="1620"/>
                  </a:lnTo>
                  <a:lnTo>
                    <a:pt x="6315" y="1620"/>
                  </a:lnTo>
                  <a:lnTo>
                    <a:pt x="6315" y="240"/>
                  </a:lnTo>
                  <a:close/>
                  <a:moveTo>
                    <a:pt x="9209" y="240"/>
                  </a:moveTo>
                  <a:lnTo>
                    <a:pt x="9209" y="1620"/>
                  </a:lnTo>
                  <a:lnTo>
                    <a:pt x="7845" y="1620"/>
                  </a:lnTo>
                  <a:lnTo>
                    <a:pt x="7845" y="240"/>
                  </a:lnTo>
                  <a:close/>
                  <a:moveTo>
                    <a:pt x="10724" y="240"/>
                  </a:moveTo>
                  <a:lnTo>
                    <a:pt x="10724" y="1620"/>
                  </a:lnTo>
                  <a:lnTo>
                    <a:pt x="9359" y="1620"/>
                  </a:lnTo>
                  <a:lnTo>
                    <a:pt x="9359" y="240"/>
                  </a:lnTo>
                  <a:close/>
                  <a:moveTo>
                    <a:pt x="12238" y="240"/>
                  </a:moveTo>
                  <a:lnTo>
                    <a:pt x="12238" y="1620"/>
                  </a:lnTo>
                  <a:lnTo>
                    <a:pt x="10874" y="1620"/>
                  </a:lnTo>
                  <a:lnTo>
                    <a:pt x="10874" y="240"/>
                  </a:lnTo>
                  <a:close/>
                  <a:moveTo>
                    <a:pt x="13768" y="240"/>
                  </a:moveTo>
                  <a:lnTo>
                    <a:pt x="13768" y="1620"/>
                  </a:lnTo>
                  <a:lnTo>
                    <a:pt x="12404" y="1620"/>
                  </a:lnTo>
                  <a:lnTo>
                    <a:pt x="12404" y="240"/>
                  </a:lnTo>
                  <a:close/>
                  <a:moveTo>
                    <a:pt x="15283" y="240"/>
                  </a:moveTo>
                  <a:lnTo>
                    <a:pt x="15283" y="1620"/>
                  </a:lnTo>
                  <a:lnTo>
                    <a:pt x="13918" y="1620"/>
                  </a:lnTo>
                  <a:lnTo>
                    <a:pt x="13918" y="240"/>
                  </a:lnTo>
                  <a:close/>
                  <a:moveTo>
                    <a:pt x="16797" y="240"/>
                  </a:moveTo>
                  <a:lnTo>
                    <a:pt x="16797" y="1620"/>
                  </a:lnTo>
                  <a:lnTo>
                    <a:pt x="15433" y="1620"/>
                  </a:lnTo>
                  <a:lnTo>
                    <a:pt x="15433" y="240"/>
                  </a:lnTo>
                  <a:close/>
                  <a:moveTo>
                    <a:pt x="18327" y="240"/>
                  </a:moveTo>
                  <a:lnTo>
                    <a:pt x="18327" y="1620"/>
                  </a:lnTo>
                  <a:lnTo>
                    <a:pt x="16963" y="1620"/>
                  </a:lnTo>
                  <a:lnTo>
                    <a:pt x="16963" y="240"/>
                  </a:lnTo>
                  <a:close/>
                  <a:moveTo>
                    <a:pt x="19842" y="240"/>
                  </a:moveTo>
                  <a:lnTo>
                    <a:pt x="19842" y="1620"/>
                  </a:lnTo>
                  <a:lnTo>
                    <a:pt x="18477" y="1620"/>
                  </a:lnTo>
                  <a:lnTo>
                    <a:pt x="18477" y="240"/>
                  </a:lnTo>
                  <a:close/>
                  <a:moveTo>
                    <a:pt x="21356" y="240"/>
                  </a:moveTo>
                  <a:lnTo>
                    <a:pt x="21356" y="1620"/>
                  </a:lnTo>
                  <a:lnTo>
                    <a:pt x="19992" y="1620"/>
                  </a:lnTo>
                  <a:lnTo>
                    <a:pt x="19992" y="240"/>
                  </a:lnTo>
                  <a:close/>
                  <a:moveTo>
                    <a:pt x="22886" y="240"/>
                  </a:moveTo>
                  <a:lnTo>
                    <a:pt x="22886" y="1620"/>
                  </a:lnTo>
                  <a:lnTo>
                    <a:pt x="21522" y="1620"/>
                  </a:lnTo>
                  <a:lnTo>
                    <a:pt x="21522" y="240"/>
                  </a:lnTo>
                  <a:close/>
                  <a:moveTo>
                    <a:pt x="24402" y="240"/>
                  </a:moveTo>
                  <a:lnTo>
                    <a:pt x="24402" y="1620"/>
                  </a:lnTo>
                  <a:lnTo>
                    <a:pt x="23036" y="1620"/>
                  </a:lnTo>
                  <a:lnTo>
                    <a:pt x="23036" y="240"/>
                  </a:lnTo>
                  <a:close/>
                  <a:moveTo>
                    <a:pt x="25736" y="240"/>
                  </a:moveTo>
                  <a:lnTo>
                    <a:pt x="25736" y="1620"/>
                  </a:lnTo>
                  <a:lnTo>
                    <a:pt x="24551" y="1620"/>
                  </a:lnTo>
                  <a:lnTo>
                    <a:pt x="24551" y="240"/>
                  </a:lnTo>
                  <a:close/>
                  <a:moveTo>
                    <a:pt x="27251" y="240"/>
                  </a:moveTo>
                  <a:lnTo>
                    <a:pt x="27251" y="1620"/>
                  </a:lnTo>
                  <a:lnTo>
                    <a:pt x="25886" y="1620"/>
                  </a:lnTo>
                  <a:lnTo>
                    <a:pt x="25886" y="240"/>
                  </a:lnTo>
                  <a:close/>
                  <a:moveTo>
                    <a:pt x="28781" y="240"/>
                  </a:moveTo>
                  <a:lnTo>
                    <a:pt x="28781" y="1620"/>
                  </a:lnTo>
                  <a:lnTo>
                    <a:pt x="27415" y="1620"/>
                  </a:lnTo>
                  <a:lnTo>
                    <a:pt x="27415" y="240"/>
                  </a:lnTo>
                  <a:close/>
                  <a:moveTo>
                    <a:pt x="30115" y="240"/>
                  </a:moveTo>
                  <a:lnTo>
                    <a:pt x="30115" y="1620"/>
                  </a:lnTo>
                  <a:lnTo>
                    <a:pt x="28931" y="1620"/>
                  </a:lnTo>
                  <a:lnTo>
                    <a:pt x="28931" y="240"/>
                  </a:lnTo>
                  <a:close/>
                  <a:moveTo>
                    <a:pt x="31630" y="240"/>
                  </a:moveTo>
                  <a:lnTo>
                    <a:pt x="31630" y="1620"/>
                  </a:lnTo>
                  <a:lnTo>
                    <a:pt x="30265" y="1620"/>
                  </a:lnTo>
                  <a:lnTo>
                    <a:pt x="30265" y="240"/>
                  </a:lnTo>
                  <a:close/>
                  <a:moveTo>
                    <a:pt x="33160" y="240"/>
                  </a:moveTo>
                  <a:lnTo>
                    <a:pt x="33160" y="1620"/>
                  </a:lnTo>
                  <a:lnTo>
                    <a:pt x="31780" y="1620"/>
                  </a:lnTo>
                  <a:lnTo>
                    <a:pt x="31780" y="240"/>
                  </a:lnTo>
                  <a:close/>
                  <a:moveTo>
                    <a:pt x="34674" y="240"/>
                  </a:moveTo>
                  <a:lnTo>
                    <a:pt x="34674" y="1620"/>
                  </a:lnTo>
                  <a:lnTo>
                    <a:pt x="33310" y="1620"/>
                  </a:lnTo>
                  <a:lnTo>
                    <a:pt x="33310" y="240"/>
                  </a:lnTo>
                  <a:close/>
                  <a:moveTo>
                    <a:pt x="36189" y="240"/>
                  </a:moveTo>
                  <a:lnTo>
                    <a:pt x="36189" y="1620"/>
                  </a:lnTo>
                  <a:lnTo>
                    <a:pt x="34824" y="1620"/>
                  </a:lnTo>
                  <a:lnTo>
                    <a:pt x="34824" y="240"/>
                  </a:lnTo>
                  <a:close/>
                  <a:moveTo>
                    <a:pt x="37719" y="240"/>
                  </a:moveTo>
                  <a:lnTo>
                    <a:pt x="37719" y="1620"/>
                  </a:lnTo>
                  <a:lnTo>
                    <a:pt x="36354" y="1620"/>
                  </a:lnTo>
                  <a:lnTo>
                    <a:pt x="36354" y="240"/>
                  </a:lnTo>
                  <a:close/>
                  <a:moveTo>
                    <a:pt x="39233" y="240"/>
                  </a:moveTo>
                  <a:lnTo>
                    <a:pt x="39233" y="1620"/>
                  </a:lnTo>
                  <a:lnTo>
                    <a:pt x="37869" y="1620"/>
                  </a:lnTo>
                  <a:lnTo>
                    <a:pt x="37869" y="240"/>
                  </a:lnTo>
                  <a:close/>
                  <a:moveTo>
                    <a:pt x="40763" y="240"/>
                  </a:moveTo>
                  <a:lnTo>
                    <a:pt x="40763" y="1620"/>
                  </a:lnTo>
                  <a:lnTo>
                    <a:pt x="39399" y="1620"/>
                  </a:lnTo>
                  <a:lnTo>
                    <a:pt x="39399" y="240"/>
                  </a:lnTo>
                  <a:close/>
                  <a:moveTo>
                    <a:pt x="42278" y="240"/>
                  </a:moveTo>
                  <a:lnTo>
                    <a:pt x="42278" y="1620"/>
                  </a:lnTo>
                  <a:lnTo>
                    <a:pt x="40913" y="1620"/>
                  </a:lnTo>
                  <a:lnTo>
                    <a:pt x="40913" y="240"/>
                  </a:lnTo>
                  <a:close/>
                  <a:moveTo>
                    <a:pt x="43732" y="240"/>
                  </a:moveTo>
                  <a:lnTo>
                    <a:pt x="43732" y="1620"/>
                  </a:lnTo>
                  <a:lnTo>
                    <a:pt x="42428" y="1620"/>
                  </a:lnTo>
                  <a:lnTo>
                    <a:pt x="42428" y="240"/>
                  </a:lnTo>
                  <a:close/>
                  <a:moveTo>
                    <a:pt x="45187" y="240"/>
                  </a:moveTo>
                  <a:lnTo>
                    <a:pt x="45187" y="1620"/>
                  </a:lnTo>
                  <a:lnTo>
                    <a:pt x="43882" y="1620"/>
                  </a:lnTo>
                  <a:lnTo>
                    <a:pt x="43882" y="240"/>
                  </a:lnTo>
                  <a:close/>
                  <a:moveTo>
                    <a:pt x="46627" y="240"/>
                  </a:moveTo>
                  <a:lnTo>
                    <a:pt x="46627" y="1620"/>
                  </a:lnTo>
                  <a:lnTo>
                    <a:pt x="45337" y="1620"/>
                  </a:lnTo>
                  <a:lnTo>
                    <a:pt x="45337" y="240"/>
                  </a:lnTo>
                  <a:close/>
                  <a:moveTo>
                    <a:pt x="48081" y="240"/>
                  </a:moveTo>
                  <a:lnTo>
                    <a:pt x="48081" y="1620"/>
                  </a:lnTo>
                  <a:lnTo>
                    <a:pt x="46792" y="1620"/>
                  </a:lnTo>
                  <a:lnTo>
                    <a:pt x="46792" y="240"/>
                  </a:lnTo>
                  <a:close/>
                  <a:moveTo>
                    <a:pt x="49537" y="240"/>
                  </a:moveTo>
                  <a:lnTo>
                    <a:pt x="49537" y="1620"/>
                  </a:lnTo>
                  <a:lnTo>
                    <a:pt x="48247" y="1620"/>
                  </a:lnTo>
                  <a:lnTo>
                    <a:pt x="48247" y="240"/>
                  </a:lnTo>
                  <a:close/>
                  <a:moveTo>
                    <a:pt x="1606" y="1814"/>
                  </a:moveTo>
                  <a:lnTo>
                    <a:pt x="1606" y="3104"/>
                  </a:lnTo>
                  <a:lnTo>
                    <a:pt x="241" y="3104"/>
                  </a:lnTo>
                  <a:lnTo>
                    <a:pt x="241" y="1814"/>
                  </a:lnTo>
                  <a:close/>
                  <a:moveTo>
                    <a:pt x="3120" y="1814"/>
                  </a:moveTo>
                  <a:lnTo>
                    <a:pt x="3120" y="3104"/>
                  </a:lnTo>
                  <a:lnTo>
                    <a:pt x="1756" y="3104"/>
                  </a:lnTo>
                  <a:lnTo>
                    <a:pt x="1756" y="1814"/>
                  </a:lnTo>
                  <a:close/>
                  <a:moveTo>
                    <a:pt x="4650" y="1814"/>
                  </a:moveTo>
                  <a:lnTo>
                    <a:pt x="4650" y="3104"/>
                  </a:lnTo>
                  <a:lnTo>
                    <a:pt x="3286" y="3104"/>
                  </a:lnTo>
                  <a:lnTo>
                    <a:pt x="3286" y="1814"/>
                  </a:lnTo>
                  <a:close/>
                  <a:moveTo>
                    <a:pt x="6165" y="1814"/>
                  </a:moveTo>
                  <a:lnTo>
                    <a:pt x="6165" y="3104"/>
                  </a:lnTo>
                  <a:lnTo>
                    <a:pt x="4800" y="3104"/>
                  </a:lnTo>
                  <a:lnTo>
                    <a:pt x="4800" y="1814"/>
                  </a:lnTo>
                  <a:close/>
                  <a:moveTo>
                    <a:pt x="7679" y="1814"/>
                  </a:moveTo>
                  <a:lnTo>
                    <a:pt x="7679" y="3104"/>
                  </a:lnTo>
                  <a:lnTo>
                    <a:pt x="6315" y="3104"/>
                  </a:lnTo>
                  <a:lnTo>
                    <a:pt x="6315" y="1814"/>
                  </a:lnTo>
                  <a:close/>
                  <a:moveTo>
                    <a:pt x="9209" y="1814"/>
                  </a:moveTo>
                  <a:lnTo>
                    <a:pt x="9209" y="3104"/>
                  </a:lnTo>
                  <a:lnTo>
                    <a:pt x="7845" y="3104"/>
                  </a:lnTo>
                  <a:lnTo>
                    <a:pt x="7845" y="1814"/>
                  </a:lnTo>
                  <a:close/>
                  <a:moveTo>
                    <a:pt x="10724" y="1814"/>
                  </a:moveTo>
                  <a:lnTo>
                    <a:pt x="10724" y="3104"/>
                  </a:lnTo>
                  <a:lnTo>
                    <a:pt x="9359" y="3104"/>
                  </a:lnTo>
                  <a:lnTo>
                    <a:pt x="9359" y="1814"/>
                  </a:lnTo>
                  <a:close/>
                  <a:moveTo>
                    <a:pt x="12238" y="1814"/>
                  </a:moveTo>
                  <a:lnTo>
                    <a:pt x="12238" y="3104"/>
                  </a:lnTo>
                  <a:lnTo>
                    <a:pt x="10874" y="3104"/>
                  </a:lnTo>
                  <a:lnTo>
                    <a:pt x="10874" y="1814"/>
                  </a:lnTo>
                  <a:close/>
                  <a:moveTo>
                    <a:pt x="13768" y="1814"/>
                  </a:moveTo>
                  <a:lnTo>
                    <a:pt x="13768" y="3104"/>
                  </a:lnTo>
                  <a:lnTo>
                    <a:pt x="12404" y="3104"/>
                  </a:lnTo>
                  <a:lnTo>
                    <a:pt x="12404" y="1814"/>
                  </a:lnTo>
                  <a:close/>
                  <a:moveTo>
                    <a:pt x="15283" y="1814"/>
                  </a:moveTo>
                  <a:lnTo>
                    <a:pt x="15283" y="3104"/>
                  </a:lnTo>
                  <a:lnTo>
                    <a:pt x="13918" y="3104"/>
                  </a:lnTo>
                  <a:lnTo>
                    <a:pt x="13918" y="1814"/>
                  </a:lnTo>
                  <a:close/>
                  <a:moveTo>
                    <a:pt x="16797" y="1814"/>
                  </a:moveTo>
                  <a:lnTo>
                    <a:pt x="16797" y="3104"/>
                  </a:lnTo>
                  <a:lnTo>
                    <a:pt x="15433" y="3104"/>
                  </a:lnTo>
                  <a:lnTo>
                    <a:pt x="15433" y="1814"/>
                  </a:lnTo>
                  <a:close/>
                  <a:moveTo>
                    <a:pt x="18327" y="1814"/>
                  </a:moveTo>
                  <a:lnTo>
                    <a:pt x="18327" y="3104"/>
                  </a:lnTo>
                  <a:lnTo>
                    <a:pt x="16963" y="3104"/>
                  </a:lnTo>
                  <a:lnTo>
                    <a:pt x="16963" y="1814"/>
                  </a:lnTo>
                  <a:close/>
                  <a:moveTo>
                    <a:pt x="19842" y="1814"/>
                  </a:moveTo>
                  <a:lnTo>
                    <a:pt x="19842" y="3104"/>
                  </a:lnTo>
                  <a:lnTo>
                    <a:pt x="18477" y="3104"/>
                  </a:lnTo>
                  <a:lnTo>
                    <a:pt x="18477" y="1814"/>
                  </a:lnTo>
                  <a:close/>
                  <a:moveTo>
                    <a:pt x="21356" y="1814"/>
                  </a:moveTo>
                  <a:lnTo>
                    <a:pt x="21356" y="3104"/>
                  </a:lnTo>
                  <a:lnTo>
                    <a:pt x="19992" y="3104"/>
                  </a:lnTo>
                  <a:lnTo>
                    <a:pt x="19992" y="1814"/>
                  </a:lnTo>
                  <a:close/>
                  <a:moveTo>
                    <a:pt x="22886" y="1814"/>
                  </a:moveTo>
                  <a:lnTo>
                    <a:pt x="22886" y="3104"/>
                  </a:lnTo>
                  <a:lnTo>
                    <a:pt x="21522" y="3104"/>
                  </a:lnTo>
                  <a:lnTo>
                    <a:pt x="21522" y="1814"/>
                  </a:lnTo>
                  <a:close/>
                  <a:moveTo>
                    <a:pt x="24402" y="1814"/>
                  </a:moveTo>
                  <a:lnTo>
                    <a:pt x="24402" y="3104"/>
                  </a:lnTo>
                  <a:lnTo>
                    <a:pt x="23036" y="3104"/>
                  </a:lnTo>
                  <a:lnTo>
                    <a:pt x="23036" y="1814"/>
                  </a:lnTo>
                  <a:close/>
                  <a:moveTo>
                    <a:pt x="25736" y="1814"/>
                  </a:moveTo>
                  <a:lnTo>
                    <a:pt x="25736" y="3104"/>
                  </a:lnTo>
                  <a:lnTo>
                    <a:pt x="24551" y="3104"/>
                  </a:lnTo>
                  <a:lnTo>
                    <a:pt x="24551" y="1814"/>
                  </a:lnTo>
                  <a:close/>
                  <a:moveTo>
                    <a:pt x="27251" y="1814"/>
                  </a:moveTo>
                  <a:lnTo>
                    <a:pt x="27251" y="3104"/>
                  </a:lnTo>
                  <a:lnTo>
                    <a:pt x="25886" y="3104"/>
                  </a:lnTo>
                  <a:lnTo>
                    <a:pt x="25886" y="1814"/>
                  </a:lnTo>
                  <a:close/>
                  <a:moveTo>
                    <a:pt x="28781" y="1814"/>
                  </a:moveTo>
                  <a:lnTo>
                    <a:pt x="28781" y="3104"/>
                  </a:lnTo>
                  <a:lnTo>
                    <a:pt x="27415" y="3104"/>
                  </a:lnTo>
                  <a:lnTo>
                    <a:pt x="27415" y="1814"/>
                  </a:lnTo>
                  <a:close/>
                  <a:moveTo>
                    <a:pt x="30115" y="1814"/>
                  </a:moveTo>
                  <a:lnTo>
                    <a:pt x="30115" y="3104"/>
                  </a:lnTo>
                  <a:lnTo>
                    <a:pt x="28931" y="3104"/>
                  </a:lnTo>
                  <a:lnTo>
                    <a:pt x="28931" y="1814"/>
                  </a:lnTo>
                  <a:close/>
                  <a:moveTo>
                    <a:pt x="31630" y="1814"/>
                  </a:moveTo>
                  <a:lnTo>
                    <a:pt x="31630" y="3104"/>
                  </a:lnTo>
                  <a:lnTo>
                    <a:pt x="30265" y="3104"/>
                  </a:lnTo>
                  <a:lnTo>
                    <a:pt x="30265" y="1814"/>
                  </a:lnTo>
                  <a:close/>
                  <a:moveTo>
                    <a:pt x="33160" y="1814"/>
                  </a:moveTo>
                  <a:lnTo>
                    <a:pt x="33160" y="3104"/>
                  </a:lnTo>
                  <a:lnTo>
                    <a:pt x="31780" y="3104"/>
                  </a:lnTo>
                  <a:lnTo>
                    <a:pt x="31780" y="1814"/>
                  </a:lnTo>
                  <a:close/>
                  <a:moveTo>
                    <a:pt x="34674" y="1814"/>
                  </a:moveTo>
                  <a:lnTo>
                    <a:pt x="34674" y="3104"/>
                  </a:lnTo>
                  <a:lnTo>
                    <a:pt x="33310" y="3104"/>
                  </a:lnTo>
                  <a:lnTo>
                    <a:pt x="33310" y="1814"/>
                  </a:lnTo>
                  <a:close/>
                  <a:moveTo>
                    <a:pt x="36189" y="1814"/>
                  </a:moveTo>
                  <a:lnTo>
                    <a:pt x="36189" y="3104"/>
                  </a:lnTo>
                  <a:lnTo>
                    <a:pt x="34824" y="3104"/>
                  </a:lnTo>
                  <a:lnTo>
                    <a:pt x="34824" y="1814"/>
                  </a:lnTo>
                  <a:close/>
                  <a:moveTo>
                    <a:pt x="37719" y="1814"/>
                  </a:moveTo>
                  <a:lnTo>
                    <a:pt x="37719" y="3104"/>
                  </a:lnTo>
                  <a:lnTo>
                    <a:pt x="36354" y="3104"/>
                  </a:lnTo>
                  <a:lnTo>
                    <a:pt x="36354" y="1814"/>
                  </a:lnTo>
                  <a:close/>
                  <a:moveTo>
                    <a:pt x="39233" y="1814"/>
                  </a:moveTo>
                  <a:lnTo>
                    <a:pt x="39233" y="3104"/>
                  </a:lnTo>
                  <a:lnTo>
                    <a:pt x="37869" y="3104"/>
                  </a:lnTo>
                  <a:lnTo>
                    <a:pt x="37869" y="1814"/>
                  </a:lnTo>
                  <a:close/>
                  <a:moveTo>
                    <a:pt x="40763" y="1814"/>
                  </a:moveTo>
                  <a:lnTo>
                    <a:pt x="40763" y="3104"/>
                  </a:lnTo>
                  <a:lnTo>
                    <a:pt x="39399" y="3104"/>
                  </a:lnTo>
                  <a:lnTo>
                    <a:pt x="39399" y="1814"/>
                  </a:lnTo>
                  <a:close/>
                  <a:moveTo>
                    <a:pt x="42278" y="1814"/>
                  </a:moveTo>
                  <a:lnTo>
                    <a:pt x="42278" y="3104"/>
                  </a:lnTo>
                  <a:lnTo>
                    <a:pt x="40913" y="3104"/>
                  </a:lnTo>
                  <a:lnTo>
                    <a:pt x="40913" y="1814"/>
                  </a:lnTo>
                  <a:close/>
                  <a:moveTo>
                    <a:pt x="43732" y="1814"/>
                  </a:moveTo>
                  <a:lnTo>
                    <a:pt x="43732" y="3104"/>
                  </a:lnTo>
                  <a:lnTo>
                    <a:pt x="42428" y="3104"/>
                  </a:lnTo>
                  <a:lnTo>
                    <a:pt x="42428" y="1814"/>
                  </a:lnTo>
                  <a:close/>
                  <a:moveTo>
                    <a:pt x="45187" y="1814"/>
                  </a:moveTo>
                  <a:lnTo>
                    <a:pt x="45187" y="3104"/>
                  </a:lnTo>
                  <a:lnTo>
                    <a:pt x="43882" y="3104"/>
                  </a:lnTo>
                  <a:lnTo>
                    <a:pt x="43882" y="1814"/>
                  </a:lnTo>
                  <a:close/>
                  <a:moveTo>
                    <a:pt x="46627" y="1814"/>
                  </a:moveTo>
                  <a:lnTo>
                    <a:pt x="46627" y="3104"/>
                  </a:lnTo>
                  <a:lnTo>
                    <a:pt x="45337" y="3104"/>
                  </a:lnTo>
                  <a:lnTo>
                    <a:pt x="45337" y="1814"/>
                  </a:lnTo>
                  <a:close/>
                  <a:moveTo>
                    <a:pt x="48081" y="1814"/>
                  </a:moveTo>
                  <a:lnTo>
                    <a:pt x="48081" y="3104"/>
                  </a:lnTo>
                  <a:lnTo>
                    <a:pt x="46792" y="3104"/>
                  </a:lnTo>
                  <a:lnTo>
                    <a:pt x="46792" y="1814"/>
                  </a:lnTo>
                  <a:close/>
                  <a:moveTo>
                    <a:pt x="1606" y="3299"/>
                  </a:moveTo>
                  <a:lnTo>
                    <a:pt x="1606" y="4574"/>
                  </a:lnTo>
                  <a:lnTo>
                    <a:pt x="241" y="4574"/>
                  </a:lnTo>
                  <a:lnTo>
                    <a:pt x="241" y="3299"/>
                  </a:lnTo>
                  <a:close/>
                  <a:moveTo>
                    <a:pt x="3120" y="3299"/>
                  </a:moveTo>
                  <a:lnTo>
                    <a:pt x="3120" y="4574"/>
                  </a:lnTo>
                  <a:lnTo>
                    <a:pt x="1756" y="4574"/>
                  </a:lnTo>
                  <a:lnTo>
                    <a:pt x="1756" y="3299"/>
                  </a:lnTo>
                  <a:close/>
                  <a:moveTo>
                    <a:pt x="4650" y="3299"/>
                  </a:moveTo>
                  <a:lnTo>
                    <a:pt x="4650" y="4574"/>
                  </a:lnTo>
                  <a:lnTo>
                    <a:pt x="3286" y="4574"/>
                  </a:lnTo>
                  <a:lnTo>
                    <a:pt x="3286" y="3299"/>
                  </a:lnTo>
                  <a:close/>
                  <a:moveTo>
                    <a:pt x="6165" y="3299"/>
                  </a:moveTo>
                  <a:lnTo>
                    <a:pt x="6165" y="4574"/>
                  </a:lnTo>
                  <a:lnTo>
                    <a:pt x="4800" y="4574"/>
                  </a:lnTo>
                  <a:lnTo>
                    <a:pt x="4800" y="3299"/>
                  </a:lnTo>
                  <a:close/>
                  <a:moveTo>
                    <a:pt x="7679" y="3299"/>
                  </a:moveTo>
                  <a:lnTo>
                    <a:pt x="7679" y="4574"/>
                  </a:lnTo>
                  <a:lnTo>
                    <a:pt x="6315" y="4574"/>
                  </a:lnTo>
                  <a:lnTo>
                    <a:pt x="6315" y="3299"/>
                  </a:lnTo>
                  <a:close/>
                  <a:moveTo>
                    <a:pt x="9209" y="3299"/>
                  </a:moveTo>
                  <a:lnTo>
                    <a:pt x="9209" y="4574"/>
                  </a:lnTo>
                  <a:lnTo>
                    <a:pt x="7845" y="4574"/>
                  </a:lnTo>
                  <a:lnTo>
                    <a:pt x="7845" y="3299"/>
                  </a:lnTo>
                  <a:close/>
                  <a:moveTo>
                    <a:pt x="10724" y="3299"/>
                  </a:moveTo>
                  <a:lnTo>
                    <a:pt x="10724" y="4574"/>
                  </a:lnTo>
                  <a:lnTo>
                    <a:pt x="9359" y="4574"/>
                  </a:lnTo>
                  <a:lnTo>
                    <a:pt x="9359" y="3299"/>
                  </a:lnTo>
                  <a:close/>
                  <a:moveTo>
                    <a:pt x="12238" y="3299"/>
                  </a:moveTo>
                  <a:lnTo>
                    <a:pt x="12238" y="4574"/>
                  </a:lnTo>
                  <a:lnTo>
                    <a:pt x="10874" y="4574"/>
                  </a:lnTo>
                  <a:lnTo>
                    <a:pt x="10874" y="3299"/>
                  </a:lnTo>
                  <a:close/>
                  <a:moveTo>
                    <a:pt x="13768" y="3299"/>
                  </a:moveTo>
                  <a:lnTo>
                    <a:pt x="13768" y="4574"/>
                  </a:lnTo>
                  <a:lnTo>
                    <a:pt x="12404" y="4574"/>
                  </a:lnTo>
                  <a:lnTo>
                    <a:pt x="12404" y="3299"/>
                  </a:lnTo>
                  <a:close/>
                  <a:moveTo>
                    <a:pt x="15283" y="3299"/>
                  </a:moveTo>
                  <a:lnTo>
                    <a:pt x="15283" y="4574"/>
                  </a:lnTo>
                  <a:lnTo>
                    <a:pt x="13918" y="4574"/>
                  </a:lnTo>
                  <a:lnTo>
                    <a:pt x="13918" y="3299"/>
                  </a:lnTo>
                  <a:close/>
                  <a:moveTo>
                    <a:pt x="16797" y="3299"/>
                  </a:moveTo>
                  <a:lnTo>
                    <a:pt x="16797" y="4574"/>
                  </a:lnTo>
                  <a:lnTo>
                    <a:pt x="15433" y="4574"/>
                  </a:lnTo>
                  <a:lnTo>
                    <a:pt x="15433" y="3299"/>
                  </a:lnTo>
                  <a:close/>
                  <a:moveTo>
                    <a:pt x="18327" y="3299"/>
                  </a:moveTo>
                  <a:lnTo>
                    <a:pt x="18327" y="4574"/>
                  </a:lnTo>
                  <a:lnTo>
                    <a:pt x="16963" y="4574"/>
                  </a:lnTo>
                  <a:lnTo>
                    <a:pt x="16963" y="3299"/>
                  </a:lnTo>
                  <a:close/>
                  <a:moveTo>
                    <a:pt x="19842" y="3299"/>
                  </a:moveTo>
                  <a:lnTo>
                    <a:pt x="19842" y="4574"/>
                  </a:lnTo>
                  <a:lnTo>
                    <a:pt x="18477" y="4574"/>
                  </a:lnTo>
                  <a:lnTo>
                    <a:pt x="18477" y="3299"/>
                  </a:lnTo>
                  <a:close/>
                  <a:moveTo>
                    <a:pt x="21356" y="3299"/>
                  </a:moveTo>
                  <a:lnTo>
                    <a:pt x="21356" y="4574"/>
                  </a:lnTo>
                  <a:lnTo>
                    <a:pt x="19992" y="4574"/>
                  </a:lnTo>
                  <a:lnTo>
                    <a:pt x="19992" y="3299"/>
                  </a:lnTo>
                  <a:close/>
                  <a:moveTo>
                    <a:pt x="22886" y="3299"/>
                  </a:moveTo>
                  <a:lnTo>
                    <a:pt x="22886" y="4574"/>
                  </a:lnTo>
                  <a:lnTo>
                    <a:pt x="21522" y="4574"/>
                  </a:lnTo>
                  <a:lnTo>
                    <a:pt x="21522" y="3299"/>
                  </a:lnTo>
                  <a:close/>
                  <a:moveTo>
                    <a:pt x="24402" y="3299"/>
                  </a:moveTo>
                  <a:lnTo>
                    <a:pt x="24402" y="4574"/>
                  </a:lnTo>
                  <a:lnTo>
                    <a:pt x="23036" y="4574"/>
                  </a:lnTo>
                  <a:lnTo>
                    <a:pt x="23036" y="3299"/>
                  </a:lnTo>
                  <a:close/>
                  <a:moveTo>
                    <a:pt x="25736" y="3299"/>
                  </a:moveTo>
                  <a:lnTo>
                    <a:pt x="25736" y="4574"/>
                  </a:lnTo>
                  <a:lnTo>
                    <a:pt x="24551" y="4574"/>
                  </a:lnTo>
                  <a:lnTo>
                    <a:pt x="24551" y="3299"/>
                  </a:lnTo>
                  <a:close/>
                  <a:moveTo>
                    <a:pt x="27251" y="3299"/>
                  </a:moveTo>
                  <a:lnTo>
                    <a:pt x="27251" y="4574"/>
                  </a:lnTo>
                  <a:lnTo>
                    <a:pt x="25886" y="4574"/>
                  </a:lnTo>
                  <a:lnTo>
                    <a:pt x="25886" y="3299"/>
                  </a:lnTo>
                  <a:close/>
                  <a:moveTo>
                    <a:pt x="28781" y="3299"/>
                  </a:moveTo>
                  <a:lnTo>
                    <a:pt x="28781" y="4574"/>
                  </a:lnTo>
                  <a:lnTo>
                    <a:pt x="27415" y="4574"/>
                  </a:lnTo>
                  <a:lnTo>
                    <a:pt x="27415" y="3299"/>
                  </a:lnTo>
                  <a:close/>
                  <a:moveTo>
                    <a:pt x="30115" y="3299"/>
                  </a:moveTo>
                  <a:lnTo>
                    <a:pt x="30115" y="4574"/>
                  </a:lnTo>
                  <a:lnTo>
                    <a:pt x="28931" y="4574"/>
                  </a:lnTo>
                  <a:lnTo>
                    <a:pt x="28931" y="3299"/>
                  </a:lnTo>
                  <a:close/>
                  <a:moveTo>
                    <a:pt x="31630" y="3299"/>
                  </a:moveTo>
                  <a:lnTo>
                    <a:pt x="31630" y="4574"/>
                  </a:lnTo>
                  <a:lnTo>
                    <a:pt x="30265" y="4574"/>
                  </a:lnTo>
                  <a:lnTo>
                    <a:pt x="30265" y="3299"/>
                  </a:lnTo>
                  <a:close/>
                  <a:moveTo>
                    <a:pt x="33160" y="3299"/>
                  </a:moveTo>
                  <a:lnTo>
                    <a:pt x="33160" y="4574"/>
                  </a:lnTo>
                  <a:lnTo>
                    <a:pt x="31780" y="4574"/>
                  </a:lnTo>
                  <a:lnTo>
                    <a:pt x="31780" y="3299"/>
                  </a:lnTo>
                  <a:close/>
                  <a:moveTo>
                    <a:pt x="34674" y="3299"/>
                  </a:moveTo>
                  <a:lnTo>
                    <a:pt x="34674" y="4574"/>
                  </a:lnTo>
                  <a:lnTo>
                    <a:pt x="33310" y="4574"/>
                  </a:lnTo>
                  <a:lnTo>
                    <a:pt x="33310" y="3299"/>
                  </a:lnTo>
                  <a:close/>
                  <a:moveTo>
                    <a:pt x="36189" y="3299"/>
                  </a:moveTo>
                  <a:lnTo>
                    <a:pt x="36189" y="4574"/>
                  </a:lnTo>
                  <a:lnTo>
                    <a:pt x="34824" y="4574"/>
                  </a:lnTo>
                  <a:lnTo>
                    <a:pt x="34824" y="3299"/>
                  </a:lnTo>
                  <a:close/>
                  <a:moveTo>
                    <a:pt x="37719" y="3299"/>
                  </a:moveTo>
                  <a:lnTo>
                    <a:pt x="37719" y="4574"/>
                  </a:lnTo>
                  <a:lnTo>
                    <a:pt x="36354" y="4574"/>
                  </a:lnTo>
                  <a:lnTo>
                    <a:pt x="36354" y="3299"/>
                  </a:lnTo>
                  <a:close/>
                  <a:moveTo>
                    <a:pt x="39233" y="3299"/>
                  </a:moveTo>
                  <a:lnTo>
                    <a:pt x="39233" y="4574"/>
                  </a:lnTo>
                  <a:lnTo>
                    <a:pt x="37869" y="4574"/>
                  </a:lnTo>
                  <a:lnTo>
                    <a:pt x="37869" y="3299"/>
                  </a:lnTo>
                  <a:close/>
                  <a:moveTo>
                    <a:pt x="40763" y="3299"/>
                  </a:moveTo>
                  <a:lnTo>
                    <a:pt x="40763" y="4574"/>
                  </a:lnTo>
                  <a:lnTo>
                    <a:pt x="39399" y="4574"/>
                  </a:lnTo>
                  <a:lnTo>
                    <a:pt x="39399" y="3299"/>
                  </a:lnTo>
                  <a:close/>
                  <a:moveTo>
                    <a:pt x="42278" y="3299"/>
                  </a:moveTo>
                  <a:lnTo>
                    <a:pt x="42278" y="4574"/>
                  </a:lnTo>
                  <a:lnTo>
                    <a:pt x="40913" y="4574"/>
                  </a:lnTo>
                  <a:lnTo>
                    <a:pt x="40913" y="3299"/>
                  </a:lnTo>
                  <a:close/>
                  <a:moveTo>
                    <a:pt x="43732" y="3299"/>
                  </a:moveTo>
                  <a:lnTo>
                    <a:pt x="43732" y="4574"/>
                  </a:lnTo>
                  <a:lnTo>
                    <a:pt x="42428" y="4574"/>
                  </a:lnTo>
                  <a:lnTo>
                    <a:pt x="42428" y="3299"/>
                  </a:lnTo>
                  <a:close/>
                  <a:moveTo>
                    <a:pt x="45187" y="3299"/>
                  </a:moveTo>
                  <a:lnTo>
                    <a:pt x="45187" y="4574"/>
                  </a:lnTo>
                  <a:lnTo>
                    <a:pt x="43882" y="4574"/>
                  </a:lnTo>
                  <a:lnTo>
                    <a:pt x="43882" y="3299"/>
                  </a:lnTo>
                  <a:close/>
                  <a:moveTo>
                    <a:pt x="46627" y="3299"/>
                  </a:moveTo>
                  <a:lnTo>
                    <a:pt x="46627" y="4574"/>
                  </a:lnTo>
                  <a:lnTo>
                    <a:pt x="45337" y="4574"/>
                  </a:lnTo>
                  <a:lnTo>
                    <a:pt x="45337" y="3299"/>
                  </a:lnTo>
                  <a:close/>
                  <a:moveTo>
                    <a:pt x="1606" y="4784"/>
                  </a:moveTo>
                  <a:lnTo>
                    <a:pt x="1606" y="6059"/>
                  </a:lnTo>
                  <a:lnTo>
                    <a:pt x="241" y="6059"/>
                  </a:lnTo>
                  <a:lnTo>
                    <a:pt x="241" y="4784"/>
                  </a:lnTo>
                  <a:close/>
                  <a:moveTo>
                    <a:pt x="3120" y="4784"/>
                  </a:moveTo>
                  <a:lnTo>
                    <a:pt x="3120" y="6059"/>
                  </a:lnTo>
                  <a:lnTo>
                    <a:pt x="1756" y="6059"/>
                  </a:lnTo>
                  <a:lnTo>
                    <a:pt x="1756" y="4784"/>
                  </a:lnTo>
                  <a:close/>
                  <a:moveTo>
                    <a:pt x="4650" y="4784"/>
                  </a:moveTo>
                  <a:lnTo>
                    <a:pt x="4650" y="6059"/>
                  </a:lnTo>
                  <a:lnTo>
                    <a:pt x="3286" y="6059"/>
                  </a:lnTo>
                  <a:lnTo>
                    <a:pt x="3286" y="4784"/>
                  </a:lnTo>
                  <a:close/>
                  <a:moveTo>
                    <a:pt x="6165" y="4784"/>
                  </a:moveTo>
                  <a:lnTo>
                    <a:pt x="6165" y="6059"/>
                  </a:lnTo>
                  <a:lnTo>
                    <a:pt x="4800" y="6059"/>
                  </a:lnTo>
                  <a:lnTo>
                    <a:pt x="4800" y="4784"/>
                  </a:lnTo>
                  <a:close/>
                  <a:moveTo>
                    <a:pt x="7679" y="4784"/>
                  </a:moveTo>
                  <a:lnTo>
                    <a:pt x="7679" y="6059"/>
                  </a:lnTo>
                  <a:lnTo>
                    <a:pt x="6315" y="6059"/>
                  </a:lnTo>
                  <a:lnTo>
                    <a:pt x="6315" y="4784"/>
                  </a:lnTo>
                  <a:close/>
                  <a:moveTo>
                    <a:pt x="9209" y="4784"/>
                  </a:moveTo>
                  <a:lnTo>
                    <a:pt x="9209" y="6059"/>
                  </a:lnTo>
                  <a:lnTo>
                    <a:pt x="7845" y="6059"/>
                  </a:lnTo>
                  <a:lnTo>
                    <a:pt x="7845" y="4784"/>
                  </a:lnTo>
                  <a:close/>
                  <a:moveTo>
                    <a:pt x="10724" y="4784"/>
                  </a:moveTo>
                  <a:lnTo>
                    <a:pt x="10724" y="6059"/>
                  </a:lnTo>
                  <a:lnTo>
                    <a:pt x="9359" y="6059"/>
                  </a:lnTo>
                  <a:lnTo>
                    <a:pt x="9359" y="4784"/>
                  </a:lnTo>
                  <a:close/>
                  <a:moveTo>
                    <a:pt x="12238" y="4784"/>
                  </a:moveTo>
                  <a:lnTo>
                    <a:pt x="12238" y="6059"/>
                  </a:lnTo>
                  <a:lnTo>
                    <a:pt x="10874" y="6059"/>
                  </a:lnTo>
                  <a:lnTo>
                    <a:pt x="10874" y="4784"/>
                  </a:lnTo>
                  <a:close/>
                  <a:moveTo>
                    <a:pt x="13768" y="4784"/>
                  </a:moveTo>
                  <a:lnTo>
                    <a:pt x="13768" y="6059"/>
                  </a:lnTo>
                  <a:lnTo>
                    <a:pt x="12404" y="6059"/>
                  </a:lnTo>
                  <a:lnTo>
                    <a:pt x="12404" y="4784"/>
                  </a:lnTo>
                  <a:close/>
                  <a:moveTo>
                    <a:pt x="15283" y="4784"/>
                  </a:moveTo>
                  <a:lnTo>
                    <a:pt x="15283" y="6059"/>
                  </a:lnTo>
                  <a:lnTo>
                    <a:pt x="13918" y="6059"/>
                  </a:lnTo>
                  <a:lnTo>
                    <a:pt x="13918" y="4784"/>
                  </a:lnTo>
                  <a:close/>
                  <a:moveTo>
                    <a:pt x="16797" y="4784"/>
                  </a:moveTo>
                  <a:lnTo>
                    <a:pt x="16797" y="6059"/>
                  </a:lnTo>
                  <a:lnTo>
                    <a:pt x="15433" y="6059"/>
                  </a:lnTo>
                  <a:lnTo>
                    <a:pt x="15433" y="4784"/>
                  </a:lnTo>
                  <a:close/>
                  <a:moveTo>
                    <a:pt x="18327" y="4784"/>
                  </a:moveTo>
                  <a:lnTo>
                    <a:pt x="18327" y="6059"/>
                  </a:lnTo>
                  <a:lnTo>
                    <a:pt x="16963" y="6059"/>
                  </a:lnTo>
                  <a:lnTo>
                    <a:pt x="16963" y="4784"/>
                  </a:lnTo>
                  <a:close/>
                  <a:moveTo>
                    <a:pt x="19842" y="4784"/>
                  </a:moveTo>
                  <a:lnTo>
                    <a:pt x="19842" y="6059"/>
                  </a:lnTo>
                  <a:lnTo>
                    <a:pt x="18477" y="6059"/>
                  </a:lnTo>
                  <a:lnTo>
                    <a:pt x="18477" y="4784"/>
                  </a:lnTo>
                  <a:close/>
                  <a:moveTo>
                    <a:pt x="21356" y="4784"/>
                  </a:moveTo>
                  <a:lnTo>
                    <a:pt x="21356" y="6059"/>
                  </a:lnTo>
                  <a:lnTo>
                    <a:pt x="19992" y="6059"/>
                  </a:lnTo>
                  <a:lnTo>
                    <a:pt x="19992" y="4784"/>
                  </a:lnTo>
                  <a:close/>
                  <a:moveTo>
                    <a:pt x="22886" y="4784"/>
                  </a:moveTo>
                  <a:lnTo>
                    <a:pt x="22886" y="6059"/>
                  </a:lnTo>
                  <a:lnTo>
                    <a:pt x="21522" y="6059"/>
                  </a:lnTo>
                  <a:lnTo>
                    <a:pt x="21522" y="4784"/>
                  </a:lnTo>
                  <a:close/>
                  <a:moveTo>
                    <a:pt x="24402" y="4784"/>
                  </a:moveTo>
                  <a:lnTo>
                    <a:pt x="24402" y="6059"/>
                  </a:lnTo>
                  <a:lnTo>
                    <a:pt x="23036" y="6059"/>
                  </a:lnTo>
                  <a:lnTo>
                    <a:pt x="23036" y="4784"/>
                  </a:lnTo>
                  <a:close/>
                  <a:moveTo>
                    <a:pt x="25736" y="4784"/>
                  </a:moveTo>
                  <a:lnTo>
                    <a:pt x="25736" y="6059"/>
                  </a:lnTo>
                  <a:lnTo>
                    <a:pt x="24551" y="6059"/>
                  </a:lnTo>
                  <a:lnTo>
                    <a:pt x="24551" y="4784"/>
                  </a:lnTo>
                  <a:close/>
                  <a:moveTo>
                    <a:pt x="27251" y="4784"/>
                  </a:moveTo>
                  <a:lnTo>
                    <a:pt x="27251" y="6059"/>
                  </a:lnTo>
                  <a:lnTo>
                    <a:pt x="25886" y="6059"/>
                  </a:lnTo>
                  <a:lnTo>
                    <a:pt x="25886" y="4784"/>
                  </a:lnTo>
                  <a:close/>
                  <a:moveTo>
                    <a:pt x="28781" y="4784"/>
                  </a:moveTo>
                  <a:lnTo>
                    <a:pt x="28781" y="6059"/>
                  </a:lnTo>
                  <a:lnTo>
                    <a:pt x="27415" y="6059"/>
                  </a:lnTo>
                  <a:lnTo>
                    <a:pt x="27415" y="4784"/>
                  </a:lnTo>
                  <a:close/>
                  <a:moveTo>
                    <a:pt x="30115" y="4784"/>
                  </a:moveTo>
                  <a:lnTo>
                    <a:pt x="30115" y="6059"/>
                  </a:lnTo>
                  <a:lnTo>
                    <a:pt x="28931" y="6059"/>
                  </a:lnTo>
                  <a:lnTo>
                    <a:pt x="28931" y="4784"/>
                  </a:lnTo>
                  <a:close/>
                  <a:moveTo>
                    <a:pt x="31630" y="4784"/>
                  </a:moveTo>
                  <a:lnTo>
                    <a:pt x="31630" y="6059"/>
                  </a:lnTo>
                  <a:lnTo>
                    <a:pt x="30265" y="6059"/>
                  </a:lnTo>
                  <a:lnTo>
                    <a:pt x="30265" y="4784"/>
                  </a:lnTo>
                  <a:close/>
                  <a:moveTo>
                    <a:pt x="33160" y="4784"/>
                  </a:moveTo>
                  <a:lnTo>
                    <a:pt x="33160" y="6059"/>
                  </a:lnTo>
                  <a:lnTo>
                    <a:pt x="31780" y="6059"/>
                  </a:lnTo>
                  <a:lnTo>
                    <a:pt x="31780" y="4784"/>
                  </a:lnTo>
                  <a:close/>
                  <a:moveTo>
                    <a:pt x="34674" y="4784"/>
                  </a:moveTo>
                  <a:lnTo>
                    <a:pt x="34674" y="6059"/>
                  </a:lnTo>
                  <a:lnTo>
                    <a:pt x="33310" y="6059"/>
                  </a:lnTo>
                  <a:lnTo>
                    <a:pt x="33310" y="4784"/>
                  </a:lnTo>
                  <a:close/>
                  <a:moveTo>
                    <a:pt x="36189" y="4784"/>
                  </a:moveTo>
                  <a:lnTo>
                    <a:pt x="36189" y="6059"/>
                  </a:lnTo>
                  <a:lnTo>
                    <a:pt x="34824" y="6059"/>
                  </a:lnTo>
                  <a:lnTo>
                    <a:pt x="34824" y="4784"/>
                  </a:lnTo>
                  <a:close/>
                  <a:moveTo>
                    <a:pt x="37719" y="4784"/>
                  </a:moveTo>
                  <a:lnTo>
                    <a:pt x="37719" y="6059"/>
                  </a:lnTo>
                  <a:lnTo>
                    <a:pt x="36354" y="6059"/>
                  </a:lnTo>
                  <a:lnTo>
                    <a:pt x="36354" y="4784"/>
                  </a:lnTo>
                  <a:close/>
                  <a:moveTo>
                    <a:pt x="39233" y="4784"/>
                  </a:moveTo>
                  <a:lnTo>
                    <a:pt x="39233" y="6059"/>
                  </a:lnTo>
                  <a:lnTo>
                    <a:pt x="37869" y="6059"/>
                  </a:lnTo>
                  <a:lnTo>
                    <a:pt x="37869" y="4784"/>
                  </a:lnTo>
                  <a:close/>
                  <a:moveTo>
                    <a:pt x="40763" y="4784"/>
                  </a:moveTo>
                  <a:lnTo>
                    <a:pt x="40763" y="6059"/>
                  </a:lnTo>
                  <a:lnTo>
                    <a:pt x="39399" y="6059"/>
                  </a:lnTo>
                  <a:lnTo>
                    <a:pt x="39399" y="4784"/>
                  </a:lnTo>
                  <a:close/>
                  <a:moveTo>
                    <a:pt x="42278" y="4784"/>
                  </a:moveTo>
                  <a:lnTo>
                    <a:pt x="42278" y="6059"/>
                  </a:lnTo>
                  <a:lnTo>
                    <a:pt x="40913" y="6059"/>
                  </a:lnTo>
                  <a:lnTo>
                    <a:pt x="40913" y="4784"/>
                  </a:lnTo>
                  <a:close/>
                  <a:moveTo>
                    <a:pt x="43732" y="4784"/>
                  </a:moveTo>
                  <a:lnTo>
                    <a:pt x="43732" y="6059"/>
                  </a:lnTo>
                  <a:lnTo>
                    <a:pt x="42428" y="6059"/>
                  </a:lnTo>
                  <a:lnTo>
                    <a:pt x="42428" y="4784"/>
                  </a:lnTo>
                  <a:close/>
                  <a:moveTo>
                    <a:pt x="45187" y="4784"/>
                  </a:moveTo>
                  <a:lnTo>
                    <a:pt x="45187" y="6059"/>
                  </a:lnTo>
                  <a:lnTo>
                    <a:pt x="43882" y="6059"/>
                  </a:lnTo>
                  <a:lnTo>
                    <a:pt x="43882" y="4784"/>
                  </a:lnTo>
                  <a:close/>
                  <a:moveTo>
                    <a:pt x="1606" y="6253"/>
                  </a:moveTo>
                  <a:lnTo>
                    <a:pt x="1606" y="7573"/>
                  </a:lnTo>
                  <a:lnTo>
                    <a:pt x="241" y="7573"/>
                  </a:lnTo>
                  <a:lnTo>
                    <a:pt x="241" y="6253"/>
                  </a:lnTo>
                  <a:close/>
                  <a:moveTo>
                    <a:pt x="3120" y="6253"/>
                  </a:moveTo>
                  <a:lnTo>
                    <a:pt x="3120" y="7573"/>
                  </a:lnTo>
                  <a:lnTo>
                    <a:pt x="1756" y="7573"/>
                  </a:lnTo>
                  <a:lnTo>
                    <a:pt x="1756" y="6253"/>
                  </a:lnTo>
                  <a:close/>
                  <a:moveTo>
                    <a:pt x="4650" y="6253"/>
                  </a:moveTo>
                  <a:lnTo>
                    <a:pt x="4650" y="7573"/>
                  </a:lnTo>
                  <a:lnTo>
                    <a:pt x="3286" y="7573"/>
                  </a:lnTo>
                  <a:lnTo>
                    <a:pt x="3286" y="6253"/>
                  </a:lnTo>
                  <a:close/>
                  <a:moveTo>
                    <a:pt x="6165" y="6253"/>
                  </a:moveTo>
                  <a:lnTo>
                    <a:pt x="6165" y="7573"/>
                  </a:lnTo>
                  <a:lnTo>
                    <a:pt x="4800" y="7573"/>
                  </a:lnTo>
                  <a:lnTo>
                    <a:pt x="4800" y="6253"/>
                  </a:lnTo>
                  <a:close/>
                  <a:moveTo>
                    <a:pt x="7679" y="6253"/>
                  </a:moveTo>
                  <a:lnTo>
                    <a:pt x="7679" y="7573"/>
                  </a:lnTo>
                  <a:lnTo>
                    <a:pt x="6315" y="7573"/>
                  </a:lnTo>
                  <a:lnTo>
                    <a:pt x="6315" y="6253"/>
                  </a:lnTo>
                  <a:close/>
                  <a:moveTo>
                    <a:pt x="9209" y="6253"/>
                  </a:moveTo>
                  <a:lnTo>
                    <a:pt x="9209" y="7573"/>
                  </a:lnTo>
                  <a:lnTo>
                    <a:pt x="7845" y="7573"/>
                  </a:lnTo>
                  <a:lnTo>
                    <a:pt x="7845" y="6253"/>
                  </a:lnTo>
                  <a:close/>
                  <a:moveTo>
                    <a:pt x="10724" y="6253"/>
                  </a:moveTo>
                  <a:lnTo>
                    <a:pt x="10724" y="7573"/>
                  </a:lnTo>
                  <a:lnTo>
                    <a:pt x="9359" y="7573"/>
                  </a:lnTo>
                  <a:lnTo>
                    <a:pt x="9359" y="6253"/>
                  </a:lnTo>
                  <a:close/>
                  <a:moveTo>
                    <a:pt x="12238" y="6253"/>
                  </a:moveTo>
                  <a:lnTo>
                    <a:pt x="12238" y="7573"/>
                  </a:lnTo>
                  <a:lnTo>
                    <a:pt x="10874" y="7573"/>
                  </a:lnTo>
                  <a:lnTo>
                    <a:pt x="10874" y="6253"/>
                  </a:lnTo>
                  <a:close/>
                  <a:moveTo>
                    <a:pt x="13768" y="6253"/>
                  </a:moveTo>
                  <a:lnTo>
                    <a:pt x="13768" y="7573"/>
                  </a:lnTo>
                  <a:lnTo>
                    <a:pt x="12404" y="7573"/>
                  </a:lnTo>
                  <a:lnTo>
                    <a:pt x="12404" y="6253"/>
                  </a:lnTo>
                  <a:close/>
                  <a:moveTo>
                    <a:pt x="15283" y="6253"/>
                  </a:moveTo>
                  <a:lnTo>
                    <a:pt x="15283" y="7573"/>
                  </a:lnTo>
                  <a:lnTo>
                    <a:pt x="13918" y="7573"/>
                  </a:lnTo>
                  <a:lnTo>
                    <a:pt x="13918" y="6253"/>
                  </a:lnTo>
                  <a:close/>
                  <a:moveTo>
                    <a:pt x="16797" y="6253"/>
                  </a:moveTo>
                  <a:lnTo>
                    <a:pt x="16797" y="7573"/>
                  </a:lnTo>
                  <a:lnTo>
                    <a:pt x="15433" y="7573"/>
                  </a:lnTo>
                  <a:lnTo>
                    <a:pt x="15433" y="6253"/>
                  </a:lnTo>
                  <a:close/>
                  <a:moveTo>
                    <a:pt x="18327" y="6253"/>
                  </a:moveTo>
                  <a:lnTo>
                    <a:pt x="18327" y="7573"/>
                  </a:lnTo>
                  <a:lnTo>
                    <a:pt x="16963" y="7573"/>
                  </a:lnTo>
                  <a:lnTo>
                    <a:pt x="16963" y="6253"/>
                  </a:lnTo>
                  <a:close/>
                  <a:moveTo>
                    <a:pt x="19842" y="6253"/>
                  </a:moveTo>
                  <a:lnTo>
                    <a:pt x="19842" y="7573"/>
                  </a:lnTo>
                  <a:lnTo>
                    <a:pt x="18477" y="7573"/>
                  </a:lnTo>
                  <a:lnTo>
                    <a:pt x="18477" y="6253"/>
                  </a:lnTo>
                  <a:close/>
                  <a:moveTo>
                    <a:pt x="21356" y="6253"/>
                  </a:moveTo>
                  <a:lnTo>
                    <a:pt x="21356" y="7573"/>
                  </a:lnTo>
                  <a:lnTo>
                    <a:pt x="19992" y="7573"/>
                  </a:lnTo>
                  <a:lnTo>
                    <a:pt x="19992" y="6253"/>
                  </a:lnTo>
                  <a:close/>
                  <a:moveTo>
                    <a:pt x="22886" y="6253"/>
                  </a:moveTo>
                  <a:lnTo>
                    <a:pt x="22886" y="7573"/>
                  </a:lnTo>
                  <a:lnTo>
                    <a:pt x="21522" y="7573"/>
                  </a:lnTo>
                  <a:lnTo>
                    <a:pt x="21522" y="6253"/>
                  </a:lnTo>
                  <a:close/>
                  <a:moveTo>
                    <a:pt x="24402" y="6253"/>
                  </a:moveTo>
                  <a:lnTo>
                    <a:pt x="24402" y="7573"/>
                  </a:lnTo>
                  <a:lnTo>
                    <a:pt x="23036" y="7573"/>
                  </a:lnTo>
                  <a:lnTo>
                    <a:pt x="23036" y="6253"/>
                  </a:lnTo>
                  <a:close/>
                  <a:moveTo>
                    <a:pt x="25736" y="6253"/>
                  </a:moveTo>
                  <a:lnTo>
                    <a:pt x="25736" y="7573"/>
                  </a:lnTo>
                  <a:lnTo>
                    <a:pt x="24551" y="7573"/>
                  </a:lnTo>
                  <a:lnTo>
                    <a:pt x="24551" y="6253"/>
                  </a:lnTo>
                  <a:close/>
                  <a:moveTo>
                    <a:pt x="27251" y="6253"/>
                  </a:moveTo>
                  <a:lnTo>
                    <a:pt x="27251" y="7573"/>
                  </a:lnTo>
                  <a:lnTo>
                    <a:pt x="25886" y="7573"/>
                  </a:lnTo>
                  <a:lnTo>
                    <a:pt x="25886" y="6253"/>
                  </a:lnTo>
                  <a:close/>
                  <a:moveTo>
                    <a:pt x="28781" y="6253"/>
                  </a:moveTo>
                  <a:lnTo>
                    <a:pt x="28781" y="7573"/>
                  </a:lnTo>
                  <a:lnTo>
                    <a:pt x="27415" y="7573"/>
                  </a:lnTo>
                  <a:lnTo>
                    <a:pt x="27415" y="6253"/>
                  </a:lnTo>
                  <a:close/>
                  <a:moveTo>
                    <a:pt x="30115" y="6253"/>
                  </a:moveTo>
                  <a:lnTo>
                    <a:pt x="30115" y="7573"/>
                  </a:lnTo>
                  <a:lnTo>
                    <a:pt x="28931" y="7573"/>
                  </a:lnTo>
                  <a:lnTo>
                    <a:pt x="28931" y="6253"/>
                  </a:lnTo>
                  <a:close/>
                  <a:moveTo>
                    <a:pt x="31630" y="6253"/>
                  </a:moveTo>
                  <a:lnTo>
                    <a:pt x="31630" y="7573"/>
                  </a:lnTo>
                  <a:lnTo>
                    <a:pt x="30265" y="7573"/>
                  </a:lnTo>
                  <a:lnTo>
                    <a:pt x="30265" y="6253"/>
                  </a:lnTo>
                  <a:close/>
                  <a:moveTo>
                    <a:pt x="33160" y="6253"/>
                  </a:moveTo>
                  <a:lnTo>
                    <a:pt x="33160" y="7573"/>
                  </a:lnTo>
                  <a:lnTo>
                    <a:pt x="31780" y="7573"/>
                  </a:lnTo>
                  <a:lnTo>
                    <a:pt x="31780" y="6253"/>
                  </a:lnTo>
                  <a:close/>
                  <a:moveTo>
                    <a:pt x="34674" y="6253"/>
                  </a:moveTo>
                  <a:lnTo>
                    <a:pt x="34674" y="7573"/>
                  </a:lnTo>
                  <a:lnTo>
                    <a:pt x="33310" y="7573"/>
                  </a:lnTo>
                  <a:lnTo>
                    <a:pt x="33310" y="6253"/>
                  </a:lnTo>
                  <a:close/>
                  <a:moveTo>
                    <a:pt x="36189" y="6253"/>
                  </a:moveTo>
                  <a:lnTo>
                    <a:pt x="36189" y="7573"/>
                  </a:lnTo>
                  <a:lnTo>
                    <a:pt x="34824" y="7573"/>
                  </a:lnTo>
                  <a:lnTo>
                    <a:pt x="34824" y="6253"/>
                  </a:lnTo>
                  <a:close/>
                  <a:moveTo>
                    <a:pt x="37719" y="6253"/>
                  </a:moveTo>
                  <a:lnTo>
                    <a:pt x="37719" y="7573"/>
                  </a:lnTo>
                  <a:lnTo>
                    <a:pt x="36354" y="7573"/>
                  </a:lnTo>
                  <a:lnTo>
                    <a:pt x="36354" y="6253"/>
                  </a:lnTo>
                  <a:close/>
                  <a:moveTo>
                    <a:pt x="39233" y="6253"/>
                  </a:moveTo>
                  <a:lnTo>
                    <a:pt x="39233" y="7573"/>
                  </a:lnTo>
                  <a:lnTo>
                    <a:pt x="37869" y="7573"/>
                  </a:lnTo>
                  <a:lnTo>
                    <a:pt x="37869" y="6253"/>
                  </a:lnTo>
                  <a:close/>
                  <a:moveTo>
                    <a:pt x="40763" y="6253"/>
                  </a:moveTo>
                  <a:lnTo>
                    <a:pt x="40763" y="7573"/>
                  </a:lnTo>
                  <a:lnTo>
                    <a:pt x="39399" y="7573"/>
                  </a:lnTo>
                  <a:lnTo>
                    <a:pt x="39399" y="6253"/>
                  </a:lnTo>
                  <a:close/>
                  <a:moveTo>
                    <a:pt x="42278" y="6253"/>
                  </a:moveTo>
                  <a:lnTo>
                    <a:pt x="42278" y="7573"/>
                  </a:lnTo>
                  <a:lnTo>
                    <a:pt x="40913" y="7573"/>
                  </a:lnTo>
                  <a:lnTo>
                    <a:pt x="40913" y="6253"/>
                  </a:lnTo>
                  <a:close/>
                  <a:moveTo>
                    <a:pt x="1606" y="7783"/>
                  </a:moveTo>
                  <a:lnTo>
                    <a:pt x="1606" y="9103"/>
                  </a:lnTo>
                  <a:lnTo>
                    <a:pt x="241" y="9103"/>
                  </a:lnTo>
                  <a:lnTo>
                    <a:pt x="241" y="7783"/>
                  </a:lnTo>
                  <a:close/>
                  <a:moveTo>
                    <a:pt x="3120" y="7783"/>
                  </a:moveTo>
                  <a:lnTo>
                    <a:pt x="3120" y="9103"/>
                  </a:lnTo>
                  <a:lnTo>
                    <a:pt x="1756" y="9103"/>
                  </a:lnTo>
                  <a:lnTo>
                    <a:pt x="1756" y="7783"/>
                  </a:lnTo>
                  <a:close/>
                  <a:moveTo>
                    <a:pt x="4650" y="7783"/>
                  </a:moveTo>
                  <a:lnTo>
                    <a:pt x="4650" y="9103"/>
                  </a:lnTo>
                  <a:lnTo>
                    <a:pt x="3286" y="9103"/>
                  </a:lnTo>
                  <a:lnTo>
                    <a:pt x="3286" y="7783"/>
                  </a:lnTo>
                  <a:close/>
                  <a:moveTo>
                    <a:pt x="6165" y="7783"/>
                  </a:moveTo>
                  <a:lnTo>
                    <a:pt x="6165" y="9103"/>
                  </a:lnTo>
                  <a:lnTo>
                    <a:pt x="4800" y="9103"/>
                  </a:lnTo>
                  <a:lnTo>
                    <a:pt x="4800" y="7783"/>
                  </a:lnTo>
                  <a:close/>
                  <a:moveTo>
                    <a:pt x="7679" y="7783"/>
                  </a:moveTo>
                  <a:lnTo>
                    <a:pt x="7679" y="9103"/>
                  </a:lnTo>
                  <a:lnTo>
                    <a:pt x="6315" y="9103"/>
                  </a:lnTo>
                  <a:lnTo>
                    <a:pt x="6315" y="7783"/>
                  </a:lnTo>
                  <a:close/>
                  <a:moveTo>
                    <a:pt x="9209" y="7783"/>
                  </a:moveTo>
                  <a:lnTo>
                    <a:pt x="9209" y="9103"/>
                  </a:lnTo>
                  <a:lnTo>
                    <a:pt x="7845" y="9103"/>
                  </a:lnTo>
                  <a:lnTo>
                    <a:pt x="7845" y="7783"/>
                  </a:lnTo>
                  <a:close/>
                  <a:moveTo>
                    <a:pt x="10724" y="7783"/>
                  </a:moveTo>
                  <a:lnTo>
                    <a:pt x="10724" y="9103"/>
                  </a:lnTo>
                  <a:lnTo>
                    <a:pt x="9359" y="9103"/>
                  </a:lnTo>
                  <a:lnTo>
                    <a:pt x="9359" y="7783"/>
                  </a:lnTo>
                  <a:close/>
                  <a:moveTo>
                    <a:pt x="12238" y="7783"/>
                  </a:moveTo>
                  <a:lnTo>
                    <a:pt x="12238" y="9103"/>
                  </a:lnTo>
                  <a:lnTo>
                    <a:pt x="10874" y="9103"/>
                  </a:lnTo>
                  <a:lnTo>
                    <a:pt x="10874" y="7783"/>
                  </a:lnTo>
                  <a:close/>
                  <a:moveTo>
                    <a:pt x="13768" y="7783"/>
                  </a:moveTo>
                  <a:lnTo>
                    <a:pt x="13768" y="9103"/>
                  </a:lnTo>
                  <a:lnTo>
                    <a:pt x="12404" y="9103"/>
                  </a:lnTo>
                  <a:lnTo>
                    <a:pt x="12404" y="7783"/>
                  </a:lnTo>
                  <a:close/>
                  <a:moveTo>
                    <a:pt x="15283" y="7783"/>
                  </a:moveTo>
                  <a:lnTo>
                    <a:pt x="15283" y="9103"/>
                  </a:lnTo>
                  <a:lnTo>
                    <a:pt x="13918" y="9103"/>
                  </a:lnTo>
                  <a:lnTo>
                    <a:pt x="13918" y="7783"/>
                  </a:lnTo>
                  <a:close/>
                  <a:moveTo>
                    <a:pt x="16797" y="7783"/>
                  </a:moveTo>
                  <a:lnTo>
                    <a:pt x="16797" y="9103"/>
                  </a:lnTo>
                  <a:lnTo>
                    <a:pt x="15433" y="9103"/>
                  </a:lnTo>
                  <a:lnTo>
                    <a:pt x="15433" y="7783"/>
                  </a:lnTo>
                  <a:close/>
                  <a:moveTo>
                    <a:pt x="18327" y="7783"/>
                  </a:moveTo>
                  <a:lnTo>
                    <a:pt x="18327" y="9103"/>
                  </a:lnTo>
                  <a:lnTo>
                    <a:pt x="16963" y="9103"/>
                  </a:lnTo>
                  <a:lnTo>
                    <a:pt x="16963" y="7783"/>
                  </a:lnTo>
                  <a:close/>
                  <a:moveTo>
                    <a:pt x="19842" y="7783"/>
                  </a:moveTo>
                  <a:lnTo>
                    <a:pt x="19842" y="9103"/>
                  </a:lnTo>
                  <a:lnTo>
                    <a:pt x="18477" y="9103"/>
                  </a:lnTo>
                  <a:lnTo>
                    <a:pt x="18477" y="7783"/>
                  </a:lnTo>
                  <a:close/>
                  <a:moveTo>
                    <a:pt x="21356" y="7783"/>
                  </a:moveTo>
                  <a:lnTo>
                    <a:pt x="21356" y="9103"/>
                  </a:lnTo>
                  <a:lnTo>
                    <a:pt x="19992" y="9103"/>
                  </a:lnTo>
                  <a:lnTo>
                    <a:pt x="19992" y="7783"/>
                  </a:lnTo>
                  <a:close/>
                  <a:moveTo>
                    <a:pt x="22886" y="7783"/>
                  </a:moveTo>
                  <a:lnTo>
                    <a:pt x="22886" y="9103"/>
                  </a:lnTo>
                  <a:lnTo>
                    <a:pt x="21522" y="9103"/>
                  </a:lnTo>
                  <a:lnTo>
                    <a:pt x="21522" y="7783"/>
                  </a:lnTo>
                  <a:close/>
                  <a:moveTo>
                    <a:pt x="24402" y="7783"/>
                  </a:moveTo>
                  <a:lnTo>
                    <a:pt x="24402" y="9103"/>
                  </a:lnTo>
                  <a:lnTo>
                    <a:pt x="23036" y="9103"/>
                  </a:lnTo>
                  <a:lnTo>
                    <a:pt x="23036" y="7783"/>
                  </a:lnTo>
                  <a:close/>
                  <a:moveTo>
                    <a:pt x="25736" y="7783"/>
                  </a:moveTo>
                  <a:lnTo>
                    <a:pt x="25736" y="9103"/>
                  </a:lnTo>
                  <a:lnTo>
                    <a:pt x="24551" y="9103"/>
                  </a:lnTo>
                  <a:lnTo>
                    <a:pt x="24551" y="7783"/>
                  </a:lnTo>
                  <a:close/>
                  <a:moveTo>
                    <a:pt x="27251" y="7783"/>
                  </a:moveTo>
                  <a:lnTo>
                    <a:pt x="27251" y="9103"/>
                  </a:lnTo>
                  <a:lnTo>
                    <a:pt x="25886" y="9103"/>
                  </a:lnTo>
                  <a:lnTo>
                    <a:pt x="25886" y="7783"/>
                  </a:lnTo>
                  <a:close/>
                  <a:moveTo>
                    <a:pt x="28781" y="7783"/>
                  </a:moveTo>
                  <a:lnTo>
                    <a:pt x="28781" y="9103"/>
                  </a:lnTo>
                  <a:lnTo>
                    <a:pt x="27415" y="9103"/>
                  </a:lnTo>
                  <a:lnTo>
                    <a:pt x="27415" y="7783"/>
                  </a:lnTo>
                  <a:close/>
                  <a:moveTo>
                    <a:pt x="30115" y="7783"/>
                  </a:moveTo>
                  <a:lnTo>
                    <a:pt x="30115" y="9103"/>
                  </a:lnTo>
                  <a:lnTo>
                    <a:pt x="28931" y="9103"/>
                  </a:lnTo>
                  <a:lnTo>
                    <a:pt x="28931" y="7783"/>
                  </a:lnTo>
                  <a:close/>
                  <a:moveTo>
                    <a:pt x="31630" y="7783"/>
                  </a:moveTo>
                  <a:lnTo>
                    <a:pt x="31630" y="9103"/>
                  </a:lnTo>
                  <a:lnTo>
                    <a:pt x="30265" y="9103"/>
                  </a:lnTo>
                  <a:lnTo>
                    <a:pt x="30265" y="7783"/>
                  </a:lnTo>
                  <a:close/>
                  <a:moveTo>
                    <a:pt x="33160" y="7783"/>
                  </a:moveTo>
                  <a:lnTo>
                    <a:pt x="33160" y="9103"/>
                  </a:lnTo>
                  <a:lnTo>
                    <a:pt x="31780" y="9103"/>
                  </a:lnTo>
                  <a:lnTo>
                    <a:pt x="31780" y="7783"/>
                  </a:lnTo>
                  <a:close/>
                  <a:moveTo>
                    <a:pt x="34674" y="7783"/>
                  </a:moveTo>
                  <a:lnTo>
                    <a:pt x="34674" y="9103"/>
                  </a:lnTo>
                  <a:lnTo>
                    <a:pt x="33310" y="9103"/>
                  </a:lnTo>
                  <a:lnTo>
                    <a:pt x="33310" y="7783"/>
                  </a:lnTo>
                  <a:close/>
                  <a:moveTo>
                    <a:pt x="36189" y="7783"/>
                  </a:moveTo>
                  <a:lnTo>
                    <a:pt x="36189" y="9103"/>
                  </a:lnTo>
                  <a:lnTo>
                    <a:pt x="34824" y="9103"/>
                  </a:lnTo>
                  <a:lnTo>
                    <a:pt x="34824" y="7783"/>
                  </a:lnTo>
                  <a:close/>
                  <a:moveTo>
                    <a:pt x="37719" y="7783"/>
                  </a:moveTo>
                  <a:lnTo>
                    <a:pt x="37719" y="9103"/>
                  </a:lnTo>
                  <a:lnTo>
                    <a:pt x="36354" y="9103"/>
                  </a:lnTo>
                  <a:lnTo>
                    <a:pt x="36354" y="7783"/>
                  </a:lnTo>
                  <a:close/>
                  <a:moveTo>
                    <a:pt x="39233" y="7783"/>
                  </a:moveTo>
                  <a:lnTo>
                    <a:pt x="39233" y="9103"/>
                  </a:lnTo>
                  <a:lnTo>
                    <a:pt x="37869" y="9103"/>
                  </a:lnTo>
                  <a:lnTo>
                    <a:pt x="37869" y="7783"/>
                  </a:lnTo>
                  <a:close/>
                  <a:moveTo>
                    <a:pt x="40763" y="7783"/>
                  </a:moveTo>
                  <a:lnTo>
                    <a:pt x="40763" y="9103"/>
                  </a:lnTo>
                  <a:lnTo>
                    <a:pt x="39399" y="9103"/>
                  </a:lnTo>
                  <a:lnTo>
                    <a:pt x="39399" y="7783"/>
                  </a:lnTo>
                  <a:close/>
                  <a:moveTo>
                    <a:pt x="1606" y="9298"/>
                  </a:moveTo>
                  <a:lnTo>
                    <a:pt x="1606" y="10618"/>
                  </a:lnTo>
                  <a:lnTo>
                    <a:pt x="241" y="10618"/>
                  </a:lnTo>
                  <a:lnTo>
                    <a:pt x="241" y="9298"/>
                  </a:lnTo>
                  <a:close/>
                  <a:moveTo>
                    <a:pt x="3120" y="9298"/>
                  </a:moveTo>
                  <a:lnTo>
                    <a:pt x="3120" y="10618"/>
                  </a:lnTo>
                  <a:lnTo>
                    <a:pt x="1756" y="10618"/>
                  </a:lnTo>
                  <a:lnTo>
                    <a:pt x="1756" y="9298"/>
                  </a:lnTo>
                  <a:close/>
                  <a:moveTo>
                    <a:pt x="4650" y="9298"/>
                  </a:moveTo>
                  <a:lnTo>
                    <a:pt x="4650" y="10618"/>
                  </a:lnTo>
                  <a:lnTo>
                    <a:pt x="3286" y="10618"/>
                  </a:lnTo>
                  <a:lnTo>
                    <a:pt x="3286" y="9298"/>
                  </a:lnTo>
                  <a:close/>
                  <a:moveTo>
                    <a:pt x="6165" y="9298"/>
                  </a:moveTo>
                  <a:lnTo>
                    <a:pt x="6165" y="10618"/>
                  </a:lnTo>
                  <a:lnTo>
                    <a:pt x="4800" y="10618"/>
                  </a:lnTo>
                  <a:lnTo>
                    <a:pt x="4800" y="9298"/>
                  </a:lnTo>
                  <a:close/>
                  <a:moveTo>
                    <a:pt x="7679" y="9298"/>
                  </a:moveTo>
                  <a:lnTo>
                    <a:pt x="7679" y="10618"/>
                  </a:lnTo>
                  <a:lnTo>
                    <a:pt x="6315" y="10618"/>
                  </a:lnTo>
                  <a:lnTo>
                    <a:pt x="6315" y="9298"/>
                  </a:lnTo>
                  <a:close/>
                  <a:moveTo>
                    <a:pt x="9209" y="9298"/>
                  </a:moveTo>
                  <a:lnTo>
                    <a:pt x="9209" y="10618"/>
                  </a:lnTo>
                  <a:lnTo>
                    <a:pt x="7845" y="10618"/>
                  </a:lnTo>
                  <a:lnTo>
                    <a:pt x="7845" y="9298"/>
                  </a:lnTo>
                  <a:close/>
                  <a:moveTo>
                    <a:pt x="10724" y="9298"/>
                  </a:moveTo>
                  <a:lnTo>
                    <a:pt x="10724" y="10618"/>
                  </a:lnTo>
                  <a:lnTo>
                    <a:pt x="9359" y="10618"/>
                  </a:lnTo>
                  <a:lnTo>
                    <a:pt x="9359" y="9298"/>
                  </a:lnTo>
                  <a:close/>
                  <a:moveTo>
                    <a:pt x="12238" y="9298"/>
                  </a:moveTo>
                  <a:lnTo>
                    <a:pt x="12238" y="10618"/>
                  </a:lnTo>
                  <a:lnTo>
                    <a:pt x="10874" y="10618"/>
                  </a:lnTo>
                  <a:lnTo>
                    <a:pt x="10874" y="9298"/>
                  </a:lnTo>
                  <a:close/>
                  <a:moveTo>
                    <a:pt x="13768" y="9298"/>
                  </a:moveTo>
                  <a:lnTo>
                    <a:pt x="13768" y="10618"/>
                  </a:lnTo>
                  <a:lnTo>
                    <a:pt x="12404" y="10618"/>
                  </a:lnTo>
                  <a:lnTo>
                    <a:pt x="12404" y="9298"/>
                  </a:lnTo>
                  <a:close/>
                  <a:moveTo>
                    <a:pt x="15283" y="9298"/>
                  </a:moveTo>
                  <a:lnTo>
                    <a:pt x="15283" y="10618"/>
                  </a:lnTo>
                  <a:lnTo>
                    <a:pt x="13918" y="10618"/>
                  </a:lnTo>
                  <a:lnTo>
                    <a:pt x="13918" y="9298"/>
                  </a:lnTo>
                  <a:close/>
                  <a:moveTo>
                    <a:pt x="16797" y="9298"/>
                  </a:moveTo>
                  <a:lnTo>
                    <a:pt x="16797" y="10618"/>
                  </a:lnTo>
                  <a:lnTo>
                    <a:pt x="15433" y="10618"/>
                  </a:lnTo>
                  <a:lnTo>
                    <a:pt x="15433" y="9298"/>
                  </a:lnTo>
                  <a:close/>
                  <a:moveTo>
                    <a:pt x="18327" y="9298"/>
                  </a:moveTo>
                  <a:lnTo>
                    <a:pt x="18327" y="10618"/>
                  </a:lnTo>
                  <a:lnTo>
                    <a:pt x="16963" y="10618"/>
                  </a:lnTo>
                  <a:lnTo>
                    <a:pt x="16963" y="9298"/>
                  </a:lnTo>
                  <a:close/>
                  <a:moveTo>
                    <a:pt x="19842" y="9298"/>
                  </a:moveTo>
                  <a:lnTo>
                    <a:pt x="19842" y="10618"/>
                  </a:lnTo>
                  <a:lnTo>
                    <a:pt x="18477" y="10618"/>
                  </a:lnTo>
                  <a:lnTo>
                    <a:pt x="18477" y="9298"/>
                  </a:lnTo>
                  <a:close/>
                  <a:moveTo>
                    <a:pt x="21356" y="9298"/>
                  </a:moveTo>
                  <a:lnTo>
                    <a:pt x="21356" y="10618"/>
                  </a:lnTo>
                  <a:lnTo>
                    <a:pt x="19992" y="10618"/>
                  </a:lnTo>
                  <a:lnTo>
                    <a:pt x="19992" y="9298"/>
                  </a:lnTo>
                  <a:close/>
                  <a:moveTo>
                    <a:pt x="22886" y="9298"/>
                  </a:moveTo>
                  <a:lnTo>
                    <a:pt x="22886" y="10618"/>
                  </a:lnTo>
                  <a:lnTo>
                    <a:pt x="21522" y="10618"/>
                  </a:lnTo>
                  <a:lnTo>
                    <a:pt x="21522" y="9298"/>
                  </a:lnTo>
                  <a:close/>
                  <a:moveTo>
                    <a:pt x="24402" y="9298"/>
                  </a:moveTo>
                  <a:lnTo>
                    <a:pt x="24402" y="10618"/>
                  </a:lnTo>
                  <a:lnTo>
                    <a:pt x="23036" y="10618"/>
                  </a:lnTo>
                  <a:lnTo>
                    <a:pt x="23036" y="9298"/>
                  </a:lnTo>
                  <a:close/>
                  <a:moveTo>
                    <a:pt x="25736" y="9298"/>
                  </a:moveTo>
                  <a:lnTo>
                    <a:pt x="25736" y="10618"/>
                  </a:lnTo>
                  <a:lnTo>
                    <a:pt x="24551" y="10618"/>
                  </a:lnTo>
                  <a:lnTo>
                    <a:pt x="24551" y="9298"/>
                  </a:lnTo>
                  <a:close/>
                  <a:moveTo>
                    <a:pt x="27251" y="9298"/>
                  </a:moveTo>
                  <a:lnTo>
                    <a:pt x="27251" y="10618"/>
                  </a:lnTo>
                  <a:lnTo>
                    <a:pt x="25886" y="10618"/>
                  </a:lnTo>
                  <a:lnTo>
                    <a:pt x="25886" y="9298"/>
                  </a:lnTo>
                  <a:close/>
                  <a:moveTo>
                    <a:pt x="28781" y="9298"/>
                  </a:moveTo>
                  <a:lnTo>
                    <a:pt x="28781" y="10618"/>
                  </a:lnTo>
                  <a:lnTo>
                    <a:pt x="27415" y="10618"/>
                  </a:lnTo>
                  <a:lnTo>
                    <a:pt x="27415" y="9298"/>
                  </a:lnTo>
                  <a:close/>
                  <a:moveTo>
                    <a:pt x="30115" y="9298"/>
                  </a:moveTo>
                  <a:lnTo>
                    <a:pt x="30115" y="10618"/>
                  </a:lnTo>
                  <a:lnTo>
                    <a:pt x="28931" y="10618"/>
                  </a:lnTo>
                  <a:lnTo>
                    <a:pt x="28931" y="9298"/>
                  </a:lnTo>
                  <a:close/>
                  <a:moveTo>
                    <a:pt x="31630" y="9298"/>
                  </a:moveTo>
                  <a:lnTo>
                    <a:pt x="31630" y="10618"/>
                  </a:lnTo>
                  <a:lnTo>
                    <a:pt x="30265" y="10618"/>
                  </a:lnTo>
                  <a:lnTo>
                    <a:pt x="30265" y="9298"/>
                  </a:lnTo>
                  <a:close/>
                  <a:moveTo>
                    <a:pt x="33160" y="9298"/>
                  </a:moveTo>
                  <a:lnTo>
                    <a:pt x="33160" y="10618"/>
                  </a:lnTo>
                  <a:lnTo>
                    <a:pt x="31780" y="10618"/>
                  </a:lnTo>
                  <a:lnTo>
                    <a:pt x="31780" y="9298"/>
                  </a:lnTo>
                  <a:close/>
                  <a:moveTo>
                    <a:pt x="1606" y="10812"/>
                  </a:moveTo>
                  <a:lnTo>
                    <a:pt x="1606" y="12132"/>
                  </a:lnTo>
                  <a:lnTo>
                    <a:pt x="241" y="12132"/>
                  </a:lnTo>
                  <a:lnTo>
                    <a:pt x="241" y="10812"/>
                  </a:lnTo>
                  <a:close/>
                  <a:moveTo>
                    <a:pt x="3120" y="10812"/>
                  </a:moveTo>
                  <a:lnTo>
                    <a:pt x="3120" y="12132"/>
                  </a:lnTo>
                  <a:lnTo>
                    <a:pt x="1756" y="12132"/>
                  </a:lnTo>
                  <a:lnTo>
                    <a:pt x="1756" y="10812"/>
                  </a:lnTo>
                  <a:close/>
                  <a:moveTo>
                    <a:pt x="4650" y="10812"/>
                  </a:moveTo>
                  <a:lnTo>
                    <a:pt x="4650" y="12132"/>
                  </a:lnTo>
                  <a:lnTo>
                    <a:pt x="3286" y="12132"/>
                  </a:lnTo>
                  <a:lnTo>
                    <a:pt x="3286" y="10812"/>
                  </a:lnTo>
                  <a:close/>
                  <a:moveTo>
                    <a:pt x="6165" y="10812"/>
                  </a:moveTo>
                  <a:lnTo>
                    <a:pt x="6165" y="12132"/>
                  </a:lnTo>
                  <a:lnTo>
                    <a:pt x="4800" y="12132"/>
                  </a:lnTo>
                  <a:lnTo>
                    <a:pt x="4800" y="10812"/>
                  </a:lnTo>
                  <a:close/>
                  <a:moveTo>
                    <a:pt x="7679" y="10812"/>
                  </a:moveTo>
                  <a:lnTo>
                    <a:pt x="7679" y="12132"/>
                  </a:lnTo>
                  <a:lnTo>
                    <a:pt x="6315" y="12132"/>
                  </a:lnTo>
                  <a:lnTo>
                    <a:pt x="6315" y="10812"/>
                  </a:lnTo>
                  <a:close/>
                  <a:moveTo>
                    <a:pt x="9209" y="10812"/>
                  </a:moveTo>
                  <a:lnTo>
                    <a:pt x="9209" y="12132"/>
                  </a:lnTo>
                  <a:lnTo>
                    <a:pt x="7845" y="12132"/>
                  </a:lnTo>
                  <a:lnTo>
                    <a:pt x="7845" y="10812"/>
                  </a:lnTo>
                  <a:close/>
                  <a:moveTo>
                    <a:pt x="12238" y="10812"/>
                  </a:moveTo>
                  <a:lnTo>
                    <a:pt x="12238" y="12132"/>
                  </a:lnTo>
                  <a:lnTo>
                    <a:pt x="10874" y="12132"/>
                  </a:lnTo>
                  <a:lnTo>
                    <a:pt x="10874" y="10812"/>
                  </a:lnTo>
                  <a:close/>
                  <a:moveTo>
                    <a:pt x="13768" y="10812"/>
                  </a:moveTo>
                  <a:lnTo>
                    <a:pt x="13768" y="12132"/>
                  </a:lnTo>
                  <a:lnTo>
                    <a:pt x="12404" y="12132"/>
                  </a:lnTo>
                  <a:lnTo>
                    <a:pt x="12404" y="10812"/>
                  </a:lnTo>
                  <a:close/>
                  <a:moveTo>
                    <a:pt x="15283" y="10812"/>
                  </a:moveTo>
                  <a:lnTo>
                    <a:pt x="15283" y="12132"/>
                  </a:lnTo>
                  <a:lnTo>
                    <a:pt x="13918" y="12132"/>
                  </a:lnTo>
                  <a:lnTo>
                    <a:pt x="13918" y="10812"/>
                  </a:lnTo>
                  <a:close/>
                  <a:moveTo>
                    <a:pt x="16797" y="10812"/>
                  </a:moveTo>
                  <a:lnTo>
                    <a:pt x="16797" y="12132"/>
                  </a:lnTo>
                  <a:lnTo>
                    <a:pt x="15433" y="12132"/>
                  </a:lnTo>
                  <a:lnTo>
                    <a:pt x="15433" y="10812"/>
                  </a:lnTo>
                  <a:close/>
                  <a:moveTo>
                    <a:pt x="18327" y="10812"/>
                  </a:moveTo>
                  <a:lnTo>
                    <a:pt x="18327" y="12132"/>
                  </a:lnTo>
                  <a:lnTo>
                    <a:pt x="16963" y="12132"/>
                  </a:lnTo>
                  <a:lnTo>
                    <a:pt x="16963" y="10812"/>
                  </a:lnTo>
                  <a:close/>
                  <a:moveTo>
                    <a:pt x="19842" y="10812"/>
                  </a:moveTo>
                  <a:lnTo>
                    <a:pt x="19842" y="12132"/>
                  </a:lnTo>
                  <a:lnTo>
                    <a:pt x="18477" y="12132"/>
                  </a:lnTo>
                  <a:lnTo>
                    <a:pt x="18477" y="10812"/>
                  </a:lnTo>
                  <a:close/>
                  <a:moveTo>
                    <a:pt x="30115" y="10812"/>
                  </a:moveTo>
                  <a:lnTo>
                    <a:pt x="30115" y="12132"/>
                  </a:lnTo>
                  <a:lnTo>
                    <a:pt x="28931" y="12132"/>
                  </a:lnTo>
                  <a:lnTo>
                    <a:pt x="28931" y="10812"/>
                  </a:lnTo>
                  <a:close/>
                  <a:moveTo>
                    <a:pt x="1606" y="12342"/>
                  </a:moveTo>
                  <a:lnTo>
                    <a:pt x="1606" y="13662"/>
                  </a:lnTo>
                  <a:lnTo>
                    <a:pt x="241" y="13662"/>
                  </a:lnTo>
                  <a:lnTo>
                    <a:pt x="241" y="12342"/>
                  </a:lnTo>
                  <a:close/>
                  <a:moveTo>
                    <a:pt x="6165" y="12342"/>
                  </a:moveTo>
                  <a:lnTo>
                    <a:pt x="6165" y="13662"/>
                  </a:lnTo>
                  <a:lnTo>
                    <a:pt x="4800" y="13662"/>
                  </a:lnTo>
                  <a:lnTo>
                    <a:pt x="4800" y="12342"/>
                  </a:lnTo>
                  <a:close/>
                  <a:moveTo>
                    <a:pt x="1516" y="0"/>
                  </a:moveTo>
                  <a:cubicBezTo>
                    <a:pt x="676" y="0"/>
                    <a:pt x="1" y="690"/>
                    <a:pt x="1" y="1530"/>
                  </a:cubicBezTo>
                  <a:lnTo>
                    <a:pt x="1" y="14427"/>
                  </a:lnTo>
                  <a:lnTo>
                    <a:pt x="91" y="14427"/>
                  </a:lnTo>
                  <a:cubicBezTo>
                    <a:pt x="136" y="14427"/>
                    <a:pt x="181" y="14427"/>
                    <a:pt x="241" y="14442"/>
                  </a:cubicBezTo>
                  <a:lnTo>
                    <a:pt x="241" y="13857"/>
                  </a:lnTo>
                  <a:lnTo>
                    <a:pt x="1606" y="13857"/>
                  </a:lnTo>
                  <a:lnTo>
                    <a:pt x="1606" y="14427"/>
                  </a:lnTo>
                  <a:cubicBezTo>
                    <a:pt x="1650" y="14412"/>
                    <a:pt x="1710" y="14397"/>
                    <a:pt x="1756" y="14382"/>
                  </a:cubicBezTo>
                  <a:lnTo>
                    <a:pt x="1756" y="13857"/>
                  </a:lnTo>
                  <a:lnTo>
                    <a:pt x="2580" y="13857"/>
                  </a:lnTo>
                  <a:cubicBezTo>
                    <a:pt x="2626" y="13842"/>
                    <a:pt x="2686" y="13827"/>
                    <a:pt x="2730" y="13812"/>
                  </a:cubicBezTo>
                  <a:cubicBezTo>
                    <a:pt x="2790" y="13797"/>
                    <a:pt x="2806" y="13797"/>
                    <a:pt x="2850" y="13767"/>
                  </a:cubicBezTo>
                  <a:cubicBezTo>
                    <a:pt x="2880" y="13752"/>
                    <a:pt x="2896" y="13722"/>
                    <a:pt x="2926" y="13707"/>
                  </a:cubicBezTo>
                  <a:cubicBezTo>
                    <a:pt x="2940" y="13692"/>
                    <a:pt x="2970" y="13677"/>
                    <a:pt x="2986" y="13662"/>
                  </a:cubicBezTo>
                  <a:lnTo>
                    <a:pt x="1756" y="13662"/>
                  </a:lnTo>
                  <a:lnTo>
                    <a:pt x="1756" y="12342"/>
                  </a:lnTo>
                  <a:lnTo>
                    <a:pt x="3120" y="12342"/>
                  </a:lnTo>
                  <a:lnTo>
                    <a:pt x="3120" y="13572"/>
                  </a:lnTo>
                  <a:cubicBezTo>
                    <a:pt x="3136" y="13557"/>
                    <a:pt x="3166" y="13557"/>
                    <a:pt x="3180" y="13542"/>
                  </a:cubicBezTo>
                  <a:cubicBezTo>
                    <a:pt x="3210" y="13527"/>
                    <a:pt x="3240" y="13512"/>
                    <a:pt x="3286" y="13497"/>
                  </a:cubicBezTo>
                  <a:lnTo>
                    <a:pt x="3286" y="12342"/>
                  </a:lnTo>
                  <a:lnTo>
                    <a:pt x="4650" y="12342"/>
                  </a:lnTo>
                  <a:lnTo>
                    <a:pt x="4650" y="13662"/>
                  </a:lnTo>
                  <a:lnTo>
                    <a:pt x="4500" y="13662"/>
                  </a:lnTo>
                  <a:cubicBezTo>
                    <a:pt x="4620" y="13752"/>
                    <a:pt x="4755" y="13842"/>
                    <a:pt x="4905" y="13857"/>
                  </a:cubicBezTo>
                  <a:lnTo>
                    <a:pt x="5085" y="13857"/>
                  </a:lnTo>
                  <a:cubicBezTo>
                    <a:pt x="5256" y="13846"/>
                    <a:pt x="5434" y="13798"/>
                    <a:pt x="5604" y="13798"/>
                  </a:cubicBezTo>
                  <a:cubicBezTo>
                    <a:pt x="5673" y="13798"/>
                    <a:pt x="5740" y="13806"/>
                    <a:pt x="5805" y="13827"/>
                  </a:cubicBezTo>
                  <a:cubicBezTo>
                    <a:pt x="5869" y="13843"/>
                    <a:pt x="5930" y="13850"/>
                    <a:pt x="5987" y="13850"/>
                  </a:cubicBezTo>
                  <a:cubicBezTo>
                    <a:pt x="6197" y="13850"/>
                    <a:pt x="6370" y="13756"/>
                    <a:pt x="6569" y="13662"/>
                  </a:cubicBezTo>
                  <a:lnTo>
                    <a:pt x="6315" y="13662"/>
                  </a:lnTo>
                  <a:lnTo>
                    <a:pt x="6315" y="12342"/>
                  </a:lnTo>
                  <a:lnTo>
                    <a:pt x="7679" y="12342"/>
                  </a:lnTo>
                  <a:lnTo>
                    <a:pt x="7679" y="13092"/>
                  </a:lnTo>
                  <a:lnTo>
                    <a:pt x="7695" y="13092"/>
                  </a:lnTo>
                  <a:cubicBezTo>
                    <a:pt x="7739" y="13078"/>
                    <a:pt x="7785" y="13048"/>
                    <a:pt x="7845" y="13048"/>
                  </a:cubicBezTo>
                  <a:lnTo>
                    <a:pt x="7845" y="12342"/>
                  </a:lnTo>
                  <a:lnTo>
                    <a:pt x="9179" y="12342"/>
                  </a:lnTo>
                  <a:cubicBezTo>
                    <a:pt x="9254" y="12282"/>
                    <a:pt x="9314" y="12222"/>
                    <a:pt x="9389" y="12178"/>
                  </a:cubicBezTo>
                  <a:cubicBezTo>
                    <a:pt x="9404" y="12162"/>
                    <a:pt x="9434" y="12148"/>
                    <a:pt x="9464" y="12132"/>
                  </a:cubicBezTo>
                  <a:lnTo>
                    <a:pt x="9359" y="12132"/>
                  </a:lnTo>
                  <a:lnTo>
                    <a:pt x="9359" y="10812"/>
                  </a:lnTo>
                  <a:lnTo>
                    <a:pt x="10724" y="10812"/>
                  </a:lnTo>
                  <a:lnTo>
                    <a:pt x="10724" y="12132"/>
                  </a:lnTo>
                  <a:lnTo>
                    <a:pt x="10034" y="12132"/>
                  </a:lnTo>
                  <a:cubicBezTo>
                    <a:pt x="10109" y="12208"/>
                    <a:pt x="10169" y="12282"/>
                    <a:pt x="10214" y="12328"/>
                  </a:cubicBezTo>
                  <a:cubicBezTo>
                    <a:pt x="10229" y="12328"/>
                    <a:pt x="10229" y="12328"/>
                    <a:pt x="10229" y="12342"/>
                  </a:cubicBezTo>
                  <a:lnTo>
                    <a:pt x="10724" y="12342"/>
                  </a:lnTo>
                  <a:lnTo>
                    <a:pt x="10724" y="12642"/>
                  </a:lnTo>
                  <a:cubicBezTo>
                    <a:pt x="10769" y="12658"/>
                    <a:pt x="10829" y="12658"/>
                    <a:pt x="10874" y="12658"/>
                  </a:cubicBezTo>
                  <a:lnTo>
                    <a:pt x="10874" y="12342"/>
                  </a:lnTo>
                  <a:lnTo>
                    <a:pt x="12238" y="12342"/>
                  </a:lnTo>
                  <a:lnTo>
                    <a:pt x="12238" y="12882"/>
                  </a:lnTo>
                  <a:lnTo>
                    <a:pt x="12404" y="12882"/>
                  </a:lnTo>
                  <a:lnTo>
                    <a:pt x="12404" y="12342"/>
                  </a:lnTo>
                  <a:lnTo>
                    <a:pt x="13768" y="12342"/>
                  </a:lnTo>
                  <a:lnTo>
                    <a:pt x="13768" y="13437"/>
                  </a:lnTo>
                  <a:cubicBezTo>
                    <a:pt x="13768" y="13437"/>
                    <a:pt x="13784" y="13452"/>
                    <a:pt x="13798" y="13452"/>
                  </a:cubicBezTo>
                  <a:cubicBezTo>
                    <a:pt x="13828" y="13482"/>
                    <a:pt x="13874" y="13497"/>
                    <a:pt x="13918" y="13497"/>
                  </a:cubicBezTo>
                  <a:lnTo>
                    <a:pt x="13918" y="12342"/>
                  </a:lnTo>
                  <a:lnTo>
                    <a:pt x="15283" y="12342"/>
                  </a:lnTo>
                  <a:lnTo>
                    <a:pt x="15283" y="13392"/>
                  </a:lnTo>
                  <a:lnTo>
                    <a:pt x="15433" y="13392"/>
                  </a:lnTo>
                  <a:lnTo>
                    <a:pt x="15433" y="12342"/>
                  </a:lnTo>
                  <a:lnTo>
                    <a:pt x="16797" y="12342"/>
                  </a:lnTo>
                  <a:lnTo>
                    <a:pt x="16797" y="13482"/>
                  </a:lnTo>
                  <a:cubicBezTo>
                    <a:pt x="16857" y="13467"/>
                    <a:pt x="16903" y="13452"/>
                    <a:pt x="16963" y="13437"/>
                  </a:cubicBezTo>
                  <a:lnTo>
                    <a:pt x="16963" y="12342"/>
                  </a:lnTo>
                  <a:lnTo>
                    <a:pt x="18327" y="12342"/>
                  </a:lnTo>
                  <a:lnTo>
                    <a:pt x="18327" y="12702"/>
                  </a:lnTo>
                  <a:cubicBezTo>
                    <a:pt x="18357" y="12672"/>
                    <a:pt x="18387" y="12658"/>
                    <a:pt x="18447" y="12642"/>
                  </a:cubicBezTo>
                  <a:cubicBezTo>
                    <a:pt x="18447" y="12642"/>
                    <a:pt x="18463" y="12628"/>
                    <a:pt x="18477" y="12628"/>
                  </a:cubicBezTo>
                  <a:lnTo>
                    <a:pt x="18477" y="12342"/>
                  </a:lnTo>
                  <a:lnTo>
                    <a:pt x="19842" y="12342"/>
                  </a:lnTo>
                  <a:lnTo>
                    <a:pt x="19842" y="12598"/>
                  </a:lnTo>
                  <a:cubicBezTo>
                    <a:pt x="19887" y="12568"/>
                    <a:pt x="19947" y="12538"/>
                    <a:pt x="19992" y="12508"/>
                  </a:cubicBezTo>
                  <a:lnTo>
                    <a:pt x="19992" y="12342"/>
                  </a:lnTo>
                  <a:lnTo>
                    <a:pt x="20352" y="12342"/>
                  </a:lnTo>
                  <a:cubicBezTo>
                    <a:pt x="20367" y="12328"/>
                    <a:pt x="20382" y="12328"/>
                    <a:pt x="20397" y="12312"/>
                  </a:cubicBezTo>
                  <a:cubicBezTo>
                    <a:pt x="20502" y="12268"/>
                    <a:pt x="20607" y="12208"/>
                    <a:pt x="20712" y="12132"/>
                  </a:cubicBezTo>
                  <a:lnTo>
                    <a:pt x="19992" y="12132"/>
                  </a:lnTo>
                  <a:lnTo>
                    <a:pt x="19992" y="10812"/>
                  </a:lnTo>
                  <a:lnTo>
                    <a:pt x="21356" y="10812"/>
                  </a:lnTo>
                  <a:lnTo>
                    <a:pt x="21356" y="11742"/>
                  </a:lnTo>
                  <a:cubicBezTo>
                    <a:pt x="21416" y="11712"/>
                    <a:pt x="21462" y="11698"/>
                    <a:pt x="21522" y="11682"/>
                  </a:cubicBezTo>
                  <a:lnTo>
                    <a:pt x="21522" y="10812"/>
                  </a:lnTo>
                  <a:lnTo>
                    <a:pt x="22886" y="10812"/>
                  </a:lnTo>
                  <a:lnTo>
                    <a:pt x="22886" y="11352"/>
                  </a:lnTo>
                  <a:cubicBezTo>
                    <a:pt x="22932" y="11368"/>
                    <a:pt x="22992" y="11382"/>
                    <a:pt x="23036" y="11382"/>
                  </a:cubicBezTo>
                  <a:lnTo>
                    <a:pt x="23036" y="10812"/>
                  </a:lnTo>
                  <a:lnTo>
                    <a:pt x="24402" y="10812"/>
                  </a:lnTo>
                  <a:lnTo>
                    <a:pt x="24402" y="11578"/>
                  </a:lnTo>
                  <a:cubicBezTo>
                    <a:pt x="24446" y="11562"/>
                    <a:pt x="24506" y="11562"/>
                    <a:pt x="24551" y="11562"/>
                  </a:cubicBezTo>
                  <a:lnTo>
                    <a:pt x="24551" y="10812"/>
                  </a:lnTo>
                  <a:lnTo>
                    <a:pt x="25736" y="10812"/>
                  </a:lnTo>
                  <a:lnTo>
                    <a:pt x="25736" y="12132"/>
                  </a:lnTo>
                  <a:lnTo>
                    <a:pt x="25691" y="12132"/>
                  </a:lnTo>
                  <a:cubicBezTo>
                    <a:pt x="25751" y="12192"/>
                    <a:pt x="25826" y="12252"/>
                    <a:pt x="25916" y="12268"/>
                  </a:cubicBezTo>
                  <a:cubicBezTo>
                    <a:pt x="25986" y="12287"/>
                    <a:pt x="26072" y="12292"/>
                    <a:pt x="26162" y="12292"/>
                  </a:cubicBezTo>
                  <a:cubicBezTo>
                    <a:pt x="26284" y="12292"/>
                    <a:pt x="26412" y="12282"/>
                    <a:pt x="26515" y="12282"/>
                  </a:cubicBezTo>
                  <a:cubicBezTo>
                    <a:pt x="26635" y="12268"/>
                    <a:pt x="26755" y="12238"/>
                    <a:pt x="26891" y="12208"/>
                  </a:cubicBezTo>
                  <a:cubicBezTo>
                    <a:pt x="26965" y="12192"/>
                    <a:pt x="27041" y="12162"/>
                    <a:pt x="27115" y="12132"/>
                  </a:cubicBezTo>
                  <a:lnTo>
                    <a:pt x="25886" y="12132"/>
                  </a:lnTo>
                  <a:lnTo>
                    <a:pt x="25886" y="10812"/>
                  </a:lnTo>
                  <a:lnTo>
                    <a:pt x="27251" y="10812"/>
                  </a:lnTo>
                  <a:lnTo>
                    <a:pt x="27251" y="12088"/>
                  </a:lnTo>
                  <a:cubicBezTo>
                    <a:pt x="27311" y="12072"/>
                    <a:pt x="27355" y="12042"/>
                    <a:pt x="27415" y="12028"/>
                  </a:cubicBezTo>
                  <a:lnTo>
                    <a:pt x="27415" y="10812"/>
                  </a:lnTo>
                  <a:lnTo>
                    <a:pt x="28781" y="10812"/>
                  </a:lnTo>
                  <a:lnTo>
                    <a:pt x="28781" y="12132"/>
                  </a:lnTo>
                  <a:lnTo>
                    <a:pt x="27775" y="12132"/>
                  </a:lnTo>
                  <a:cubicBezTo>
                    <a:pt x="27791" y="12148"/>
                    <a:pt x="27805" y="12178"/>
                    <a:pt x="27835" y="12192"/>
                  </a:cubicBezTo>
                  <a:cubicBezTo>
                    <a:pt x="27895" y="12222"/>
                    <a:pt x="27971" y="12298"/>
                    <a:pt x="28015" y="12328"/>
                  </a:cubicBezTo>
                  <a:cubicBezTo>
                    <a:pt x="28031" y="12328"/>
                    <a:pt x="28031" y="12328"/>
                    <a:pt x="28045" y="12342"/>
                  </a:cubicBezTo>
                  <a:lnTo>
                    <a:pt x="28751" y="12342"/>
                  </a:lnTo>
                  <a:cubicBezTo>
                    <a:pt x="28915" y="12312"/>
                    <a:pt x="29081" y="12252"/>
                    <a:pt x="29261" y="12208"/>
                  </a:cubicBezTo>
                  <a:cubicBezTo>
                    <a:pt x="29261" y="12208"/>
                    <a:pt x="29381" y="12162"/>
                    <a:pt x="29411" y="12162"/>
                  </a:cubicBezTo>
                  <a:cubicBezTo>
                    <a:pt x="29501" y="12178"/>
                    <a:pt x="29545" y="12282"/>
                    <a:pt x="29620" y="12342"/>
                  </a:cubicBezTo>
                  <a:lnTo>
                    <a:pt x="30070" y="12342"/>
                  </a:lnTo>
                  <a:cubicBezTo>
                    <a:pt x="30205" y="12282"/>
                    <a:pt x="30325" y="12222"/>
                    <a:pt x="30415" y="12178"/>
                  </a:cubicBezTo>
                  <a:cubicBezTo>
                    <a:pt x="30460" y="12162"/>
                    <a:pt x="30490" y="12148"/>
                    <a:pt x="30535" y="12132"/>
                  </a:cubicBezTo>
                  <a:lnTo>
                    <a:pt x="30265" y="12132"/>
                  </a:lnTo>
                  <a:lnTo>
                    <a:pt x="30265" y="10812"/>
                  </a:lnTo>
                  <a:lnTo>
                    <a:pt x="31630" y="10812"/>
                  </a:lnTo>
                  <a:lnTo>
                    <a:pt x="31630" y="11848"/>
                  </a:lnTo>
                  <a:cubicBezTo>
                    <a:pt x="31661" y="11858"/>
                    <a:pt x="31693" y="11869"/>
                    <a:pt x="31725" y="11869"/>
                  </a:cubicBezTo>
                  <a:cubicBezTo>
                    <a:pt x="31738" y="11869"/>
                    <a:pt x="31751" y="11867"/>
                    <a:pt x="31764" y="11862"/>
                  </a:cubicBezTo>
                  <a:lnTo>
                    <a:pt x="31780" y="11862"/>
                  </a:lnTo>
                  <a:lnTo>
                    <a:pt x="31780" y="10812"/>
                  </a:lnTo>
                  <a:lnTo>
                    <a:pt x="33160" y="10812"/>
                  </a:lnTo>
                  <a:lnTo>
                    <a:pt x="33160" y="11158"/>
                  </a:lnTo>
                  <a:cubicBezTo>
                    <a:pt x="33204" y="11142"/>
                    <a:pt x="33250" y="11128"/>
                    <a:pt x="33310" y="11112"/>
                  </a:cubicBezTo>
                  <a:lnTo>
                    <a:pt x="33310" y="10812"/>
                  </a:lnTo>
                  <a:lnTo>
                    <a:pt x="34000" y="10812"/>
                  </a:lnTo>
                  <a:cubicBezTo>
                    <a:pt x="34014" y="10768"/>
                    <a:pt x="34030" y="10722"/>
                    <a:pt x="34074" y="10678"/>
                  </a:cubicBezTo>
                  <a:cubicBezTo>
                    <a:pt x="34090" y="10662"/>
                    <a:pt x="34104" y="10632"/>
                    <a:pt x="34120" y="10618"/>
                  </a:cubicBezTo>
                  <a:lnTo>
                    <a:pt x="33310" y="10618"/>
                  </a:lnTo>
                  <a:lnTo>
                    <a:pt x="33310" y="9298"/>
                  </a:lnTo>
                  <a:lnTo>
                    <a:pt x="34674" y="9298"/>
                  </a:lnTo>
                  <a:lnTo>
                    <a:pt x="34674" y="10258"/>
                  </a:lnTo>
                  <a:cubicBezTo>
                    <a:pt x="34719" y="10242"/>
                    <a:pt x="34749" y="10228"/>
                    <a:pt x="34794" y="10198"/>
                  </a:cubicBezTo>
                  <a:cubicBezTo>
                    <a:pt x="34809" y="10198"/>
                    <a:pt x="34809" y="10182"/>
                    <a:pt x="34824" y="10182"/>
                  </a:cubicBezTo>
                  <a:lnTo>
                    <a:pt x="34824" y="9298"/>
                  </a:lnTo>
                  <a:lnTo>
                    <a:pt x="36189" y="9298"/>
                  </a:lnTo>
                  <a:lnTo>
                    <a:pt x="36189" y="9748"/>
                  </a:lnTo>
                  <a:cubicBezTo>
                    <a:pt x="36249" y="9733"/>
                    <a:pt x="36294" y="9718"/>
                    <a:pt x="36354" y="9703"/>
                  </a:cubicBezTo>
                  <a:lnTo>
                    <a:pt x="36354" y="9298"/>
                  </a:lnTo>
                  <a:lnTo>
                    <a:pt x="37719" y="9298"/>
                  </a:lnTo>
                  <a:lnTo>
                    <a:pt x="37719" y="9898"/>
                  </a:lnTo>
                  <a:cubicBezTo>
                    <a:pt x="37733" y="9913"/>
                    <a:pt x="37749" y="9943"/>
                    <a:pt x="37763" y="9973"/>
                  </a:cubicBezTo>
                  <a:cubicBezTo>
                    <a:pt x="37793" y="9973"/>
                    <a:pt x="37839" y="9973"/>
                    <a:pt x="37869" y="9958"/>
                  </a:cubicBezTo>
                  <a:lnTo>
                    <a:pt x="37869" y="9298"/>
                  </a:lnTo>
                  <a:lnTo>
                    <a:pt x="39233" y="9298"/>
                  </a:lnTo>
                  <a:lnTo>
                    <a:pt x="39233" y="9583"/>
                  </a:lnTo>
                  <a:cubicBezTo>
                    <a:pt x="39293" y="9583"/>
                    <a:pt x="39339" y="9568"/>
                    <a:pt x="39399" y="9568"/>
                  </a:cubicBezTo>
                  <a:lnTo>
                    <a:pt x="39399" y="9298"/>
                  </a:lnTo>
                  <a:lnTo>
                    <a:pt x="40763" y="9298"/>
                  </a:lnTo>
                  <a:lnTo>
                    <a:pt x="40763" y="9328"/>
                  </a:lnTo>
                  <a:cubicBezTo>
                    <a:pt x="40793" y="9313"/>
                    <a:pt x="40838" y="9298"/>
                    <a:pt x="40883" y="9298"/>
                  </a:cubicBezTo>
                  <a:cubicBezTo>
                    <a:pt x="41018" y="9253"/>
                    <a:pt x="41288" y="9193"/>
                    <a:pt x="41483" y="9103"/>
                  </a:cubicBezTo>
                  <a:lnTo>
                    <a:pt x="40913" y="9103"/>
                  </a:lnTo>
                  <a:lnTo>
                    <a:pt x="40913" y="7783"/>
                  </a:lnTo>
                  <a:lnTo>
                    <a:pt x="42278" y="7783"/>
                  </a:lnTo>
                  <a:lnTo>
                    <a:pt x="42278" y="8099"/>
                  </a:lnTo>
                  <a:lnTo>
                    <a:pt x="42292" y="8099"/>
                  </a:lnTo>
                  <a:cubicBezTo>
                    <a:pt x="42352" y="8069"/>
                    <a:pt x="42398" y="8053"/>
                    <a:pt x="42428" y="8023"/>
                  </a:cubicBezTo>
                  <a:lnTo>
                    <a:pt x="42428" y="7783"/>
                  </a:lnTo>
                  <a:lnTo>
                    <a:pt x="42622" y="7783"/>
                  </a:lnTo>
                  <a:cubicBezTo>
                    <a:pt x="42712" y="7679"/>
                    <a:pt x="42848" y="7619"/>
                    <a:pt x="42982" y="7573"/>
                  </a:cubicBezTo>
                  <a:lnTo>
                    <a:pt x="42428" y="7573"/>
                  </a:lnTo>
                  <a:lnTo>
                    <a:pt x="42428" y="6253"/>
                  </a:lnTo>
                  <a:lnTo>
                    <a:pt x="43732" y="6253"/>
                  </a:lnTo>
                  <a:lnTo>
                    <a:pt x="43732" y="7319"/>
                  </a:lnTo>
                  <a:cubicBezTo>
                    <a:pt x="43778" y="7303"/>
                    <a:pt x="43838" y="7289"/>
                    <a:pt x="43882" y="7273"/>
                  </a:cubicBezTo>
                  <a:lnTo>
                    <a:pt x="43882" y="6253"/>
                  </a:lnTo>
                  <a:lnTo>
                    <a:pt x="45187" y="6253"/>
                  </a:lnTo>
                  <a:lnTo>
                    <a:pt x="45187" y="7379"/>
                  </a:lnTo>
                  <a:cubicBezTo>
                    <a:pt x="45232" y="7379"/>
                    <a:pt x="45277" y="7349"/>
                    <a:pt x="45337" y="7333"/>
                  </a:cubicBezTo>
                  <a:lnTo>
                    <a:pt x="45337" y="6253"/>
                  </a:lnTo>
                  <a:lnTo>
                    <a:pt x="46102" y="6253"/>
                  </a:lnTo>
                  <a:cubicBezTo>
                    <a:pt x="46147" y="6193"/>
                    <a:pt x="46192" y="6119"/>
                    <a:pt x="46192" y="6059"/>
                  </a:cubicBezTo>
                  <a:lnTo>
                    <a:pt x="45337" y="6059"/>
                  </a:lnTo>
                  <a:lnTo>
                    <a:pt x="45337" y="4784"/>
                  </a:lnTo>
                  <a:lnTo>
                    <a:pt x="46627" y="4784"/>
                  </a:lnTo>
                  <a:lnTo>
                    <a:pt x="46627" y="5159"/>
                  </a:lnTo>
                  <a:lnTo>
                    <a:pt x="46642" y="5143"/>
                  </a:lnTo>
                  <a:cubicBezTo>
                    <a:pt x="46687" y="5113"/>
                    <a:pt x="46747" y="5099"/>
                    <a:pt x="46792" y="5069"/>
                  </a:cubicBezTo>
                  <a:lnTo>
                    <a:pt x="46792" y="4784"/>
                  </a:lnTo>
                  <a:lnTo>
                    <a:pt x="47317" y="4784"/>
                  </a:lnTo>
                  <a:cubicBezTo>
                    <a:pt x="47347" y="4754"/>
                    <a:pt x="47391" y="4724"/>
                    <a:pt x="47421" y="4694"/>
                  </a:cubicBezTo>
                  <a:cubicBezTo>
                    <a:pt x="47497" y="4649"/>
                    <a:pt x="47541" y="4619"/>
                    <a:pt x="47587" y="4574"/>
                  </a:cubicBezTo>
                  <a:lnTo>
                    <a:pt x="46792" y="4574"/>
                  </a:lnTo>
                  <a:lnTo>
                    <a:pt x="46792" y="3299"/>
                  </a:lnTo>
                  <a:lnTo>
                    <a:pt x="48081" y="3299"/>
                  </a:lnTo>
                  <a:lnTo>
                    <a:pt x="48081" y="3524"/>
                  </a:lnTo>
                  <a:cubicBezTo>
                    <a:pt x="48111" y="3509"/>
                    <a:pt x="48127" y="3494"/>
                    <a:pt x="48141" y="3479"/>
                  </a:cubicBezTo>
                  <a:cubicBezTo>
                    <a:pt x="48157" y="3464"/>
                    <a:pt x="48201" y="3449"/>
                    <a:pt x="48247" y="3419"/>
                  </a:cubicBezTo>
                  <a:lnTo>
                    <a:pt x="48247" y="3299"/>
                  </a:lnTo>
                  <a:lnTo>
                    <a:pt x="48351" y="3299"/>
                  </a:lnTo>
                  <a:cubicBezTo>
                    <a:pt x="48337" y="3239"/>
                    <a:pt x="48201" y="3179"/>
                    <a:pt x="48171" y="3134"/>
                  </a:cubicBezTo>
                  <a:cubicBezTo>
                    <a:pt x="48127" y="3044"/>
                    <a:pt x="48157" y="2940"/>
                    <a:pt x="48247" y="2820"/>
                  </a:cubicBezTo>
                  <a:lnTo>
                    <a:pt x="48247" y="1814"/>
                  </a:lnTo>
                  <a:lnTo>
                    <a:pt x="49537" y="1814"/>
                  </a:lnTo>
                  <a:lnTo>
                    <a:pt x="49537" y="1860"/>
                  </a:lnTo>
                  <a:cubicBezTo>
                    <a:pt x="49537" y="1844"/>
                    <a:pt x="49537" y="1814"/>
                    <a:pt x="49551" y="1784"/>
                  </a:cubicBezTo>
                  <a:cubicBezTo>
                    <a:pt x="49567" y="1664"/>
                    <a:pt x="49597" y="1590"/>
                    <a:pt x="49657" y="1500"/>
                  </a:cubicBezTo>
                  <a:cubicBezTo>
                    <a:pt x="49671" y="1484"/>
                    <a:pt x="49671" y="1454"/>
                    <a:pt x="49687" y="1440"/>
                  </a:cubicBezTo>
                  <a:lnTo>
                    <a:pt x="49687" y="240"/>
                  </a:lnTo>
                  <a:lnTo>
                    <a:pt x="50886" y="240"/>
                  </a:lnTo>
                  <a:cubicBezTo>
                    <a:pt x="50931" y="210"/>
                    <a:pt x="50946" y="180"/>
                    <a:pt x="50961" y="134"/>
                  </a:cubicBezTo>
                  <a:cubicBezTo>
                    <a:pt x="50976" y="104"/>
                    <a:pt x="50976" y="44"/>
                    <a:pt x="509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621925" y="3608700"/>
              <a:ext cx="1312625" cy="397925"/>
            </a:xfrm>
            <a:custGeom>
              <a:rect b="b" l="l" r="r" t="t"/>
              <a:pathLst>
                <a:path extrusionOk="0" h="15917" w="52505">
                  <a:moveTo>
                    <a:pt x="49221" y="1"/>
                  </a:moveTo>
                  <a:cubicBezTo>
                    <a:pt x="49221" y="91"/>
                    <a:pt x="49205" y="151"/>
                    <a:pt x="49161" y="241"/>
                  </a:cubicBezTo>
                  <a:cubicBezTo>
                    <a:pt x="49085" y="391"/>
                    <a:pt x="48995" y="526"/>
                    <a:pt x="48965" y="691"/>
                  </a:cubicBezTo>
                  <a:cubicBezTo>
                    <a:pt x="48905" y="961"/>
                    <a:pt x="49115" y="1186"/>
                    <a:pt x="49251" y="1396"/>
                  </a:cubicBezTo>
                  <a:cubicBezTo>
                    <a:pt x="49355" y="1590"/>
                    <a:pt x="49385" y="1680"/>
                    <a:pt x="49191" y="1816"/>
                  </a:cubicBezTo>
                  <a:cubicBezTo>
                    <a:pt x="49071" y="1906"/>
                    <a:pt x="48921" y="1980"/>
                    <a:pt x="48845" y="2116"/>
                  </a:cubicBezTo>
                  <a:cubicBezTo>
                    <a:pt x="48711" y="2340"/>
                    <a:pt x="48861" y="2476"/>
                    <a:pt x="48981" y="2656"/>
                  </a:cubicBezTo>
                  <a:cubicBezTo>
                    <a:pt x="49071" y="2776"/>
                    <a:pt x="49041" y="2880"/>
                    <a:pt x="48891" y="2940"/>
                  </a:cubicBezTo>
                  <a:cubicBezTo>
                    <a:pt x="48785" y="2986"/>
                    <a:pt x="48665" y="2986"/>
                    <a:pt x="48545" y="3030"/>
                  </a:cubicBezTo>
                  <a:cubicBezTo>
                    <a:pt x="48395" y="3076"/>
                    <a:pt x="48275" y="3166"/>
                    <a:pt x="48155" y="3270"/>
                  </a:cubicBezTo>
                  <a:cubicBezTo>
                    <a:pt x="47946" y="3436"/>
                    <a:pt x="47856" y="3586"/>
                    <a:pt x="47856" y="3840"/>
                  </a:cubicBezTo>
                  <a:cubicBezTo>
                    <a:pt x="47871" y="4020"/>
                    <a:pt x="47871" y="4156"/>
                    <a:pt x="47961" y="4306"/>
                  </a:cubicBezTo>
                  <a:cubicBezTo>
                    <a:pt x="48051" y="4455"/>
                    <a:pt x="48155" y="4560"/>
                    <a:pt x="48215" y="4710"/>
                  </a:cubicBezTo>
                  <a:cubicBezTo>
                    <a:pt x="48245" y="4770"/>
                    <a:pt x="48261" y="4830"/>
                    <a:pt x="48291" y="4875"/>
                  </a:cubicBezTo>
                  <a:cubicBezTo>
                    <a:pt x="48291" y="4935"/>
                    <a:pt x="48321" y="4980"/>
                    <a:pt x="48351" y="5010"/>
                  </a:cubicBezTo>
                  <a:cubicBezTo>
                    <a:pt x="48365" y="5025"/>
                    <a:pt x="48381" y="5025"/>
                    <a:pt x="48395" y="5040"/>
                  </a:cubicBezTo>
                  <a:cubicBezTo>
                    <a:pt x="48425" y="5145"/>
                    <a:pt x="47886" y="5310"/>
                    <a:pt x="47796" y="5370"/>
                  </a:cubicBezTo>
                  <a:cubicBezTo>
                    <a:pt x="47646" y="5460"/>
                    <a:pt x="47496" y="5520"/>
                    <a:pt x="47376" y="5655"/>
                  </a:cubicBezTo>
                  <a:cubicBezTo>
                    <a:pt x="47346" y="5700"/>
                    <a:pt x="47316" y="5760"/>
                    <a:pt x="47271" y="5805"/>
                  </a:cubicBezTo>
                  <a:cubicBezTo>
                    <a:pt x="47211" y="5865"/>
                    <a:pt x="47106" y="5880"/>
                    <a:pt x="47016" y="5910"/>
                  </a:cubicBezTo>
                  <a:cubicBezTo>
                    <a:pt x="46701" y="6015"/>
                    <a:pt x="46371" y="6120"/>
                    <a:pt x="46131" y="6345"/>
                  </a:cubicBezTo>
                  <a:cubicBezTo>
                    <a:pt x="45952" y="6495"/>
                    <a:pt x="45966" y="6645"/>
                    <a:pt x="45952" y="6855"/>
                  </a:cubicBezTo>
                  <a:cubicBezTo>
                    <a:pt x="45936" y="6929"/>
                    <a:pt x="45922" y="7005"/>
                    <a:pt x="45922" y="7065"/>
                  </a:cubicBezTo>
                  <a:cubicBezTo>
                    <a:pt x="45922" y="7139"/>
                    <a:pt x="45966" y="7185"/>
                    <a:pt x="45982" y="7259"/>
                  </a:cubicBezTo>
                  <a:cubicBezTo>
                    <a:pt x="45982" y="7409"/>
                    <a:pt x="45742" y="7455"/>
                    <a:pt x="45652" y="7575"/>
                  </a:cubicBezTo>
                  <a:cubicBezTo>
                    <a:pt x="45606" y="7635"/>
                    <a:pt x="45622" y="7665"/>
                    <a:pt x="45592" y="7725"/>
                  </a:cubicBezTo>
                  <a:cubicBezTo>
                    <a:pt x="45546" y="7815"/>
                    <a:pt x="45502" y="7889"/>
                    <a:pt x="45456" y="7979"/>
                  </a:cubicBezTo>
                  <a:cubicBezTo>
                    <a:pt x="45412" y="8069"/>
                    <a:pt x="45396" y="8175"/>
                    <a:pt x="45292" y="8219"/>
                  </a:cubicBezTo>
                  <a:cubicBezTo>
                    <a:pt x="45219" y="8247"/>
                    <a:pt x="45145" y="8256"/>
                    <a:pt x="45071" y="8256"/>
                  </a:cubicBezTo>
                  <a:cubicBezTo>
                    <a:pt x="44943" y="8256"/>
                    <a:pt x="44814" y="8229"/>
                    <a:pt x="44692" y="8219"/>
                  </a:cubicBezTo>
                  <a:cubicBezTo>
                    <a:pt x="44512" y="8219"/>
                    <a:pt x="44302" y="8309"/>
                    <a:pt x="44136" y="8369"/>
                  </a:cubicBezTo>
                  <a:cubicBezTo>
                    <a:pt x="43882" y="8445"/>
                    <a:pt x="43612" y="8535"/>
                    <a:pt x="43462" y="8775"/>
                  </a:cubicBezTo>
                  <a:cubicBezTo>
                    <a:pt x="43386" y="8909"/>
                    <a:pt x="43342" y="8999"/>
                    <a:pt x="43236" y="9105"/>
                  </a:cubicBezTo>
                  <a:cubicBezTo>
                    <a:pt x="43176" y="9149"/>
                    <a:pt x="43116" y="9225"/>
                    <a:pt x="43056" y="9269"/>
                  </a:cubicBezTo>
                  <a:cubicBezTo>
                    <a:pt x="42982" y="9299"/>
                    <a:pt x="42922" y="9315"/>
                    <a:pt x="42847" y="9359"/>
                  </a:cubicBezTo>
                  <a:cubicBezTo>
                    <a:pt x="42832" y="9375"/>
                    <a:pt x="42712" y="9449"/>
                    <a:pt x="42712" y="9509"/>
                  </a:cubicBezTo>
                  <a:cubicBezTo>
                    <a:pt x="42697" y="9584"/>
                    <a:pt x="42772" y="9614"/>
                    <a:pt x="42757" y="9689"/>
                  </a:cubicBezTo>
                  <a:cubicBezTo>
                    <a:pt x="42709" y="9694"/>
                    <a:pt x="42662" y="9696"/>
                    <a:pt x="42615" y="9696"/>
                  </a:cubicBezTo>
                  <a:cubicBezTo>
                    <a:pt x="42500" y="9696"/>
                    <a:pt x="42385" y="9685"/>
                    <a:pt x="42272" y="9685"/>
                  </a:cubicBezTo>
                  <a:cubicBezTo>
                    <a:pt x="42182" y="9685"/>
                    <a:pt x="42093" y="9692"/>
                    <a:pt x="42007" y="9719"/>
                  </a:cubicBezTo>
                  <a:cubicBezTo>
                    <a:pt x="41902" y="9764"/>
                    <a:pt x="41857" y="9794"/>
                    <a:pt x="41767" y="9884"/>
                  </a:cubicBezTo>
                  <a:cubicBezTo>
                    <a:pt x="41722" y="9929"/>
                    <a:pt x="41677" y="9959"/>
                    <a:pt x="41587" y="9974"/>
                  </a:cubicBezTo>
                  <a:cubicBezTo>
                    <a:pt x="41525" y="9990"/>
                    <a:pt x="41464" y="9995"/>
                    <a:pt x="41402" y="9995"/>
                  </a:cubicBezTo>
                  <a:cubicBezTo>
                    <a:pt x="41205" y="9995"/>
                    <a:pt x="41007" y="9936"/>
                    <a:pt x="40810" y="9936"/>
                  </a:cubicBezTo>
                  <a:cubicBezTo>
                    <a:pt x="40769" y="9936"/>
                    <a:pt x="40728" y="9938"/>
                    <a:pt x="40687" y="9944"/>
                  </a:cubicBezTo>
                  <a:cubicBezTo>
                    <a:pt x="40553" y="9974"/>
                    <a:pt x="40433" y="10019"/>
                    <a:pt x="40297" y="10034"/>
                  </a:cubicBezTo>
                  <a:cubicBezTo>
                    <a:pt x="40261" y="10040"/>
                    <a:pt x="40225" y="10042"/>
                    <a:pt x="40188" y="10042"/>
                  </a:cubicBezTo>
                  <a:cubicBezTo>
                    <a:pt x="39934" y="10042"/>
                    <a:pt x="39661" y="9921"/>
                    <a:pt x="39413" y="9869"/>
                  </a:cubicBezTo>
                  <a:cubicBezTo>
                    <a:pt x="39263" y="9854"/>
                    <a:pt x="39053" y="9734"/>
                    <a:pt x="38947" y="9614"/>
                  </a:cubicBezTo>
                  <a:cubicBezTo>
                    <a:pt x="38873" y="9539"/>
                    <a:pt x="38887" y="9435"/>
                    <a:pt x="38843" y="9345"/>
                  </a:cubicBezTo>
                  <a:cubicBezTo>
                    <a:pt x="38767" y="9225"/>
                    <a:pt x="38633" y="9179"/>
                    <a:pt x="38527" y="9075"/>
                  </a:cubicBezTo>
                  <a:cubicBezTo>
                    <a:pt x="38437" y="8985"/>
                    <a:pt x="38393" y="8849"/>
                    <a:pt x="38243" y="8819"/>
                  </a:cubicBezTo>
                  <a:cubicBezTo>
                    <a:pt x="38182" y="8792"/>
                    <a:pt x="38099" y="8783"/>
                    <a:pt x="38013" y="8783"/>
                  </a:cubicBezTo>
                  <a:cubicBezTo>
                    <a:pt x="37909" y="8783"/>
                    <a:pt x="37800" y="8796"/>
                    <a:pt x="37718" y="8805"/>
                  </a:cubicBezTo>
                  <a:cubicBezTo>
                    <a:pt x="37538" y="8819"/>
                    <a:pt x="37433" y="8879"/>
                    <a:pt x="37313" y="8999"/>
                  </a:cubicBezTo>
                  <a:cubicBezTo>
                    <a:pt x="37178" y="9135"/>
                    <a:pt x="36998" y="9179"/>
                    <a:pt x="36863" y="9299"/>
                  </a:cubicBezTo>
                  <a:cubicBezTo>
                    <a:pt x="36773" y="9389"/>
                    <a:pt x="36848" y="9435"/>
                    <a:pt x="36818" y="9539"/>
                  </a:cubicBezTo>
                  <a:cubicBezTo>
                    <a:pt x="36788" y="9599"/>
                    <a:pt x="36743" y="9629"/>
                    <a:pt x="36683" y="9674"/>
                  </a:cubicBezTo>
                  <a:cubicBezTo>
                    <a:pt x="36625" y="9721"/>
                    <a:pt x="36574" y="9736"/>
                    <a:pt x="36523" y="9736"/>
                  </a:cubicBezTo>
                  <a:cubicBezTo>
                    <a:pt x="36443" y="9736"/>
                    <a:pt x="36364" y="9698"/>
                    <a:pt x="36263" y="9689"/>
                  </a:cubicBezTo>
                  <a:cubicBezTo>
                    <a:pt x="36241" y="9686"/>
                    <a:pt x="36218" y="9684"/>
                    <a:pt x="36194" y="9684"/>
                  </a:cubicBezTo>
                  <a:cubicBezTo>
                    <a:pt x="36002" y="9684"/>
                    <a:pt x="35794" y="9785"/>
                    <a:pt x="35634" y="9839"/>
                  </a:cubicBezTo>
                  <a:cubicBezTo>
                    <a:pt x="35484" y="9914"/>
                    <a:pt x="35034" y="10019"/>
                    <a:pt x="35048" y="10259"/>
                  </a:cubicBezTo>
                  <a:cubicBezTo>
                    <a:pt x="35048" y="10409"/>
                    <a:pt x="35244" y="10394"/>
                    <a:pt x="35244" y="10514"/>
                  </a:cubicBezTo>
                  <a:cubicBezTo>
                    <a:pt x="35094" y="10589"/>
                    <a:pt x="34928" y="10649"/>
                    <a:pt x="34794" y="10769"/>
                  </a:cubicBezTo>
                  <a:cubicBezTo>
                    <a:pt x="34688" y="10874"/>
                    <a:pt x="34704" y="10919"/>
                    <a:pt x="34734" y="11069"/>
                  </a:cubicBezTo>
                  <a:cubicBezTo>
                    <a:pt x="34748" y="11114"/>
                    <a:pt x="34778" y="11219"/>
                    <a:pt x="34748" y="11264"/>
                  </a:cubicBezTo>
                  <a:cubicBezTo>
                    <a:pt x="34688" y="11354"/>
                    <a:pt x="34538" y="11324"/>
                    <a:pt x="34464" y="11369"/>
                  </a:cubicBezTo>
                  <a:cubicBezTo>
                    <a:pt x="34434" y="11399"/>
                    <a:pt x="34404" y="11444"/>
                    <a:pt x="34358" y="11474"/>
                  </a:cubicBezTo>
                  <a:cubicBezTo>
                    <a:pt x="34298" y="11519"/>
                    <a:pt x="34194" y="11519"/>
                    <a:pt x="34118" y="11564"/>
                  </a:cubicBezTo>
                  <a:cubicBezTo>
                    <a:pt x="33938" y="11654"/>
                    <a:pt x="33774" y="11818"/>
                    <a:pt x="33578" y="11894"/>
                  </a:cubicBezTo>
                  <a:cubicBezTo>
                    <a:pt x="33144" y="12058"/>
                    <a:pt x="32784" y="12328"/>
                    <a:pt x="32364" y="12524"/>
                  </a:cubicBezTo>
                  <a:cubicBezTo>
                    <a:pt x="32169" y="12628"/>
                    <a:pt x="31929" y="12764"/>
                    <a:pt x="31704" y="12794"/>
                  </a:cubicBezTo>
                  <a:cubicBezTo>
                    <a:pt x="31506" y="12806"/>
                    <a:pt x="31318" y="12880"/>
                    <a:pt x="31116" y="12880"/>
                  </a:cubicBezTo>
                  <a:cubicBezTo>
                    <a:pt x="31073" y="12880"/>
                    <a:pt x="31029" y="12876"/>
                    <a:pt x="30984" y="12868"/>
                  </a:cubicBezTo>
                  <a:cubicBezTo>
                    <a:pt x="30950" y="12864"/>
                    <a:pt x="30915" y="12862"/>
                    <a:pt x="30880" y="12862"/>
                  </a:cubicBezTo>
                  <a:cubicBezTo>
                    <a:pt x="30600" y="12862"/>
                    <a:pt x="30319" y="12985"/>
                    <a:pt x="30021" y="12985"/>
                  </a:cubicBezTo>
                  <a:cubicBezTo>
                    <a:pt x="29973" y="12985"/>
                    <a:pt x="29924" y="12981"/>
                    <a:pt x="29875" y="12974"/>
                  </a:cubicBezTo>
                  <a:cubicBezTo>
                    <a:pt x="29695" y="12944"/>
                    <a:pt x="29575" y="12824"/>
                    <a:pt x="29425" y="12764"/>
                  </a:cubicBezTo>
                  <a:cubicBezTo>
                    <a:pt x="29348" y="12733"/>
                    <a:pt x="29268" y="12730"/>
                    <a:pt x="29185" y="12730"/>
                  </a:cubicBezTo>
                  <a:cubicBezTo>
                    <a:pt x="29161" y="12730"/>
                    <a:pt x="29138" y="12730"/>
                    <a:pt x="29114" y="12730"/>
                  </a:cubicBezTo>
                  <a:cubicBezTo>
                    <a:pt x="29058" y="12730"/>
                    <a:pt x="29001" y="12729"/>
                    <a:pt x="28945" y="12718"/>
                  </a:cubicBezTo>
                  <a:cubicBezTo>
                    <a:pt x="28659" y="12688"/>
                    <a:pt x="28345" y="12658"/>
                    <a:pt x="28059" y="12598"/>
                  </a:cubicBezTo>
                  <a:cubicBezTo>
                    <a:pt x="27955" y="12584"/>
                    <a:pt x="27865" y="12568"/>
                    <a:pt x="27789" y="12494"/>
                  </a:cubicBezTo>
                  <a:cubicBezTo>
                    <a:pt x="27745" y="12448"/>
                    <a:pt x="27729" y="12374"/>
                    <a:pt x="27685" y="12344"/>
                  </a:cubicBezTo>
                  <a:cubicBezTo>
                    <a:pt x="27619" y="12296"/>
                    <a:pt x="27543" y="12286"/>
                    <a:pt x="27466" y="12286"/>
                  </a:cubicBezTo>
                  <a:cubicBezTo>
                    <a:pt x="27414" y="12286"/>
                    <a:pt x="27362" y="12291"/>
                    <a:pt x="27310" y="12291"/>
                  </a:cubicBezTo>
                  <a:cubicBezTo>
                    <a:pt x="27247" y="12291"/>
                    <a:pt x="27185" y="12284"/>
                    <a:pt x="27130" y="12254"/>
                  </a:cubicBezTo>
                  <a:cubicBezTo>
                    <a:pt x="27010" y="12194"/>
                    <a:pt x="26950" y="12104"/>
                    <a:pt x="26875" y="11998"/>
                  </a:cubicBezTo>
                  <a:cubicBezTo>
                    <a:pt x="26755" y="11804"/>
                    <a:pt x="26770" y="11519"/>
                    <a:pt x="26545" y="11429"/>
                  </a:cubicBezTo>
                  <a:cubicBezTo>
                    <a:pt x="26140" y="11264"/>
                    <a:pt x="25705" y="11249"/>
                    <a:pt x="25270" y="11219"/>
                  </a:cubicBezTo>
                  <a:cubicBezTo>
                    <a:pt x="25060" y="11204"/>
                    <a:pt x="24836" y="11159"/>
                    <a:pt x="24640" y="11129"/>
                  </a:cubicBezTo>
                  <a:cubicBezTo>
                    <a:pt x="24416" y="11099"/>
                    <a:pt x="24280" y="11054"/>
                    <a:pt x="24160" y="10874"/>
                  </a:cubicBezTo>
                  <a:cubicBezTo>
                    <a:pt x="24100" y="10784"/>
                    <a:pt x="24100" y="10754"/>
                    <a:pt x="23996" y="10724"/>
                  </a:cubicBezTo>
                  <a:cubicBezTo>
                    <a:pt x="23936" y="10694"/>
                    <a:pt x="23876" y="10694"/>
                    <a:pt x="23816" y="10664"/>
                  </a:cubicBezTo>
                  <a:cubicBezTo>
                    <a:pt x="23696" y="10604"/>
                    <a:pt x="23636" y="10529"/>
                    <a:pt x="23500" y="10529"/>
                  </a:cubicBezTo>
                  <a:cubicBezTo>
                    <a:pt x="23459" y="10525"/>
                    <a:pt x="23419" y="10523"/>
                    <a:pt x="23381" y="10523"/>
                  </a:cubicBezTo>
                  <a:cubicBezTo>
                    <a:pt x="23117" y="10523"/>
                    <a:pt x="22930" y="10613"/>
                    <a:pt x="22720" y="10784"/>
                  </a:cubicBezTo>
                  <a:cubicBezTo>
                    <a:pt x="22646" y="10844"/>
                    <a:pt x="22556" y="10964"/>
                    <a:pt x="22526" y="11069"/>
                  </a:cubicBezTo>
                  <a:cubicBezTo>
                    <a:pt x="22511" y="11099"/>
                    <a:pt x="22526" y="11129"/>
                    <a:pt x="22511" y="11159"/>
                  </a:cubicBezTo>
                  <a:cubicBezTo>
                    <a:pt x="22496" y="11219"/>
                    <a:pt x="22421" y="11279"/>
                    <a:pt x="22376" y="11309"/>
                  </a:cubicBezTo>
                  <a:cubicBezTo>
                    <a:pt x="22076" y="11594"/>
                    <a:pt x="21686" y="11684"/>
                    <a:pt x="21386" y="11954"/>
                  </a:cubicBezTo>
                  <a:cubicBezTo>
                    <a:pt x="21296" y="12028"/>
                    <a:pt x="21191" y="12104"/>
                    <a:pt x="21116" y="12194"/>
                  </a:cubicBezTo>
                  <a:cubicBezTo>
                    <a:pt x="21071" y="12238"/>
                    <a:pt x="21041" y="12298"/>
                    <a:pt x="21011" y="12344"/>
                  </a:cubicBezTo>
                  <a:cubicBezTo>
                    <a:pt x="20936" y="12464"/>
                    <a:pt x="20861" y="12584"/>
                    <a:pt x="20786" y="12718"/>
                  </a:cubicBezTo>
                  <a:cubicBezTo>
                    <a:pt x="20741" y="12794"/>
                    <a:pt x="20696" y="12868"/>
                    <a:pt x="20606" y="12884"/>
                  </a:cubicBezTo>
                  <a:cubicBezTo>
                    <a:pt x="20555" y="12899"/>
                    <a:pt x="20482" y="12902"/>
                    <a:pt x="20408" y="12902"/>
                  </a:cubicBezTo>
                  <a:cubicBezTo>
                    <a:pt x="20332" y="12902"/>
                    <a:pt x="20255" y="12898"/>
                    <a:pt x="20201" y="12898"/>
                  </a:cubicBezTo>
                  <a:cubicBezTo>
                    <a:pt x="20081" y="12884"/>
                    <a:pt x="19961" y="12884"/>
                    <a:pt x="19841" y="12884"/>
                  </a:cubicBezTo>
                  <a:cubicBezTo>
                    <a:pt x="19677" y="12884"/>
                    <a:pt x="19587" y="12944"/>
                    <a:pt x="19467" y="13018"/>
                  </a:cubicBezTo>
                  <a:cubicBezTo>
                    <a:pt x="19421" y="13048"/>
                    <a:pt x="19407" y="13048"/>
                    <a:pt x="19377" y="13078"/>
                  </a:cubicBezTo>
                  <a:cubicBezTo>
                    <a:pt x="19331" y="13108"/>
                    <a:pt x="19301" y="13168"/>
                    <a:pt x="19257" y="13198"/>
                  </a:cubicBezTo>
                  <a:cubicBezTo>
                    <a:pt x="19167" y="13288"/>
                    <a:pt x="19091" y="13364"/>
                    <a:pt x="18987" y="13424"/>
                  </a:cubicBezTo>
                  <a:cubicBezTo>
                    <a:pt x="18749" y="13577"/>
                    <a:pt x="18590" y="13665"/>
                    <a:pt x="18315" y="13665"/>
                  </a:cubicBezTo>
                  <a:cubicBezTo>
                    <a:pt x="18295" y="13665"/>
                    <a:pt x="18273" y="13665"/>
                    <a:pt x="18251" y="13664"/>
                  </a:cubicBezTo>
                  <a:cubicBezTo>
                    <a:pt x="18213" y="13664"/>
                    <a:pt x="18167" y="13660"/>
                    <a:pt x="18122" y="13660"/>
                  </a:cubicBezTo>
                  <a:cubicBezTo>
                    <a:pt x="18077" y="13660"/>
                    <a:pt x="18033" y="13663"/>
                    <a:pt x="17997" y="13678"/>
                  </a:cubicBezTo>
                  <a:cubicBezTo>
                    <a:pt x="17937" y="13708"/>
                    <a:pt x="17877" y="13784"/>
                    <a:pt x="17817" y="13814"/>
                  </a:cubicBezTo>
                  <a:cubicBezTo>
                    <a:pt x="17621" y="13918"/>
                    <a:pt x="17471" y="14098"/>
                    <a:pt x="17262" y="14188"/>
                  </a:cubicBezTo>
                  <a:cubicBezTo>
                    <a:pt x="17164" y="14218"/>
                    <a:pt x="17059" y="14218"/>
                    <a:pt x="16952" y="14218"/>
                  </a:cubicBezTo>
                  <a:cubicBezTo>
                    <a:pt x="16846" y="14218"/>
                    <a:pt x="16737" y="14218"/>
                    <a:pt x="16632" y="14248"/>
                  </a:cubicBezTo>
                  <a:cubicBezTo>
                    <a:pt x="16535" y="14261"/>
                    <a:pt x="16439" y="14302"/>
                    <a:pt x="16350" y="14302"/>
                  </a:cubicBezTo>
                  <a:cubicBezTo>
                    <a:pt x="16329" y="14302"/>
                    <a:pt x="16308" y="14299"/>
                    <a:pt x="16287" y="14294"/>
                  </a:cubicBezTo>
                  <a:cubicBezTo>
                    <a:pt x="16212" y="14294"/>
                    <a:pt x="16152" y="14234"/>
                    <a:pt x="16077" y="14218"/>
                  </a:cubicBezTo>
                  <a:cubicBezTo>
                    <a:pt x="15912" y="14174"/>
                    <a:pt x="15732" y="14174"/>
                    <a:pt x="15552" y="14158"/>
                  </a:cubicBezTo>
                  <a:cubicBezTo>
                    <a:pt x="15357" y="14144"/>
                    <a:pt x="15282" y="14054"/>
                    <a:pt x="15118" y="13978"/>
                  </a:cubicBezTo>
                  <a:cubicBezTo>
                    <a:pt x="14908" y="13874"/>
                    <a:pt x="14668" y="13904"/>
                    <a:pt x="14472" y="13768"/>
                  </a:cubicBezTo>
                  <a:cubicBezTo>
                    <a:pt x="14398" y="13708"/>
                    <a:pt x="14338" y="13618"/>
                    <a:pt x="14262" y="13574"/>
                  </a:cubicBezTo>
                  <a:cubicBezTo>
                    <a:pt x="14172" y="13498"/>
                    <a:pt x="14052" y="13454"/>
                    <a:pt x="13948" y="13438"/>
                  </a:cubicBezTo>
                  <a:cubicBezTo>
                    <a:pt x="13692" y="13378"/>
                    <a:pt x="13482" y="13274"/>
                    <a:pt x="13258" y="13184"/>
                  </a:cubicBezTo>
                  <a:cubicBezTo>
                    <a:pt x="13078" y="13108"/>
                    <a:pt x="12882" y="13064"/>
                    <a:pt x="12702" y="12974"/>
                  </a:cubicBezTo>
                  <a:cubicBezTo>
                    <a:pt x="12642" y="12958"/>
                    <a:pt x="12598" y="12944"/>
                    <a:pt x="12552" y="12914"/>
                  </a:cubicBezTo>
                  <a:cubicBezTo>
                    <a:pt x="12522" y="12868"/>
                    <a:pt x="12492" y="12824"/>
                    <a:pt x="12462" y="12794"/>
                  </a:cubicBezTo>
                  <a:cubicBezTo>
                    <a:pt x="12388" y="12748"/>
                    <a:pt x="12253" y="12734"/>
                    <a:pt x="12178" y="12718"/>
                  </a:cubicBezTo>
                  <a:cubicBezTo>
                    <a:pt x="11968" y="12688"/>
                    <a:pt x="11848" y="12644"/>
                    <a:pt x="11668" y="12524"/>
                  </a:cubicBezTo>
                  <a:cubicBezTo>
                    <a:pt x="11368" y="12332"/>
                    <a:pt x="11001" y="12236"/>
                    <a:pt x="10643" y="12236"/>
                  </a:cubicBezTo>
                  <a:cubicBezTo>
                    <a:pt x="10554" y="12236"/>
                    <a:pt x="10465" y="12242"/>
                    <a:pt x="10378" y="12254"/>
                  </a:cubicBezTo>
                  <a:cubicBezTo>
                    <a:pt x="10183" y="12268"/>
                    <a:pt x="9973" y="12314"/>
                    <a:pt x="9793" y="12374"/>
                  </a:cubicBezTo>
                  <a:cubicBezTo>
                    <a:pt x="9629" y="12448"/>
                    <a:pt x="9479" y="12554"/>
                    <a:pt x="9313" y="12644"/>
                  </a:cubicBezTo>
                  <a:cubicBezTo>
                    <a:pt x="9133" y="12718"/>
                    <a:pt x="8939" y="12794"/>
                    <a:pt x="8743" y="12884"/>
                  </a:cubicBezTo>
                  <a:cubicBezTo>
                    <a:pt x="8549" y="12988"/>
                    <a:pt x="8369" y="13108"/>
                    <a:pt x="8189" y="13228"/>
                  </a:cubicBezTo>
                  <a:cubicBezTo>
                    <a:pt x="7963" y="13364"/>
                    <a:pt x="7723" y="13334"/>
                    <a:pt x="7483" y="13438"/>
                  </a:cubicBezTo>
                  <a:cubicBezTo>
                    <a:pt x="7334" y="13496"/>
                    <a:pt x="7044" y="13677"/>
                    <a:pt x="6828" y="13677"/>
                  </a:cubicBezTo>
                  <a:cubicBezTo>
                    <a:pt x="6763" y="13677"/>
                    <a:pt x="6705" y="13660"/>
                    <a:pt x="6659" y="13618"/>
                  </a:cubicBezTo>
                  <a:cubicBezTo>
                    <a:pt x="6599" y="13544"/>
                    <a:pt x="6584" y="13438"/>
                    <a:pt x="6524" y="13364"/>
                  </a:cubicBezTo>
                  <a:cubicBezTo>
                    <a:pt x="6449" y="13274"/>
                    <a:pt x="6404" y="13258"/>
                    <a:pt x="6299" y="13214"/>
                  </a:cubicBezTo>
                  <a:cubicBezTo>
                    <a:pt x="6194" y="13168"/>
                    <a:pt x="6119" y="13078"/>
                    <a:pt x="6014" y="13034"/>
                  </a:cubicBezTo>
                  <a:cubicBezTo>
                    <a:pt x="5928" y="12985"/>
                    <a:pt x="5811" y="12964"/>
                    <a:pt x="5687" y="12964"/>
                  </a:cubicBezTo>
                  <a:cubicBezTo>
                    <a:pt x="5465" y="12964"/>
                    <a:pt x="5219" y="13033"/>
                    <a:pt x="5084" y="13138"/>
                  </a:cubicBezTo>
                  <a:cubicBezTo>
                    <a:pt x="4964" y="13228"/>
                    <a:pt x="4874" y="13408"/>
                    <a:pt x="4784" y="13528"/>
                  </a:cubicBezTo>
                  <a:cubicBezTo>
                    <a:pt x="4680" y="13664"/>
                    <a:pt x="4560" y="13694"/>
                    <a:pt x="4410" y="13768"/>
                  </a:cubicBezTo>
                  <a:cubicBezTo>
                    <a:pt x="4266" y="13849"/>
                    <a:pt x="4096" y="13865"/>
                    <a:pt x="3924" y="13865"/>
                  </a:cubicBezTo>
                  <a:cubicBezTo>
                    <a:pt x="3809" y="13865"/>
                    <a:pt x="3693" y="13858"/>
                    <a:pt x="3584" y="13858"/>
                  </a:cubicBezTo>
                  <a:cubicBezTo>
                    <a:pt x="3450" y="13874"/>
                    <a:pt x="3330" y="13904"/>
                    <a:pt x="3224" y="13964"/>
                  </a:cubicBezTo>
                  <a:cubicBezTo>
                    <a:pt x="3074" y="14068"/>
                    <a:pt x="2850" y="14218"/>
                    <a:pt x="2730" y="14368"/>
                  </a:cubicBezTo>
                  <a:cubicBezTo>
                    <a:pt x="2640" y="14474"/>
                    <a:pt x="2564" y="14594"/>
                    <a:pt x="2444" y="14668"/>
                  </a:cubicBezTo>
                  <a:cubicBezTo>
                    <a:pt x="2370" y="14713"/>
                    <a:pt x="2264" y="14713"/>
                    <a:pt x="2190" y="14743"/>
                  </a:cubicBezTo>
                  <a:cubicBezTo>
                    <a:pt x="2054" y="14788"/>
                    <a:pt x="1935" y="14863"/>
                    <a:pt x="1800" y="14893"/>
                  </a:cubicBezTo>
                  <a:cubicBezTo>
                    <a:pt x="1753" y="14901"/>
                    <a:pt x="1706" y="14904"/>
                    <a:pt x="1659" y="14904"/>
                  </a:cubicBezTo>
                  <a:cubicBezTo>
                    <a:pt x="1346" y="14904"/>
                    <a:pt x="1042" y="14757"/>
                    <a:pt x="728" y="14757"/>
                  </a:cubicBezTo>
                  <a:cubicBezTo>
                    <a:pt x="715" y="14757"/>
                    <a:pt x="703" y="14757"/>
                    <a:pt x="690" y="14758"/>
                  </a:cubicBezTo>
                  <a:cubicBezTo>
                    <a:pt x="465" y="14773"/>
                    <a:pt x="240" y="14863"/>
                    <a:pt x="0" y="14923"/>
                  </a:cubicBezTo>
                  <a:lnTo>
                    <a:pt x="0" y="15763"/>
                  </a:lnTo>
                  <a:cubicBezTo>
                    <a:pt x="30" y="15778"/>
                    <a:pt x="60" y="15793"/>
                    <a:pt x="75" y="15793"/>
                  </a:cubicBezTo>
                  <a:cubicBezTo>
                    <a:pt x="135" y="15823"/>
                    <a:pt x="180" y="15868"/>
                    <a:pt x="225" y="15898"/>
                  </a:cubicBezTo>
                  <a:cubicBezTo>
                    <a:pt x="265" y="15911"/>
                    <a:pt x="307" y="15916"/>
                    <a:pt x="351" y="15916"/>
                  </a:cubicBezTo>
                  <a:cubicBezTo>
                    <a:pt x="503" y="15916"/>
                    <a:pt x="671" y="15853"/>
                    <a:pt x="810" y="15853"/>
                  </a:cubicBezTo>
                  <a:lnTo>
                    <a:pt x="1275" y="15853"/>
                  </a:lnTo>
                  <a:cubicBezTo>
                    <a:pt x="1320" y="15853"/>
                    <a:pt x="1365" y="15853"/>
                    <a:pt x="1425" y="15868"/>
                  </a:cubicBezTo>
                  <a:cubicBezTo>
                    <a:pt x="1463" y="15876"/>
                    <a:pt x="1476" y="15880"/>
                    <a:pt x="1487" y="15880"/>
                  </a:cubicBezTo>
                  <a:cubicBezTo>
                    <a:pt x="1516" y="15880"/>
                    <a:pt x="1531" y="15855"/>
                    <a:pt x="1920" y="15823"/>
                  </a:cubicBezTo>
                  <a:cubicBezTo>
                    <a:pt x="2001" y="15812"/>
                    <a:pt x="2084" y="15807"/>
                    <a:pt x="2168" y="15807"/>
                  </a:cubicBezTo>
                  <a:cubicBezTo>
                    <a:pt x="2301" y="15807"/>
                    <a:pt x="2436" y="15819"/>
                    <a:pt x="2564" y="15838"/>
                  </a:cubicBezTo>
                  <a:cubicBezTo>
                    <a:pt x="2611" y="15845"/>
                    <a:pt x="2656" y="15849"/>
                    <a:pt x="2699" y="15849"/>
                  </a:cubicBezTo>
                  <a:cubicBezTo>
                    <a:pt x="2823" y="15849"/>
                    <a:pt x="2937" y="15818"/>
                    <a:pt x="3060" y="15763"/>
                  </a:cubicBezTo>
                  <a:cubicBezTo>
                    <a:pt x="3194" y="15703"/>
                    <a:pt x="3240" y="15643"/>
                    <a:pt x="3344" y="15538"/>
                  </a:cubicBezTo>
                  <a:cubicBezTo>
                    <a:pt x="3390" y="15508"/>
                    <a:pt x="3420" y="15478"/>
                    <a:pt x="3464" y="15448"/>
                  </a:cubicBezTo>
                  <a:cubicBezTo>
                    <a:pt x="3494" y="15403"/>
                    <a:pt x="3540" y="15328"/>
                    <a:pt x="3570" y="15298"/>
                  </a:cubicBezTo>
                  <a:cubicBezTo>
                    <a:pt x="3592" y="15283"/>
                    <a:pt x="3617" y="15279"/>
                    <a:pt x="3643" y="15279"/>
                  </a:cubicBezTo>
                  <a:cubicBezTo>
                    <a:pt x="3670" y="15279"/>
                    <a:pt x="3697" y="15283"/>
                    <a:pt x="3720" y="15283"/>
                  </a:cubicBezTo>
                  <a:cubicBezTo>
                    <a:pt x="3794" y="15283"/>
                    <a:pt x="3854" y="15253"/>
                    <a:pt x="3914" y="15238"/>
                  </a:cubicBezTo>
                  <a:cubicBezTo>
                    <a:pt x="3974" y="15223"/>
                    <a:pt x="3990" y="15223"/>
                    <a:pt x="4034" y="15193"/>
                  </a:cubicBezTo>
                  <a:cubicBezTo>
                    <a:pt x="4064" y="15178"/>
                    <a:pt x="4080" y="15148"/>
                    <a:pt x="4110" y="15133"/>
                  </a:cubicBezTo>
                  <a:cubicBezTo>
                    <a:pt x="4184" y="15073"/>
                    <a:pt x="4274" y="15013"/>
                    <a:pt x="4364" y="14968"/>
                  </a:cubicBezTo>
                  <a:cubicBezTo>
                    <a:pt x="4440" y="14923"/>
                    <a:pt x="4530" y="14893"/>
                    <a:pt x="4620" y="14878"/>
                  </a:cubicBezTo>
                  <a:cubicBezTo>
                    <a:pt x="4713" y="14865"/>
                    <a:pt x="4818" y="14858"/>
                    <a:pt x="4926" y="14858"/>
                  </a:cubicBezTo>
                  <a:cubicBezTo>
                    <a:pt x="5077" y="14858"/>
                    <a:pt x="5231" y="14873"/>
                    <a:pt x="5354" y="14908"/>
                  </a:cubicBezTo>
                  <a:cubicBezTo>
                    <a:pt x="5654" y="14998"/>
                    <a:pt x="5849" y="15283"/>
                    <a:pt x="6164" y="15283"/>
                  </a:cubicBezTo>
                  <a:cubicBezTo>
                    <a:pt x="6362" y="15283"/>
                    <a:pt x="6570" y="15226"/>
                    <a:pt x="6773" y="15226"/>
                  </a:cubicBezTo>
                  <a:cubicBezTo>
                    <a:pt x="6846" y="15226"/>
                    <a:pt x="6918" y="15233"/>
                    <a:pt x="6989" y="15253"/>
                  </a:cubicBezTo>
                  <a:cubicBezTo>
                    <a:pt x="7053" y="15269"/>
                    <a:pt x="7112" y="15276"/>
                    <a:pt x="7170" y="15276"/>
                  </a:cubicBezTo>
                  <a:cubicBezTo>
                    <a:pt x="7437" y="15276"/>
                    <a:pt x="7647" y="15124"/>
                    <a:pt x="7919" y="15013"/>
                  </a:cubicBezTo>
                  <a:cubicBezTo>
                    <a:pt x="8009" y="14983"/>
                    <a:pt x="8099" y="14998"/>
                    <a:pt x="8189" y="14983"/>
                  </a:cubicBezTo>
                  <a:cubicBezTo>
                    <a:pt x="8293" y="14953"/>
                    <a:pt x="8383" y="14848"/>
                    <a:pt x="8473" y="14773"/>
                  </a:cubicBezTo>
                  <a:cubicBezTo>
                    <a:pt x="8593" y="14668"/>
                    <a:pt x="8743" y="14578"/>
                    <a:pt x="8879" y="14518"/>
                  </a:cubicBezTo>
                  <a:cubicBezTo>
                    <a:pt x="9043" y="14444"/>
                    <a:pt x="9223" y="14428"/>
                    <a:pt x="9403" y="14398"/>
                  </a:cubicBezTo>
                  <a:cubicBezTo>
                    <a:pt x="9689" y="14354"/>
                    <a:pt x="9959" y="14278"/>
                    <a:pt x="10123" y="14038"/>
                  </a:cubicBezTo>
                  <a:cubicBezTo>
                    <a:pt x="10243" y="13858"/>
                    <a:pt x="10393" y="13724"/>
                    <a:pt x="10573" y="13604"/>
                  </a:cubicBezTo>
                  <a:cubicBezTo>
                    <a:pt x="10657" y="13548"/>
                    <a:pt x="10885" y="13452"/>
                    <a:pt x="11012" y="13452"/>
                  </a:cubicBezTo>
                  <a:cubicBezTo>
                    <a:pt x="11022" y="13452"/>
                    <a:pt x="11030" y="13453"/>
                    <a:pt x="11038" y="13454"/>
                  </a:cubicBezTo>
                  <a:cubicBezTo>
                    <a:pt x="11173" y="13468"/>
                    <a:pt x="11293" y="13664"/>
                    <a:pt x="11398" y="13754"/>
                  </a:cubicBezTo>
                  <a:cubicBezTo>
                    <a:pt x="11503" y="13828"/>
                    <a:pt x="11638" y="13844"/>
                    <a:pt x="11743" y="13918"/>
                  </a:cubicBezTo>
                  <a:cubicBezTo>
                    <a:pt x="11788" y="13948"/>
                    <a:pt x="11818" y="14024"/>
                    <a:pt x="11878" y="14054"/>
                  </a:cubicBezTo>
                  <a:cubicBezTo>
                    <a:pt x="11928" y="14078"/>
                    <a:pt x="11983" y="14087"/>
                    <a:pt x="12040" y="14087"/>
                  </a:cubicBezTo>
                  <a:cubicBezTo>
                    <a:pt x="12153" y="14087"/>
                    <a:pt x="12273" y="14054"/>
                    <a:pt x="12372" y="14054"/>
                  </a:cubicBezTo>
                  <a:cubicBezTo>
                    <a:pt x="12568" y="14054"/>
                    <a:pt x="12808" y="14068"/>
                    <a:pt x="12988" y="14158"/>
                  </a:cubicBezTo>
                  <a:cubicBezTo>
                    <a:pt x="13176" y="14252"/>
                    <a:pt x="13316" y="14310"/>
                    <a:pt x="13525" y="14310"/>
                  </a:cubicBezTo>
                  <a:cubicBezTo>
                    <a:pt x="13550" y="14310"/>
                    <a:pt x="13575" y="14310"/>
                    <a:pt x="13602" y="14308"/>
                  </a:cubicBezTo>
                  <a:cubicBezTo>
                    <a:pt x="13798" y="14308"/>
                    <a:pt x="13992" y="14338"/>
                    <a:pt x="14172" y="14428"/>
                  </a:cubicBezTo>
                  <a:cubicBezTo>
                    <a:pt x="14308" y="14488"/>
                    <a:pt x="14442" y="14548"/>
                    <a:pt x="14578" y="14624"/>
                  </a:cubicBezTo>
                  <a:cubicBezTo>
                    <a:pt x="14652" y="14654"/>
                    <a:pt x="14712" y="14698"/>
                    <a:pt x="14788" y="14728"/>
                  </a:cubicBezTo>
                  <a:cubicBezTo>
                    <a:pt x="14862" y="14773"/>
                    <a:pt x="14908" y="14833"/>
                    <a:pt x="14982" y="14878"/>
                  </a:cubicBezTo>
                  <a:cubicBezTo>
                    <a:pt x="15042" y="14923"/>
                    <a:pt x="15118" y="14934"/>
                    <a:pt x="15197" y="14934"/>
                  </a:cubicBezTo>
                  <a:cubicBezTo>
                    <a:pt x="15276" y="14934"/>
                    <a:pt x="15357" y="14923"/>
                    <a:pt x="15432" y="14923"/>
                  </a:cubicBezTo>
                  <a:lnTo>
                    <a:pt x="15657" y="14923"/>
                  </a:lnTo>
                  <a:cubicBezTo>
                    <a:pt x="15747" y="14938"/>
                    <a:pt x="15837" y="14983"/>
                    <a:pt x="15942" y="14983"/>
                  </a:cubicBezTo>
                  <a:cubicBezTo>
                    <a:pt x="16122" y="14983"/>
                    <a:pt x="16272" y="14848"/>
                    <a:pt x="16452" y="14818"/>
                  </a:cubicBezTo>
                  <a:cubicBezTo>
                    <a:pt x="16491" y="14814"/>
                    <a:pt x="16530" y="14814"/>
                    <a:pt x="16569" y="14814"/>
                  </a:cubicBezTo>
                  <a:cubicBezTo>
                    <a:pt x="16610" y="14814"/>
                    <a:pt x="16651" y="14815"/>
                    <a:pt x="16692" y="14815"/>
                  </a:cubicBezTo>
                  <a:cubicBezTo>
                    <a:pt x="16771" y="14815"/>
                    <a:pt x="16849" y="14811"/>
                    <a:pt x="16932" y="14788"/>
                  </a:cubicBezTo>
                  <a:cubicBezTo>
                    <a:pt x="16997" y="14762"/>
                    <a:pt x="17062" y="14725"/>
                    <a:pt x="17136" y="14725"/>
                  </a:cubicBezTo>
                  <a:cubicBezTo>
                    <a:pt x="17148" y="14725"/>
                    <a:pt x="17160" y="14726"/>
                    <a:pt x="17172" y="14728"/>
                  </a:cubicBezTo>
                  <a:cubicBezTo>
                    <a:pt x="17352" y="14743"/>
                    <a:pt x="17501" y="14878"/>
                    <a:pt x="17681" y="14923"/>
                  </a:cubicBezTo>
                  <a:cubicBezTo>
                    <a:pt x="17724" y="14933"/>
                    <a:pt x="17767" y="14937"/>
                    <a:pt x="17809" y="14937"/>
                  </a:cubicBezTo>
                  <a:cubicBezTo>
                    <a:pt x="18186" y="14937"/>
                    <a:pt x="18558" y="14608"/>
                    <a:pt x="18881" y="14474"/>
                  </a:cubicBezTo>
                  <a:cubicBezTo>
                    <a:pt x="19001" y="14414"/>
                    <a:pt x="19211" y="14384"/>
                    <a:pt x="19317" y="14308"/>
                  </a:cubicBezTo>
                  <a:cubicBezTo>
                    <a:pt x="19437" y="14218"/>
                    <a:pt x="19481" y="14114"/>
                    <a:pt x="19631" y="14068"/>
                  </a:cubicBezTo>
                  <a:cubicBezTo>
                    <a:pt x="19686" y="14052"/>
                    <a:pt x="19740" y="14045"/>
                    <a:pt x="19794" y="14045"/>
                  </a:cubicBezTo>
                  <a:cubicBezTo>
                    <a:pt x="20035" y="14045"/>
                    <a:pt x="20271" y="14185"/>
                    <a:pt x="20516" y="14234"/>
                  </a:cubicBezTo>
                  <a:cubicBezTo>
                    <a:pt x="20545" y="14239"/>
                    <a:pt x="20572" y="14241"/>
                    <a:pt x="20597" y="14241"/>
                  </a:cubicBezTo>
                  <a:cubicBezTo>
                    <a:pt x="20719" y="14241"/>
                    <a:pt x="20810" y="14185"/>
                    <a:pt x="20921" y="14098"/>
                  </a:cubicBezTo>
                  <a:cubicBezTo>
                    <a:pt x="21131" y="13934"/>
                    <a:pt x="21326" y="13858"/>
                    <a:pt x="21581" y="13738"/>
                  </a:cubicBezTo>
                  <a:cubicBezTo>
                    <a:pt x="21896" y="13604"/>
                    <a:pt x="22151" y="13364"/>
                    <a:pt x="22451" y="13214"/>
                  </a:cubicBezTo>
                  <a:cubicBezTo>
                    <a:pt x="22586" y="13138"/>
                    <a:pt x="22690" y="13108"/>
                    <a:pt x="22826" y="13078"/>
                  </a:cubicBezTo>
                  <a:cubicBezTo>
                    <a:pt x="22960" y="13034"/>
                    <a:pt x="23050" y="12988"/>
                    <a:pt x="23126" y="12884"/>
                  </a:cubicBezTo>
                  <a:cubicBezTo>
                    <a:pt x="23186" y="12808"/>
                    <a:pt x="23306" y="12704"/>
                    <a:pt x="23380" y="12674"/>
                  </a:cubicBezTo>
                  <a:cubicBezTo>
                    <a:pt x="23414" y="12662"/>
                    <a:pt x="23454" y="12658"/>
                    <a:pt x="23497" y="12658"/>
                  </a:cubicBezTo>
                  <a:cubicBezTo>
                    <a:pt x="23623" y="12658"/>
                    <a:pt x="23774" y="12700"/>
                    <a:pt x="23876" y="12734"/>
                  </a:cubicBezTo>
                  <a:cubicBezTo>
                    <a:pt x="23999" y="12761"/>
                    <a:pt x="24172" y="12826"/>
                    <a:pt x="24304" y="12826"/>
                  </a:cubicBezTo>
                  <a:cubicBezTo>
                    <a:pt x="24316" y="12826"/>
                    <a:pt x="24328" y="12825"/>
                    <a:pt x="24340" y="12824"/>
                  </a:cubicBezTo>
                  <a:cubicBezTo>
                    <a:pt x="24436" y="12814"/>
                    <a:pt x="24513" y="12780"/>
                    <a:pt x="24588" y="12780"/>
                  </a:cubicBezTo>
                  <a:cubicBezTo>
                    <a:pt x="24630" y="12780"/>
                    <a:pt x="24672" y="12791"/>
                    <a:pt x="24716" y="12824"/>
                  </a:cubicBezTo>
                  <a:cubicBezTo>
                    <a:pt x="24850" y="12928"/>
                    <a:pt x="24866" y="13004"/>
                    <a:pt x="25046" y="13034"/>
                  </a:cubicBezTo>
                  <a:cubicBezTo>
                    <a:pt x="25085" y="13039"/>
                    <a:pt x="25125" y="13041"/>
                    <a:pt x="25166" y="13041"/>
                  </a:cubicBezTo>
                  <a:cubicBezTo>
                    <a:pt x="25369" y="13041"/>
                    <a:pt x="25580" y="12988"/>
                    <a:pt x="25780" y="12988"/>
                  </a:cubicBezTo>
                  <a:cubicBezTo>
                    <a:pt x="25960" y="12988"/>
                    <a:pt x="26155" y="13004"/>
                    <a:pt x="26335" y="13034"/>
                  </a:cubicBezTo>
                  <a:cubicBezTo>
                    <a:pt x="26545" y="13064"/>
                    <a:pt x="26575" y="13214"/>
                    <a:pt x="26695" y="13378"/>
                  </a:cubicBezTo>
                  <a:cubicBezTo>
                    <a:pt x="26800" y="13514"/>
                    <a:pt x="26935" y="13648"/>
                    <a:pt x="27100" y="13694"/>
                  </a:cubicBezTo>
                  <a:cubicBezTo>
                    <a:pt x="27170" y="13713"/>
                    <a:pt x="27256" y="13718"/>
                    <a:pt x="27346" y="13718"/>
                  </a:cubicBezTo>
                  <a:cubicBezTo>
                    <a:pt x="27468" y="13718"/>
                    <a:pt x="27596" y="13708"/>
                    <a:pt x="27699" y="13708"/>
                  </a:cubicBezTo>
                  <a:cubicBezTo>
                    <a:pt x="27819" y="13694"/>
                    <a:pt x="27939" y="13664"/>
                    <a:pt x="28075" y="13634"/>
                  </a:cubicBezTo>
                  <a:cubicBezTo>
                    <a:pt x="28269" y="13604"/>
                    <a:pt x="28435" y="13498"/>
                    <a:pt x="28629" y="13454"/>
                  </a:cubicBezTo>
                  <a:cubicBezTo>
                    <a:pt x="28659" y="13446"/>
                    <a:pt x="28686" y="13443"/>
                    <a:pt x="28710" y="13443"/>
                  </a:cubicBezTo>
                  <a:cubicBezTo>
                    <a:pt x="28836" y="13443"/>
                    <a:pt x="28907" y="13531"/>
                    <a:pt x="29019" y="13618"/>
                  </a:cubicBezTo>
                  <a:cubicBezTo>
                    <a:pt x="29079" y="13648"/>
                    <a:pt x="29155" y="13724"/>
                    <a:pt x="29199" y="13754"/>
                  </a:cubicBezTo>
                  <a:cubicBezTo>
                    <a:pt x="29278" y="13793"/>
                    <a:pt x="29344" y="13800"/>
                    <a:pt x="29414" y="13800"/>
                  </a:cubicBezTo>
                  <a:cubicBezTo>
                    <a:pt x="29451" y="13800"/>
                    <a:pt x="29488" y="13798"/>
                    <a:pt x="29529" y="13798"/>
                  </a:cubicBezTo>
                  <a:cubicBezTo>
                    <a:pt x="29859" y="13798"/>
                    <a:pt x="30145" y="13724"/>
                    <a:pt x="30445" y="13634"/>
                  </a:cubicBezTo>
                  <a:cubicBezTo>
                    <a:pt x="30445" y="13634"/>
                    <a:pt x="30565" y="13588"/>
                    <a:pt x="30595" y="13588"/>
                  </a:cubicBezTo>
                  <a:cubicBezTo>
                    <a:pt x="30715" y="13604"/>
                    <a:pt x="30744" y="13754"/>
                    <a:pt x="30849" y="13798"/>
                  </a:cubicBezTo>
                  <a:cubicBezTo>
                    <a:pt x="30892" y="13814"/>
                    <a:pt x="30938" y="13821"/>
                    <a:pt x="30985" y="13821"/>
                  </a:cubicBezTo>
                  <a:cubicBezTo>
                    <a:pt x="31199" y="13821"/>
                    <a:pt x="31439" y="13677"/>
                    <a:pt x="31599" y="13604"/>
                  </a:cubicBezTo>
                  <a:cubicBezTo>
                    <a:pt x="31929" y="13484"/>
                    <a:pt x="32259" y="13394"/>
                    <a:pt x="32589" y="13274"/>
                  </a:cubicBezTo>
                  <a:cubicBezTo>
                    <a:pt x="32619" y="13258"/>
                    <a:pt x="32649" y="13228"/>
                    <a:pt x="32694" y="13228"/>
                  </a:cubicBezTo>
                  <a:cubicBezTo>
                    <a:pt x="32776" y="13228"/>
                    <a:pt x="32844" y="13290"/>
                    <a:pt x="32924" y="13290"/>
                  </a:cubicBezTo>
                  <a:cubicBezTo>
                    <a:pt x="32932" y="13290"/>
                    <a:pt x="32940" y="13290"/>
                    <a:pt x="32948" y="13288"/>
                  </a:cubicBezTo>
                  <a:cubicBezTo>
                    <a:pt x="33024" y="13288"/>
                    <a:pt x="33038" y="13244"/>
                    <a:pt x="33098" y="13184"/>
                  </a:cubicBezTo>
                  <a:cubicBezTo>
                    <a:pt x="33234" y="13064"/>
                    <a:pt x="33384" y="12974"/>
                    <a:pt x="33564" y="12898"/>
                  </a:cubicBezTo>
                  <a:cubicBezTo>
                    <a:pt x="33864" y="12748"/>
                    <a:pt x="34208" y="12628"/>
                    <a:pt x="34538" y="12538"/>
                  </a:cubicBezTo>
                  <a:cubicBezTo>
                    <a:pt x="34688" y="12494"/>
                    <a:pt x="34838" y="12464"/>
                    <a:pt x="35004" y="12434"/>
                  </a:cubicBezTo>
                  <a:cubicBezTo>
                    <a:pt x="35198" y="12388"/>
                    <a:pt x="35138" y="12254"/>
                    <a:pt x="35258" y="12104"/>
                  </a:cubicBezTo>
                  <a:cubicBezTo>
                    <a:pt x="35424" y="11864"/>
                    <a:pt x="35724" y="11758"/>
                    <a:pt x="35978" y="11624"/>
                  </a:cubicBezTo>
                  <a:cubicBezTo>
                    <a:pt x="36278" y="11459"/>
                    <a:pt x="36653" y="11399"/>
                    <a:pt x="36983" y="11294"/>
                  </a:cubicBezTo>
                  <a:cubicBezTo>
                    <a:pt x="37433" y="11159"/>
                    <a:pt x="37913" y="10994"/>
                    <a:pt x="38377" y="10979"/>
                  </a:cubicBezTo>
                  <a:cubicBezTo>
                    <a:pt x="38411" y="10979"/>
                    <a:pt x="38443" y="10977"/>
                    <a:pt x="38474" y="10977"/>
                  </a:cubicBezTo>
                  <a:cubicBezTo>
                    <a:pt x="38555" y="10977"/>
                    <a:pt x="38628" y="10985"/>
                    <a:pt x="38693" y="11039"/>
                  </a:cubicBezTo>
                  <a:cubicBezTo>
                    <a:pt x="38797" y="11129"/>
                    <a:pt x="38873" y="11279"/>
                    <a:pt x="38947" y="11399"/>
                  </a:cubicBezTo>
                  <a:cubicBezTo>
                    <a:pt x="38955" y="11399"/>
                    <a:pt x="38963" y="11399"/>
                    <a:pt x="38972" y="11399"/>
                  </a:cubicBezTo>
                  <a:cubicBezTo>
                    <a:pt x="39178" y="11399"/>
                    <a:pt x="39435" y="11217"/>
                    <a:pt x="39623" y="11174"/>
                  </a:cubicBezTo>
                  <a:cubicBezTo>
                    <a:pt x="40027" y="11054"/>
                    <a:pt x="40477" y="11009"/>
                    <a:pt x="40897" y="10934"/>
                  </a:cubicBezTo>
                  <a:cubicBezTo>
                    <a:pt x="41287" y="10874"/>
                    <a:pt x="41692" y="10829"/>
                    <a:pt x="42067" y="10724"/>
                  </a:cubicBezTo>
                  <a:cubicBezTo>
                    <a:pt x="42292" y="10649"/>
                    <a:pt x="42847" y="10544"/>
                    <a:pt x="42937" y="10274"/>
                  </a:cubicBezTo>
                  <a:cubicBezTo>
                    <a:pt x="42967" y="10154"/>
                    <a:pt x="42892" y="10019"/>
                    <a:pt x="42937" y="9899"/>
                  </a:cubicBezTo>
                  <a:cubicBezTo>
                    <a:pt x="42997" y="9689"/>
                    <a:pt x="43296" y="9599"/>
                    <a:pt x="43476" y="9525"/>
                  </a:cubicBezTo>
                  <a:cubicBezTo>
                    <a:pt x="43626" y="9449"/>
                    <a:pt x="43656" y="9419"/>
                    <a:pt x="43746" y="9285"/>
                  </a:cubicBezTo>
                  <a:cubicBezTo>
                    <a:pt x="43866" y="9075"/>
                    <a:pt x="44182" y="9015"/>
                    <a:pt x="44406" y="8939"/>
                  </a:cubicBezTo>
                  <a:cubicBezTo>
                    <a:pt x="44761" y="8834"/>
                    <a:pt x="45128" y="8626"/>
                    <a:pt x="45505" y="8626"/>
                  </a:cubicBezTo>
                  <a:cubicBezTo>
                    <a:pt x="45559" y="8626"/>
                    <a:pt x="45612" y="8630"/>
                    <a:pt x="45666" y="8639"/>
                  </a:cubicBezTo>
                  <a:cubicBezTo>
                    <a:pt x="45816" y="8655"/>
                    <a:pt x="45906" y="8745"/>
                    <a:pt x="46056" y="8789"/>
                  </a:cubicBezTo>
                  <a:cubicBezTo>
                    <a:pt x="46125" y="8814"/>
                    <a:pt x="46189" y="8826"/>
                    <a:pt x="46252" y="8826"/>
                  </a:cubicBezTo>
                  <a:cubicBezTo>
                    <a:pt x="46339" y="8826"/>
                    <a:pt x="46425" y="8803"/>
                    <a:pt x="46521" y="8759"/>
                  </a:cubicBezTo>
                  <a:cubicBezTo>
                    <a:pt x="46641" y="8699"/>
                    <a:pt x="46836" y="8595"/>
                    <a:pt x="46926" y="8475"/>
                  </a:cubicBezTo>
                  <a:cubicBezTo>
                    <a:pt x="46986" y="8399"/>
                    <a:pt x="46986" y="8355"/>
                    <a:pt x="46986" y="8279"/>
                  </a:cubicBezTo>
                  <a:cubicBezTo>
                    <a:pt x="46986" y="8129"/>
                    <a:pt x="47076" y="7995"/>
                    <a:pt x="47151" y="7859"/>
                  </a:cubicBezTo>
                  <a:cubicBezTo>
                    <a:pt x="47211" y="7785"/>
                    <a:pt x="47391" y="7575"/>
                    <a:pt x="47376" y="7485"/>
                  </a:cubicBezTo>
                  <a:cubicBezTo>
                    <a:pt x="47361" y="7379"/>
                    <a:pt x="47256" y="7305"/>
                    <a:pt x="47241" y="7215"/>
                  </a:cubicBezTo>
                  <a:cubicBezTo>
                    <a:pt x="47226" y="7109"/>
                    <a:pt x="47286" y="6975"/>
                    <a:pt x="47331" y="6885"/>
                  </a:cubicBezTo>
                  <a:cubicBezTo>
                    <a:pt x="47451" y="6719"/>
                    <a:pt x="47661" y="6659"/>
                    <a:pt x="47826" y="6569"/>
                  </a:cubicBezTo>
                  <a:cubicBezTo>
                    <a:pt x="47976" y="6495"/>
                    <a:pt x="48126" y="6420"/>
                    <a:pt x="48261" y="6345"/>
                  </a:cubicBezTo>
                  <a:cubicBezTo>
                    <a:pt x="48381" y="6285"/>
                    <a:pt x="48501" y="6210"/>
                    <a:pt x="48605" y="6120"/>
                  </a:cubicBezTo>
                  <a:cubicBezTo>
                    <a:pt x="48981" y="5865"/>
                    <a:pt x="48951" y="5850"/>
                    <a:pt x="48965" y="5565"/>
                  </a:cubicBezTo>
                  <a:cubicBezTo>
                    <a:pt x="48965" y="5460"/>
                    <a:pt x="48995" y="5340"/>
                    <a:pt x="49025" y="5235"/>
                  </a:cubicBezTo>
                  <a:cubicBezTo>
                    <a:pt x="49071" y="5085"/>
                    <a:pt x="49205" y="4995"/>
                    <a:pt x="49325" y="4905"/>
                  </a:cubicBezTo>
                  <a:cubicBezTo>
                    <a:pt x="49371" y="4875"/>
                    <a:pt x="49535" y="4800"/>
                    <a:pt x="49535" y="4740"/>
                  </a:cubicBezTo>
                  <a:cubicBezTo>
                    <a:pt x="49535" y="4680"/>
                    <a:pt x="49385" y="4620"/>
                    <a:pt x="49355" y="4560"/>
                  </a:cubicBezTo>
                  <a:cubicBezTo>
                    <a:pt x="49235" y="4336"/>
                    <a:pt x="49671" y="3960"/>
                    <a:pt x="49835" y="3870"/>
                  </a:cubicBezTo>
                  <a:cubicBezTo>
                    <a:pt x="49985" y="3796"/>
                    <a:pt x="50105" y="3736"/>
                    <a:pt x="50241" y="3630"/>
                  </a:cubicBezTo>
                  <a:cubicBezTo>
                    <a:pt x="50361" y="3526"/>
                    <a:pt x="50541" y="3496"/>
                    <a:pt x="50661" y="3376"/>
                  </a:cubicBezTo>
                  <a:cubicBezTo>
                    <a:pt x="50735" y="3316"/>
                    <a:pt x="50721" y="3286"/>
                    <a:pt x="50735" y="3210"/>
                  </a:cubicBezTo>
                  <a:cubicBezTo>
                    <a:pt x="50751" y="3090"/>
                    <a:pt x="50781" y="3016"/>
                    <a:pt x="50841" y="2926"/>
                  </a:cubicBezTo>
                  <a:cubicBezTo>
                    <a:pt x="50945" y="2760"/>
                    <a:pt x="51141" y="2640"/>
                    <a:pt x="51201" y="2460"/>
                  </a:cubicBezTo>
                  <a:cubicBezTo>
                    <a:pt x="51245" y="2326"/>
                    <a:pt x="51215" y="2296"/>
                    <a:pt x="51335" y="2176"/>
                  </a:cubicBezTo>
                  <a:cubicBezTo>
                    <a:pt x="51455" y="2056"/>
                    <a:pt x="51590" y="1966"/>
                    <a:pt x="51740" y="1890"/>
                  </a:cubicBezTo>
                  <a:cubicBezTo>
                    <a:pt x="51845" y="1830"/>
                    <a:pt x="52115" y="1696"/>
                    <a:pt x="52145" y="1560"/>
                  </a:cubicBezTo>
                  <a:cubicBezTo>
                    <a:pt x="52160" y="1486"/>
                    <a:pt x="52145" y="1366"/>
                    <a:pt x="52145" y="1276"/>
                  </a:cubicBezTo>
                  <a:cubicBezTo>
                    <a:pt x="52145" y="1021"/>
                    <a:pt x="52190" y="781"/>
                    <a:pt x="52340" y="571"/>
                  </a:cubicBezTo>
                  <a:cubicBezTo>
                    <a:pt x="52445" y="436"/>
                    <a:pt x="52370" y="301"/>
                    <a:pt x="52430" y="136"/>
                  </a:cubicBezTo>
                  <a:cubicBezTo>
                    <a:pt x="52460" y="91"/>
                    <a:pt x="52490" y="46"/>
                    <a:pt x="5250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 name="Google Shape;84;p16"/>
          <p:cNvGrpSpPr/>
          <p:nvPr/>
        </p:nvGrpSpPr>
        <p:grpSpPr>
          <a:xfrm>
            <a:off x="180302" y="3144237"/>
            <a:ext cx="2258497" cy="1750681"/>
            <a:chOff x="5690115" y="3279039"/>
            <a:chExt cx="3453887" cy="2677292"/>
          </a:xfrm>
        </p:grpSpPr>
        <p:sp>
          <p:nvSpPr>
            <p:cNvPr id="85" name="Google Shape;85;p16"/>
            <p:cNvSpPr/>
            <p:nvPr/>
          </p:nvSpPr>
          <p:spPr>
            <a:xfrm rot="-1087137">
              <a:off x="5898277" y="3706167"/>
              <a:ext cx="3037563" cy="1823037"/>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 name="Google Shape;86;p16"/>
            <p:cNvGrpSpPr/>
            <p:nvPr/>
          </p:nvGrpSpPr>
          <p:grpSpPr>
            <a:xfrm>
              <a:off x="5961969" y="3734118"/>
              <a:ext cx="2890382" cy="1597026"/>
              <a:chOff x="5961969" y="3734118"/>
              <a:chExt cx="2890382" cy="1597026"/>
            </a:xfrm>
          </p:grpSpPr>
          <p:sp>
            <p:nvSpPr>
              <p:cNvPr id="87" name="Google Shape;87;p16"/>
              <p:cNvSpPr/>
              <p:nvPr/>
            </p:nvSpPr>
            <p:spPr>
              <a:xfrm rot="-1087137">
                <a:off x="5894924" y="4167622"/>
                <a:ext cx="2790071" cy="13699"/>
              </a:xfrm>
              <a:custGeom>
                <a:rect b="b" l="l" r="r" t="t"/>
                <a:pathLst>
                  <a:path extrusionOk="0" h="181" w="36864">
                    <a:moveTo>
                      <a:pt x="1" y="0"/>
                    </a:moveTo>
                    <a:lnTo>
                      <a:pt x="1" y="180"/>
                    </a:lnTo>
                    <a:lnTo>
                      <a:pt x="36863" y="180"/>
                    </a:lnTo>
                    <a:lnTo>
                      <a:pt x="3686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rot="-1087137">
                <a:off x="5973097" y="4407121"/>
                <a:ext cx="2790071" cy="12488"/>
              </a:xfrm>
              <a:custGeom>
                <a:rect b="b" l="l" r="r" t="t"/>
                <a:pathLst>
                  <a:path extrusionOk="0" h="165" w="36864">
                    <a:moveTo>
                      <a:pt x="1" y="1"/>
                    </a:moveTo>
                    <a:lnTo>
                      <a:pt x="1" y="165"/>
                    </a:lnTo>
                    <a:lnTo>
                      <a:pt x="36863" y="165"/>
                    </a:lnTo>
                    <a:lnTo>
                      <a:pt x="368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rot="-1087137">
                <a:off x="6051293" y="4645480"/>
                <a:ext cx="2790071" cy="13699"/>
              </a:xfrm>
              <a:custGeom>
                <a:rect b="b" l="l" r="r" t="t"/>
                <a:pathLst>
                  <a:path extrusionOk="0" h="181" w="36864">
                    <a:moveTo>
                      <a:pt x="1" y="0"/>
                    </a:moveTo>
                    <a:lnTo>
                      <a:pt x="1" y="180"/>
                    </a:lnTo>
                    <a:lnTo>
                      <a:pt x="36863" y="180"/>
                    </a:lnTo>
                    <a:lnTo>
                      <a:pt x="3686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rot="-1087137">
                <a:off x="6129490" y="4884975"/>
                <a:ext cx="2790071" cy="12639"/>
              </a:xfrm>
              <a:custGeom>
                <a:rect b="b" l="l" r="r" t="t"/>
                <a:pathLst>
                  <a:path extrusionOk="0" h="167" w="36864">
                    <a:moveTo>
                      <a:pt x="1" y="1"/>
                    </a:moveTo>
                    <a:lnTo>
                      <a:pt x="1" y="166"/>
                    </a:lnTo>
                    <a:lnTo>
                      <a:pt x="36863" y="166"/>
                    </a:lnTo>
                    <a:lnTo>
                      <a:pt x="368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 name="Google Shape;91;p16"/>
          <p:cNvSpPr/>
          <p:nvPr/>
        </p:nvSpPr>
        <p:spPr>
          <a:xfrm flipH="1" rot="-3297580">
            <a:off x="600592" y="361705"/>
            <a:ext cx="1417918" cy="1027331"/>
          </a:xfrm>
          <a:custGeom>
            <a:rect b="b" l="l" r="r" t="t"/>
            <a:pathLst>
              <a:path extrusionOk="0" h="9975" w="13768">
                <a:moveTo>
                  <a:pt x="12462" y="811"/>
                </a:moveTo>
                <a:lnTo>
                  <a:pt x="11952" y="571"/>
                </a:lnTo>
                <a:lnTo>
                  <a:pt x="11968" y="241"/>
                </a:lnTo>
                <a:lnTo>
                  <a:pt x="11788" y="1"/>
                </a:lnTo>
                <a:lnTo>
                  <a:pt x="10992" y="481"/>
                </a:lnTo>
                <a:lnTo>
                  <a:pt x="4124" y="4515"/>
                </a:lnTo>
                <a:lnTo>
                  <a:pt x="0" y="6945"/>
                </a:lnTo>
                <a:lnTo>
                  <a:pt x="375" y="7289"/>
                </a:lnTo>
                <a:lnTo>
                  <a:pt x="434" y="7679"/>
                </a:lnTo>
                <a:lnTo>
                  <a:pt x="600" y="7965"/>
                </a:lnTo>
                <a:lnTo>
                  <a:pt x="930" y="8159"/>
                </a:lnTo>
                <a:lnTo>
                  <a:pt x="900" y="8459"/>
                </a:lnTo>
                <a:lnTo>
                  <a:pt x="1080" y="8789"/>
                </a:lnTo>
                <a:lnTo>
                  <a:pt x="1394" y="8835"/>
                </a:lnTo>
                <a:lnTo>
                  <a:pt x="1320" y="9179"/>
                </a:lnTo>
                <a:lnTo>
                  <a:pt x="1814" y="9405"/>
                </a:lnTo>
                <a:lnTo>
                  <a:pt x="1814" y="9734"/>
                </a:lnTo>
                <a:lnTo>
                  <a:pt x="1980" y="9974"/>
                </a:lnTo>
                <a:lnTo>
                  <a:pt x="5953" y="7635"/>
                </a:lnTo>
                <a:lnTo>
                  <a:pt x="12822" y="3600"/>
                </a:lnTo>
                <a:lnTo>
                  <a:pt x="13767" y="3046"/>
                </a:lnTo>
                <a:lnTo>
                  <a:pt x="13408" y="2686"/>
                </a:lnTo>
                <a:lnTo>
                  <a:pt x="13332" y="2296"/>
                </a:lnTo>
                <a:lnTo>
                  <a:pt x="13168" y="2010"/>
                </a:lnTo>
                <a:lnTo>
                  <a:pt x="12852" y="1816"/>
                </a:lnTo>
                <a:lnTo>
                  <a:pt x="12882" y="1516"/>
                </a:lnTo>
                <a:lnTo>
                  <a:pt x="12688" y="1201"/>
                </a:lnTo>
                <a:lnTo>
                  <a:pt x="12372" y="1141"/>
                </a:lnTo>
                <a:close/>
              </a:path>
            </a:pathLst>
          </a:custGeom>
          <a:solidFill>
            <a:srgbClr val="F0F0F0">
              <a:alpha val="513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6"/>
          <p:cNvGrpSpPr/>
          <p:nvPr/>
        </p:nvGrpSpPr>
        <p:grpSpPr>
          <a:xfrm rot="1767888">
            <a:off x="7392003" y="601206"/>
            <a:ext cx="1212254" cy="414995"/>
            <a:chOff x="-2466075" y="1391388"/>
            <a:chExt cx="1511902" cy="517575"/>
          </a:xfrm>
        </p:grpSpPr>
        <p:sp>
          <p:nvSpPr>
            <p:cNvPr id="93" name="Google Shape;93;p16"/>
            <p:cNvSpPr/>
            <p:nvPr/>
          </p:nvSpPr>
          <p:spPr>
            <a:xfrm>
              <a:off x="-2466075" y="1391388"/>
              <a:ext cx="1511902" cy="517566"/>
            </a:xfrm>
            <a:custGeom>
              <a:rect b="b" l="l" r="r" t="t"/>
              <a:pathLst>
                <a:path extrusionOk="0" h="11824" w="34540">
                  <a:moveTo>
                    <a:pt x="3021" y="550"/>
                  </a:moveTo>
                  <a:lnTo>
                    <a:pt x="3021" y="550"/>
                  </a:lnTo>
                  <a:cubicBezTo>
                    <a:pt x="2901" y="649"/>
                    <a:pt x="2789" y="764"/>
                    <a:pt x="2686" y="891"/>
                  </a:cubicBezTo>
                  <a:cubicBezTo>
                    <a:pt x="2536" y="1085"/>
                    <a:pt x="2356" y="1251"/>
                    <a:pt x="2146" y="1371"/>
                  </a:cubicBezTo>
                  <a:cubicBezTo>
                    <a:pt x="2063" y="1422"/>
                    <a:pt x="1952" y="1510"/>
                    <a:pt x="1856" y="1510"/>
                  </a:cubicBezTo>
                  <a:cubicBezTo>
                    <a:pt x="1813" y="1510"/>
                    <a:pt x="1773" y="1492"/>
                    <a:pt x="1741" y="1445"/>
                  </a:cubicBezTo>
                  <a:cubicBezTo>
                    <a:pt x="1636" y="1281"/>
                    <a:pt x="1846" y="1175"/>
                    <a:pt x="1936" y="1055"/>
                  </a:cubicBezTo>
                  <a:cubicBezTo>
                    <a:pt x="1996" y="965"/>
                    <a:pt x="2086" y="921"/>
                    <a:pt x="2190" y="891"/>
                  </a:cubicBezTo>
                  <a:cubicBezTo>
                    <a:pt x="2430" y="771"/>
                    <a:pt x="2656" y="621"/>
                    <a:pt x="2926" y="576"/>
                  </a:cubicBezTo>
                  <a:cubicBezTo>
                    <a:pt x="2958" y="571"/>
                    <a:pt x="2991" y="562"/>
                    <a:pt x="3021" y="550"/>
                  </a:cubicBezTo>
                  <a:close/>
                  <a:moveTo>
                    <a:pt x="3891" y="977"/>
                  </a:moveTo>
                  <a:cubicBezTo>
                    <a:pt x="3934" y="1090"/>
                    <a:pt x="3979" y="1204"/>
                    <a:pt x="4006" y="1325"/>
                  </a:cubicBezTo>
                  <a:cubicBezTo>
                    <a:pt x="4020" y="1341"/>
                    <a:pt x="4036" y="1355"/>
                    <a:pt x="4036" y="1371"/>
                  </a:cubicBezTo>
                  <a:cubicBezTo>
                    <a:pt x="4066" y="1401"/>
                    <a:pt x="4080" y="1431"/>
                    <a:pt x="4110" y="1461"/>
                  </a:cubicBezTo>
                  <a:cubicBezTo>
                    <a:pt x="4350" y="1821"/>
                    <a:pt x="4516" y="2211"/>
                    <a:pt x="4590" y="2661"/>
                  </a:cubicBezTo>
                  <a:cubicBezTo>
                    <a:pt x="4620" y="2765"/>
                    <a:pt x="4696" y="2931"/>
                    <a:pt x="4560" y="2991"/>
                  </a:cubicBezTo>
                  <a:cubicBezTo>
                    <a:pt x="4539" y="3000"/>
                    <a:pt x="4519" y="3004"/>
                    <a:pt x="4501" y="3004"/>
                  </a:cubicBezTo>
                  <a:cubicBezTo>
                    <a:pt x="4402" y="3004"/>
                    <a:pt x="4341" y="2882"/>
                    <a:pt x="4290" y="2781"/>
                  </a:cubicBezTo>
                  <a:cubicBezTo>
                    <a:pt x="4140" y="2451"/>
                    <a:pt x="4050" y="2105"/>
                    <a:pt x="3990" y="1761"/>
                  </a:cubicBezTo>
                  <a:cubicBezTo>
                    <a:pt x="3946" y="1565"/>
                    <a:pt x="3990" y="1371"/>
                    <a:pt x="3930" y="1191"/>
                  </a:cubicBezTo>
                  <a:cubicBezTo>
                    <a:pt x="3910" y="1126"/>
                    <a:pt x="3902" y="1051"/>
                    <a:pt x="3891" y="977"/>
                  </a:cubicBezTo>
                  <a:close/>
                  <a:moveTo>
                    <a:pt x="3417" y="964"/>
                  </a:moveTo>
                  <a:cubicBezTo>
                    <a:pt x="3370" y="1082"/>
                    <a:pt x="3340" y="1211"/>
                    <a:pt x="3346" y="1311"/>
                  </a:cubicBezTo>
                  <a:lnTo>
                    <a:pt x="3346" y="1401"/>
                  </a:lnTo>
                  <a:cubicBezTo>
                    <a:pt x="3436" y="1671"/>
                    <a:pt x="3420" y="1971"/>
                    <a:pt x="3496" y="2241"/>
                  </a:cubicBezTo>
                  <a:cubicBezTo>
                    <a:pt x="3496" y="2285"/>
                    <a:pt x="3496" y="2331"/>
                    <a:pt x="3510" y="2375"/>
                  </a:cubicBezTo>
                  <a:cubicBezTo>
                    <a:pt x="3526" y="2465"/>
                    <a:pt x="3556" y="2541"/>
                    <a:pt x="3586" y="2615"/>
                  </a:cubicBezTo>
                  <a:cubicBezTo>
                    <a:pt x="3720" y="3005"/>
                    <a:pt x="3900" y="3365"/>
                    <a:pt x="3916" y="3801"/>
                  </a:cubicBezTo>
                  <a:cubicBezTo>
                    <a:pt x="3916" y="3950"/>
                    <a:pt x="3960" y="4190"/>
                    <a:pt x="3780" y="4220"/>
                  </a:cubicBezTo>
                  <a:cubicBezTo>
                    <a:pt x="3774" y="4221"/>
                    <a:pt x="3769" y="4221"/>
                    <a:pt x="3763" y="4221"/>
                  </a:cubicBezTo>
                  <a:cubicBezTo>
                    <a:pt x="3597" y="4221"/>
                    <a:pt x="3554" y="4020"/>
                    <a:pt x="3510" y="3875"/>
                  </a:cubicBezTo>
                  <a:cubicBezTo>
                    <a:pt x="3406" y="3455"/>
                    <a:pt x="3316" y="3035"/>
                    <a:pt x="3450" y="2615"/>
                  </a:cubicBezTo>
                  <a:cubicBezTo>
                    <a:pt x="3510" y="2375"/>
                    <a:pt x="3466" y="2151"/>
                    <a:pt x="3436" y="1911"/>
                  </a:cubicBezTo>
                  <a:cubicBezTo>
                    <a:pt x="3406" y="1791"/>
                    <a:pt x="3436" y="1641"/>
                    <a:pt x="3286" y="1625"/>
                  </a:cubicBezTo>
                  <a:cubicBezTo>
                    <a:pt x="3279" y="1625"/>
                    <a:pt x="3273" y="1624"/>
                    <a:pt x="3266" y="1624"/>
                  </a:cubicBezTo>
                  <a:cubicBezTo>
                    <a:pt x="3146" y="1624"/>
                    <a:pt x="3104" y="1751"/>
                    <a:pt x="3060" y="1851"/>
                  </a:cubicBezTo>
                  <a:cubicBezTo>
                    <a:pt x="2936" y="2176"/>
                    <a:pt x="2829" y="2501"/>
                    <a:pt x="2762" y="2833"/>
                  </a:cubicBezTo>
                  <a:lnTo>
                    <a:pt x="2762" y="2833"/>
                  </a:lnTo>
                  <a:cubicBezTo>
                    <a:pt x="2762" y="2826"/>
                    <a:pt x="2761" y="2818"/>
                    <a:pt x="2760" y="2811"/>
                  </a:cubicBezTo>
                  <a:cubicBezTo>
                    <a:pt x="2776" y="2705"/>
                    <a:pt x="2790" y="2615"/>
                    <a:pt x="2806" y="2525"/>
                  </a:cubicBezTo>
                  <a:cubicBezTo>
                    <a:pt x="2820" y="2481"/>
                    <a:pt x="2820" y="2451"/>
                    <a:pt x="2836" y="2405"/>
                  </a:cubicBezTo>
                  <a:cubicBezTo>
                    <a:pt x="2836" y="2285"/>
                    <a:pt x="2836" y="2165"/>
                    <a:pt x="2700" y="2121"/>
                  </a:cubicBezTo>
                  <a:cubicBezTo>
                    <a:pt x="2686" y="2121"/>
                    <a:pt x="2670" y="2135"/>
                    <a:pt x="2656" y="2135"/>
                  </a:cubicBezTo>
                  <a:cubicBezTo>
                    <a:pt x="2626" y="2151"/>
                    <a:pt x="2596" y="2181"/>
                    <a:pt x="2566" y="2195"/>
                  </a:cubicBezTo>
                  <a:cubicBezTo>
                    <a:pt x="2310" y="2511"/>
                    <a:pt x="2206" y="2931"/>
                    <a:pt x="1906" y="3185"/>
                  </a:cubicBezTo>
                  <a:cubicBezTo>
                    <a:pt x="1848" y="3231"/>
                    <a:pt x="1799" y="3295"/>
                    <a:pt x="1739" y="3295"/>
                  </a:cubicBezTo>
                  <a:cubicBezTo>
                    <a:pt x="1721" y="3295"/>
                    <a:pt x="1702" y="3289"/>
                    <a:pt x="1681" y="3275"/>
                  </a:cubicBezTo>
                  <a:cubicBezTo>
                    <a:pt x="1591" y="3201"/>
                    <a:pt x="1651" y="3081"/>
                    <a:pt x="1681" y="3005"/>
                  </a:cubicBezTo>
                  <a:cubicBezTo>
                    <a:pt x="1906" y="2495"/>
                    <a:pt x="2206" y="2075"/>
                    <a:pt x="2596" y="1731"/>
                  </a:cubicBezTo>
                  <a:cubicBezTo>
                    <a:pt x="2670" y="1671"/>
                    <a:pt x="2760" y="1595"/>
                    <a:pt x="2836" y="1551"/>
                  </a:cubicBezTo>
                  <a:cubicBezTo>
                    <a:pt x="2866" y="1535"/>
                    <a:pt x="2896" y="1505"/>
                    <a:pt x="2926" y="1491"/>
                  </a:cubicBezTo>
                  <a:cubicBezTo>
                    <a:pt x="3116" y="1333"/>
                    <a:pt x="3289" y="1166"/>
                    <a:pt x="3417" y="964"/>
                  </a:cubicBezTo>
                  <a:close/>
                  <a:moveTo>
                    <a:pt x="2724" y="3046"/>
                  </a:moveTo>
                  <a:cubicBezTo>
                    <a:pt x="2695" y="3244"/>
                    <a:pt x="2681" y="3445"/>
                    <a:pt x="2686" y="3651"/>
                  </a:cubicBezTo>
                  <a:cubicBezTo>
                    <a:pt x="2820" y="4400"/>
                    <a:pt x="2880" y="5150"/>
                    <a:pt x="2716" y="6004"/>
                  </a:cubicBezTo>
                  <a:cubicBezTo>
                    <a:pt x="2506" y="5705"/>
                    <a:pt x="2520" y="5465"/>
                    <a:pt x="2506" y="5210"/>
                  </a:cubicBezTo>
                  <a:cubicBezTo>
                    <a:pt x="2446" y="4565"/>
                    <a:pt x="2640" y="3935"/>
                    <a:pt x="2686" y="3291"/>
                  </a:cubicBezTo>
                  <a:cubicBezTo>
                    <a:pt x="2678" y="3206"/>
                    <a:pt x="2702" y="3126"/>
                    <a:pt x="2724" y="3046"/>
                  </a:cubicBezTo>
                  <a:close/>
                  <a:moveTo>
                    <a:pt x="32930" y="0"/>
                  </a:moveTo>
                  <a:cubicBezTo>
                    <a:pt x="32888" y="0"/>
                    <a:pt x="32844" y="2"/>
                    <a:pt x="32800" y="6"/>
                  </a:cubicBezTo>
                  <a:cubicBezTo>
                    <a:pt x="32222" y="58"/>
                    <a:pt x="31649" y="70"/>
                    <a:pt x="31075" y="70"/>
                  </a:cubicBezTo>
                  <a:cubicBezTo>
                    <a:pt x="30639" y="70"/>
                    <a:pt x="30203" y="63"/>
                    <a:pt x="29766" y="63"/>
                  </a:cubicBezTo>
                  <a:cubicBezTo>
                    <a:pt x="29628" y="63"/>
                    <a:pt x="29489" y="64"/>
                    <a:pt x="29351" y="66"/>
                  </a:cubicBezTo>
                  <a:cubicBezTo>
                    <a:pt x="28601" y="73"/>
                    <a:pt x="27851" y="73"/>
                    <a:pt x="27101" y="73"/>
                  </a:cubicBezTo>
                  <a:cubicBezTo>
                    <a:pt x="26351" y="73"/>
                    <a:pt x="25602" y="73"/>
                    <a:pt x="24852" y="81"/>
                  </a:cubicBezTo>
                  <a:lnTo>
                    <a:pt x="23622" y="81"/>
                  </a:lnTo>
                  <a:cubicBezTo>
                    <a:pt x="23336" y="96"/>
                    <a:pt x="23096" y="126"/>
                    <a:pt x="22962" y="501"/>
                  </a:cubicBezTo>
                  <a:cubicBezTo>
                    <a:pt x="22922" y="607"/>
                    <a:pt x="22862" y="657"/>
                    <a:pt x="22802" y="657"/>
                  </a:cubicBezTo>
                  <a:cubicBezTo>
                    <a:pt x="22726" y="657"/>
                    <a:pt x="22650" y="576"/>
                    <a:pt x="22617" y="426"/>
                  </a:cubicBezTo>
                  <a:cubicBezTo>
                    <a:pt x="22579" y="184"/>
                    <a:pt x="22475" y="104"/>
                    <a:pt x="22307" y="104"/>
                  </a:cubicBezTo>
                  <a:cubicBezTo>
                    <a:pt x="22277" y="104"/>
                    <a:pt x="22246" y="107"/>
                    <a:pt x="22212" y="111"/>
                  </a:cubicBezTo>
                  <a:cubicBezTo>
                    <a:pt x="22182" y="113"/>
                    <a:pt x="22151" y="114"/>
                    <a:pt x="22121" y="114"/>
                  </a:cubicBezTo>
                  <a:cubicBezTo>
                    <a:pt x="22041" y="114"/>
                    <a:pt x="21961" y="109"/>
                    <a:pt x="21882" y="109"/>
                  </a:cubicBezTo>
                  <a:cubicBezTo>
                    <a:pt x="21797" y="109"/>
                    <a:pt x="21712" y="115"/>
                    <a:pt x="21627" y="141"/>
                  </a:cubicBezTo>
                  <a:lnTo>
                    <a:pt x="20067" y="141"/>
                  </a:lnTo>
                  <a:cubicBezTo>
                    <a:pt x="17577" y="156"/>
                    <a:pt x="15104" y="141"/>
                    <a:pt x="12628" y="216"/>
                  </a:cubicBezTo>
                  <a:cubicBezTo>
                    <a:pt x="12465" y="224"/>
                    <a:pt x="12301" y="227"/>
                    <a:pt x="12137" y="227"/>
                  </a:cubicBezTo>
                  <a:cubicBezTo>
                    <a:pt x="11880" y="227"/>
                    <a:pt x="11623" y="220"/>
                    <a:pt x="11365" y="220"/>
                  </a:cubicBezTo>
                  <a:cubicBezTo>
                    <a:pt x="11202" y="220"/>
                    <a:pt x="11038" y="223"/>
                    <a:pt x="10874" y="231"/>
                  </a:cubicBezTo>
                  <a:cubicBezTo>
                    <a:pt x="10591" y="248"/>
                    <a:pt x="10308" y="250"/>
                    <a:pt x="10025" y="250"/>
                  </a:cubicBezTo>
                  <a:cubicBezTo>
                    <a:pt x="9926" y="250"/>
                    <a:pt x="9826" y="250"/>
                    <a:pt x="9727" y="250"/>
                  </a:cubicBezTo>
                  <a:cubicBezTo>
                    <a:pt x="9344" y="250"/>
                    <a:pt x="8962" y="253"/>
                    <a:pt x="8579" y="291"/>
                  </a:cubicBezTo>
                  <a:cubicBezTo>
                    <a:pt x="8318" y="310"/>
                    <a:pt x="8057" y="316"/>
                    <a:pt x="7794" y="316"/>
                  </a:cubicBezTo>
                  <a:cubicBezTo>
                    <a:pt x="7439" y="316"/>
                    <a:pt x="7082" y="306"/>
                    <a:pt x="6720" y="306"/>
                  </a:cubicBezTo>
                  <a:cubicBezTo>
                    <a:pt x="5745" y="306"/>
                    <a:pt x="4770" y="321"/>
                    <a:pt x="3796" y="321"/>
                  </a:cubicBezTo>
                  <a:cubicBezTo>
                    <a:pt x="3760" y="469"/>
                    <a:pt x="3774" y="603"/>
                    <a:pt x="3808" y="733"/>
                  </a:cubicBezTo>
                  <a:lnTo>
                    <a:pt x="3808" y="733"/>
                  </a:lnTo>
                  <a:cubicBezTo>
                    <a:pt x="3777" y="695"/>
                    <a:pt x="3735" y="666"/>
                    <a:pt x="3676" y="651"/>
                  </a:cubicBezTo>
                  <a:cubicBezTo>
                    <a:pt x="3670" y="649"/>
                    <a:pt x="3664" y="648"/>
                    <a:pt x="3658" y="648"/>
                  </a:cubicBezTo>
                  <a:cubicBezTo>
                    <a:pt x="3619" y="648"/>
                    <a:pt x="3572" y="690"/>
                    <a:pt x="3527" y="754"/>
                  </a:cubicBezTo>
                  <a:lnTo>
                    <a:pt x="3527" y="754"/>
                  </a:lnTo>
                  <a:cubicBezTo>
                    <a:pt x="3581" y="625"/>
                    <a:pt x="3617" y="483"/>
                    <a:pt x="3630" y="321"/>
                  </a:cubicBezTo>
                  <a:lnTo>
                    <a:pt x="3360" y="321"/>
                  </a:lnTo>
                  <a:cubicBezTo>
                    <a:pt x="3286" y="361"/>
                    <a:pt x="3214" y="405"/>
                    <a:pt x="3144" y="455"/>
                  </a:cubicBezTo>
                  <a:lnTo>
                    <a:pt x="3144" y="455"/>
                  </a:lnTo>
                  <a:cubicBezTo>
                    <a:pt x="3153" y="441"/>
                    <a:pt x="3161" y="427"/>
                    <a:pt x="3166" y="411"/>
                  </a:cubicBezTo>
                  <a:cubicBezTo>
                    <a:pt x="3224" y="315"/>
                    <a:pt x="3201" y="286"/>
                    <a:pt x="3153" y="286"/>
                  </a:cubicBezTo>
                  <a:cubicBezTo>
                    <a:pt x="3126" y="286"/>
                    <a:pt x="3092" y="295"/>
                    <a:pt x="3060" y="306"/>
                  </a:cubicBezTo>
                  <a:cubicBezTo>
                    <a:pt x="2326" y="321"/>
                    <a:pt x="1606" y="321"/>
                    <a:pt x="871" y="336"/>
                  </a:cubicBezTo>
                  <a:cubicBezTo>
                    <a:pt x="451" y="351"/>
                    <a:pt x="256" y="756"/>
                    <a:pt x="451" y="1161"/>
                  </a:cubicBezTo>
                  <a:cubicBezTo>
                    <a:pt x="556" y="1371"/>
                    <a:pt x="691" y="1505"/>
                    <a:pt x="841" y="1641"/>
                  </a:cubicBezTo>
                  <a:cubicBezTo>
                    <a:pt x="946" y="1731"/>
                    <a:pt x="1051" y="1791"/>
                    <a:pt x="1111" y="1941"/>
                  </a:cubicBezTo>
                  <a:cubicBezTo>
                    <a:pt x="931" y="2075"/>
                    <a:pt x="751" y="2195"/>
                    <a:pt x="556" y="2315"/>
                  </a:cubicBezTo>
                  <a:cubicBezTo>
                    <a:pt x="181" y="2571"/>
                    <a:pt x="31" y="3051"/>
                    <a:pt x="196" y="3485"/>
                  </a:cubicBezTo>
                  <a:cubicBezTo>
                    <a:pt x="226" y="3575"/>
                    <a:pt x="286" y="3651"/>
                    <a:pt x="331" y="3725"/>
                  </a:cubicBezTo>
                  <a:cubicBezTo>
                    <a:pt x="511" y="3950"/>
                    <a:pt x="691" y="4145"/>
                    <a:pt x="886" y="4340"/>
                  </a:cubicBezTo>
                  <a:cubicBezTo>
                    <a:pt x="991" y="4460"/>
                    <a:pt x="976" y="4580"/>
                    <a:pt x="826" y="4610"/>
                  </a:cubicBezTo>
                  <a:cubicBezTo>
                    <a:pt x="631" y="4670"/>
                    <a:pt x="511" y="4820"/>
                    <a:pt x="391" y="4970"/>
                  </a:cubicBezTo>
                  <a:cubicBezTo>
                    <a:pt x="61" y="5345"/>
                    <a:pt x="77" y="5465"/>
                    <a:pt x="346" y="5945"/>
                  </a:cubicBezTo>
                  <a:cubicBezTo>
                    <a:pt x="376" y="6004"/>
                    <a:pt x="421" y="6034"/>
                    <a:pt x="466" y="6094"/>
                  </a:cubicBezTo>
                  <a:cubicBezTo>
                    <a:pt x="721" y="6380"/>
                    <a:pt x="961" y="6680"/>
                    <a:pt x="1216" y="6980"/>
                  </a:cubicBezTo>
                  <a:cubicBezTo>
                    <a:pt x="1066" y="7040"/>
                    <a:pt x="901" y="7114"/>
                    <a:pt x="721" y="7174"/>
                  </a:cubicBezTo>
                  <a:cubicBezTo>
                    <a:pt x="376" y="7280"/>
                    <a:pt x="226" y="7610"/>
                    <a:pt x="77" y="7924"/>
                  </a:cubicBezTo>
                  <a:cubicBezTo>
                    <a:pt x="1" y="8090"/>
                    <a:pt x="1" y="8314"/>
                    <a:pt x="106" y="8480"/>
                  </a:cubicBezTo>
                  <a:cubicBezTo>
                    <a:pt x="271" y="8750"/>
                    <a:pt x="436" y="9020"/>
                    <a:pt x="706" y="9184"/>
                  </a:cubicBezTo>
                  <a:cubicBezTo>
                    <a:pt x="946" y="9334"/>
                    <a:pt x="1156" y="9544"/>
                    <a:pt x="1381" y="9739"/>
                  </a:cubicBezTo>
                  <a:cubicBezTo>
                    <a:pt x="1321" y="9784"/>
                    <a:pt x="1306" y="9799"/>
                    <a:pt x="1291" y="9814"/>
                  </a:cubicBezTo>
                  <a:cubicBezTo>
                    <a:pt x="886" y="10024"/>
                    <a:pt x="571" y="10339"/>
                    <a:pt x="346" y="10774"/>
                  </a:cubicBezTo>
                  <a:cubicBezTo>
                    <a:pt x="286" y="10879"/>
                    <a:pt x="271" y="10954"/>
                    <a:pt x="316" y="11074"/>
                  </a:cubicBezTo>
                  <a:cubicBezTo>
                    <a:pt x="436" y="11493"/>
                    <a:pt x="721" y="11673"/>
                    <a:pt x="1081" y="11749"/>
                  </a:cubicBezTo>
                  <a:cubicBezTo>
                    <a:pt x="1198" y="11774"/>
                    <a:pt x="1310" y="11789"/>
                    <a:pt x="1416" y="11789"/>
                  </a:cubicBezTo>
                  <a:cubicBezTo>
                    <a:pt x="1744" y="11789"/>
                    <a:pt x="2016" y="11647"/>
                    <a:pt x="2220" y="11239"/>
                  </a:cubicBezTo>
                  <a:cubicBezTo>
                    <a:pt x="2356" y="10969"/>
                    <a:pt x="2580" y="10774"/>
                    <a:pt x="2866" y="10714"/>
                  </a:cubicBezTo>
                  <a:cubicBezTo>
                    <a:pt x="2904" y="10704"/>
                    <a:pt x="2938" y="10700"/>
                    <a:pt x="2969" y="10700"/>
                  </a:cubicBezTo>
                  <a:cubicBezTo>
                    <a:pt x="3134" y="10700"/>
                    <a:pt x="3196" y="10832"/>
                    <a:pt x="3120" y="11059"/>
                  </a:cubicBezTo>
                  <a:cubicBezTo>
                    <a:pt x="3076" y="11193"/>
                    <a:pt x="2986" y="11313"/>
                    <a:pt x="2910" y="11449"/>
                  </a:cubicBezTo>
                  <a:cubicBezTo>
                    <a:pt x="2850" y="11553"/>
                    <a:pt x="2730" y="11659"/>
                    <a:pt x="2836" y="11809"/>
                  </a:cubicBezTo>
                  <a:cubicBezTo>
                    <a:pt x="2910" y="11809"/>
                    <a:pt x="2986" y="11823"/>
                    <a:pt x="3060" y="11823"/>
                  </a:cubicBezTo>
                  <a:lnTo>
                    <a:pt x="25226" y="11823"/>
                  </a:lnTo>
                  <a:cubicBezTo>
                    <a:pt x="25395" y="11748"/>
                    <a:pt x="25564" y="11568"/>
                    <a:pt x="25729" y="11568"/>
                  </a:cubicBezTo>
                  <a:cubicBezTo>
                    <a:pt x="25828" y="11568"/>
                    <a:pt x="25926" y="11632"/>
                    <a:pt x="26021" y="11823"/>
                  </a:cubicBezTo>
                  <a:lnTo>
                    <a:pt x="30521" y="11823"/>
                  </a:lnTo>
                  <a:cubicBezTo>
                    <a:pt x="30768" y="11650"/>
                    <a:pt x="31019" y="11589"/>
                    <a:pt x="31271" y="11589"/>
                  </a:cubicBezTo>
                  <a:cubicBezTo>
                    <a:pt x="31628" y="11589"/>
                    <a:pt x="31989" y="11712"/>
                    <a:pt x="32350" y="11809"/>
                  </a:cubicBezTo>
                  <a:lnTo>
                    <a:pt x="33370" y="11809"/>
                  </a:lnTo>
                  <a:cubicBezTo>
                    <a:pt x="33384" y="11749"/>
                    <a:pt x="33384" y="11689"/>
                    <a:pt x="33340" y="11659"/>
                  </a:cubicBezTo>
                  <a:cubicBezTo>
                    <a:pt x="32875" y="11269"/>
                    <a:pt x="32455" y="10789"/>
                    <a:pt x="31810" y="10789"/>
                  </a:cubicBezTo>
                  <a:cubicBezTo>
                    <a:pt x="31761" y="10787"/>
                    <a:pt x="31711" y="10786"/>
                    <a:pt x="31661" y="10786"/>
                  </a:cubicBezTo>
                  <a:cubicBezTo>
                    <a:pt x="31497" y="10786"/>
                    <a:pt x="31331" y="10795"/>
                    <a:pt x="31164" y="10795"/>
                  </a:cubicBezTo>
                  <a:cubicBezTo>
                    <a:pt x="30980" y="10795"/>
                    <a:pt x="30795" y="10785"/>
                    <a:pt x="30611" y="10744"/>
                  </a:cubicBezTo>
                  <a:cubicBezTo>
                    <a:pt x="30431" y="10699"/>
                    <a:pt x="30251" y="10714"/>
                    <a:pt x="30071" y="10639"/>
                  </a:cubicBezTo>
                  <a:cubicBezTo>
                    <a:pt x="29921" y="10579"/>
                    <a:pt x="29651" y="10594"/>
                    <a:pt x="29665" y="10384"/>
                  </a:cubicBezTo>
                  <a:cubicBezTo>
                    <a:pt x="29685" y="10211"/>
                    <a:pt x="29816" y="10176"/>
                    <a:pt x="29958" y="10176"/>
                  </a:cubicBezTo>
                  <a:cubicBezTo>
                    <a:pt x="30026" y="10176"/>
                    <a:pt x="30097" y="10184"/>
                    <a:pt x="30161" y="10189"/>
                  </a:cubicBezTo>
                  <a:cubicBezTo>
                    <a:pt x="30565" y="10189"/>
                    <a:pt x="30940" y="10369"/>
                    <a:pt x="31315" y="10474"/>
                  </a:cubicBezTo>
                  <a:cubicBezTo>
                    <a:pt x="31405" y="10489"/>
                    <a:pt x="31480" y="10504"/>
                    <a:pt x="31570" y="10534"/>
                  </a:cubicBezTo>
                  <a:cubicBezTo>
                    <a:pt x="31600" y="10534"/>
                    <a:pt x="31630" y="10549"/>
                    <a:pt x="31660" y="10564"/>
                  </a:cubicBezTo>
                  <a:cubicBezTo>
                    <a:pt x="31727" y="10574"/>
                    <a:pt x="31795" y="10614"/>
                    <a:pt x="31866" y="10614"/>
                  </a:cubicBezTo>
                  <a:cubicBezTo>
                    <a:pt x="31906" y="10614"/>
                    <a:pt x="31947" y="10601"/>
                    <a:pt x="31990" y="10564"/>
                  </a:cubicBezTo>
                  <a:cubicBezTo>
                    <a:pt x="31990" y="10549"/>
                    <a:pt x="31990" y="10519"/>
                    <a:pt x="32005" y="10504"/>
                  </a:cubicBezTo>
                  <a:cubicBezTo>
                    <a:pt x="31990" y="10474"/>
                    <a:pt x="31990" y="10429"/>
                    <a:pt x="31960" y="10399"/>
                  </a:cubicBezTo>
                  <a:cubicBezTo>
                    <a:pt x="31945" y="10369"/>
                    <a:pt x="31915" y="10354"/>
                    <a:pt x="31900" y="10324"/>
                  </a:cubicBezTo>
                  <a:cubicBezTo>
                    <a:pt x="31840" y="10279"/>
                    <a:pt x="31795" y="10219"/>
                    <a:pt x="31750" y="10159"/>
                  </a:cubicBezTo>
                  <a:cubicBezTo>
                    <a:pt x="31300" y="9765"/>
                    <a:pt x="30849" y="9344"/>
                    <a:pt x="30236" y="9344"/>
                  </a:cubicBezTo>
                  <a:cubicBezTo>
                    <a:pt x="30196" y="9344"/>
                    <a:pt x="30156" y="9346"/>
                    <a:pt x="30115" y="9349"/>
                  </a:cubicBezTo>
                  <a:cubicBezTo>
                    <a:pt x="30105" y="9351"/>
                    <a:pt x="30094" y="9351"/>
                    <a:pt x="30084" y="9351"/>
                  </a:cubicBezTo>
                  <a:cubicBezTo>
                    <a:pt x="29972" y="9351"/>
                    <a:pt x="29849" y="9286"/>
                    <a:pt x="29725" y="9244"/>
                  </a:cubicBezTo>
                  <a:cubicBezTo>
                    <a:pt x="29455" y="9169"/>
                    <a:pt x="29201" y="9064"/>
                    <a:pt x="28961" y="8900"/>
                  </a:cubicBezTo>
                  <a:cubicBezTo>
                    <a:pt x="28871" y="8824"/>
                    <a:pt x="28751" y="8764"/>
                    <a:pt x="28811" y="8614"/>
                  </a:cubicBezTo>
                  <a:cubicBezTo>
                    <a:pt x="28838" y="8560"/>
                    <a:pt x="28878" y="8542"/>
                    <a:pt x="28921" y="8542"/>
                  </a:cubicBezTo>
                  <a:cubicBezTo>
                    <a:pt x="28973" y="8542"/>
                    <a:pt x="29032" y="8568"/>
                    <a:pt x="29081" y="8584"/>
                  </a:cubicBezTo>
                  <a:cubicBezTo>
                    <a:pt x="29591" y="8764"/>
                    <a:pt x="30085" y="9004"/>
                    <a:pt x="30551" y="9289"/>
                  </a:cubicBezTo>
                  <a:cubicBezTo>
                    <a:pt x="30850" y="9409"/>
                    <a:pt x="31090" y="9634"/>
                    <a:pt x="31375" y="9784"/>
                  </a:cubicBezTo>
                  <a:cubicBezTo>
                    <a:pt x="31420" y="9814"/>
                    <a:pt x="31465" y="9829"/>
                    <a:pt x="31510" y="9844"/>
                  </a:cubicBezTo>
                  <a:cubicBezTo>
                    <a:pt x="31555" y="9859"/>
                    <a:pt x="31585" y="9859"/>
                    <a:pt x="31615" y="9859"/>
                  </a:cubicBezTo>
                  <a:cubicBezTo>
                    <a:pt x="31690" y="9844"/>
                    <a:pt x="31720" y="9784"/>
                    <a:pt x="31735" y="9694"/>
                  </a:cubicBezTo>
                  <a:cubicBezTo>
                    <a:pt x="31735" y="9664"/>
                    <a:pt x="31720" y="9634"/>
                    <a:pt x="31705" y="9589"/>
                  </a:cubicBezTo>
                  <a:lnTo>
                    <a:pt x="31660" y="9499"/>
                  </a:lnTo>
                  <a:cubicBezTo>
                    <a:pt x="31585" y="9364"/>
                    <a:pt x="31495" y="9259"/>
                    <a:pt x="31405" y="9154"/>
                  </a:cubicBezTo>
                  <a:cubicBezTo>
                    <a:pt x="31060" y="8750"/>
                    <a:pt x="30761" y="8284"/>
                    <a:pt x="30475" y="7820"/>
                  </a:cubicBezTo>
                  <a:cubicBezTo>
                    <a:pt x="30401" y="7714"/>
                    <a:pt x="30281" y="7564"/>
                    <a:pt x="30385" y="7460"/>
                  </a:cubicBezTo>
                  <a:cubicBezTo>
                    <a:pt x="30413" y="7431"/>
                    <a:pt x="30441" y="7420"/>
                    <a:pt x="30467" y="7420"/>
                  </a:cubicBezTo>
                  <a:cubicBezTo>
                    <a:pt x="30552" y="7420"/>
                    <a:pt x="30625" y="7541"/>
                    <a:pt x="30671" y="7610"/>
                  </a:cubicBezTo>
                  <a:cubicBezTo>
                    <a:pt x="30985" y="8044"/>
                    <a:pt x="31285" y="8480"/>
                    <a:pt x="31480" y="8990"/>
                  </a:cubicBezTo>
                  <a:cubicBezTo>
                    <a:pt x="31885" y="9874"/>
                    <a:pt x="32365" y="10684"/>
                    <a:pt x="33070" y="11283"/>
                  </a:cubicBezTo>
                  <a:cubicBezTo>
                    <a:pt x="33100" y="11299"/>
                    <a:pt x="33130" y="11329"/>
                    <a:pt x="33160" y="11343"/>
                  </a:cubicBezTo>
                  <a:cubicBezTo>
                    <a:pt x="33174" y="11359"/>
                    <a:pt x="33190" y="11359"/>
                    <a:pt x="33204" y="11373"/>
                  </a:cubicBezTo>
                  <a:lnTo>
                    <a:pt x="33294" y="11419"/>
                  </a:lnTo>
                  <a:cubicBezTo>
                    <a:pt x="33324" y="11419"/>
                    <a:pt x="33354" y="11419"/>
                    <a:pt x="33384" y="11389"/>
                  </a:cubicBezTo>
                  <a:cubicBezTo>
                    <a:pt x="33474" y="11149"/>
                    <a:pt x="33280" y="11014"/>
                    <a:pt x="33234" y="10819"/>
                  </a:cubicBezTo>
                  <a:cubicBezTo>
                    <a:pt x="33220" y="10774"/>
                    <a:pt x="33204" y="10744"/>
                    <a:pt x="33204" y="10714"/>
                  </a:cubicBezTo>
                  <a:cubicBezTo>
                    <a:pt x="33174" y="10654"/>
                    <a:pt x="33160" y="10609"/>
                    <a:pt x="33130" y="10549"/>
                  </a:cubicBezTo>
                  <a:cubicBezTo>
                    <a:pt x="32830" y="9904"/>
                    <a:pt x="32455" y="9304"/>
                    <a:pt x="32230" y="8614"/>
                  </a:cubicBezTo>
                  <a:cubicBezTo>
                    <a:pt x="32170" y="8420"/>
                    <a:pt x="31990" y="8104"/>
                    <a:pt x="32170" y="8014"/>
                  </a:cubicBezTo>
                  <a:cubicBezTo>
                    <a:pt x="32193" y="8004"/>
                    <a:pt x="32214" y="7999"/>
                    <a:pt x="32234" y="7999"/>
                  </a:cubicBezTo>
                  <a:cubicBezTo>
                    <a:pt x="32389" y="7999"/>
                    <a:pt x="32479" y="8278"/>
                    <a:pt x="32545" y="8464"/>
                  </a:cubicBezTo>
                  <a:cubicBezTo>
                    <a:pt x="32800" y="9094"/>
                    <a:pt x="33040" y="9739"/>
                    <a:pt x="33160" y="10414"/>
                  </a:cubicBezTo>
                  <a:cubicBezTo>
                    <a:pt x="33234" y="10834"/>
                    <a:pt x="33400" y="11209"/>
                    <a:pt x="33594" y="11569"/>
                  </a:cubicBezTo>
                  <a:cubicBezTo>
                    <a:pt x="33640" y="11673"/>
                    <a:pt x="33730" y="11749"/>
                    <a:pt x="33804" y="11823"/>
                  </a:cubicBezTo>
                  <a:cubicBezTo>
                    <a:pt x="34150" y="11793"/>
                    <a:pt x="34164" y="11779"/>
                    <a:pt x="34180" y="11419"/>
                  </a:cubicBezTo>
                  <a:cubicBezTo>
                    <a:pt x="34180" y="11253"/>
                    <a:pt x="34164" y="11089"/>
                    <a:pt x="34134" y="10924"/>
                  </a:cubicBezTo>
                  <a:cubicBezTo>
                    <a:pt x="34044" y="10564"/>
                    <a:pt x="33864" y="10279"/>
                    <a:pt x="33700" y="9964"/>
                  </a:cubicBezTo>
                  <a:cubicBezTo>
                    <a:pt x="33670" y="9889"/>
                    <a:pt x="33580" y="9799"/>
                    <a:pt x="33670" y="9709"/>
                  </a:cubicBezTo>
                  <a:cubicBezTo>
                    <a:pt x="33940" y="9469"/>
                    <a:pt x="33954" y="9050"/>
                    <a:pt x="34210" y="8794"/>
                  </a:cubicBezTo>
                  <a:cubicBezTo>
                    <a:pt x="34330" y="8660"/>
                    <a:pt x="34344" y="8480"/>
                    <a:pt x="34284" y="8284"/>
                  </a:cubicBezTo>
                  <a:cubicBezTo>
                    <a:pt x="34194" y="8014"/>
                    <a:pt x="34060" y="7774"/>
                    <a:pt x="33894" y="7550"/>
                  </a:cubicBezTo>
                  <a:cubicBezTo>
                    <a:pt x="33804" y="7414"/>
                    <a:pt x="33790" y="7324"/>
                    <a:pt x="33940" y="7204"/>
                  </a:cubicBezTo>
                  <a:cubicBezTo>
                    <a:pt x="34434" y="6800"/>
                    <a:pt x="34540" y="6230"/>
                    <a:pt x="34284" y="5615"/>
                  </a:cubicBezTo>
                  <a:cubicBezTo>
                    <a:pt x="34180" y="5390"/>
                    <a:pt x="34044" y="5210"/>
                    <a:pt x="33880" y="5030"/>
                  </a:cubicBezTo>
                  <a:cubicBezTo>
                    <a:pt x="33700" y="4805"/>
                    <a:pt x="33700" y="4760"/>
                    <a:pt x="33910" y="4595"/>
                  </a:cubicBezTo>
                  <a:cubicBezTo>
                    <a:pt x="34164" y="4400"/>
                    <a:pt x="34254" y="4145"/>
                    <a:pt x="34194" y="3815"/>
                  </a:cubicBezTo>
                  <a:cubicBezTo>
                    <a:pt x="34180" y="3711"/>
                    <a:pt x="34180" y="3591"/>
                    <a:pt x="34180" y="3485"/>
                  </a:cubicBezTo>
                  <a:cubicBezTo>
                    <a:pt x="34130" y="3421"/>
                    <a:pt x="34073" y="3404"/>
                    <a:pt x="34013" y="3404"/>
                  </a:cubicBezTo>
                  <a:cubicBezTo>
                    <a:pt x="33946" y="3404"/>
                    <a:pt x="33876" y="3425"/>
                    <a:pt x="33804" y="3425"/>
                  </a:cubicBezTo>
                  <a:cubicBezTo>
                    <a:pt x="33782" y="3430"/>
                    <a:pt x="33760" y="3433"/>
                    <a:pt x="33739" y="3433"/>
                  </a:cubicBezTo>
                  <a:cubicBezTo>
                    <a:pt x="33688" y="3433"/>
                    <a:pt x="33641" y="3414"/>
                    <a:pt x="33610" y="3351"/>
                  </a:cubicBezTo>
                  <a:cubicBezTo>
                    <a:pt x="33580" y="3261"/>
                    <a:pt x="33654" y="3201"/>
                    <a:pt x="33700" y="3155"/>
                  </a:cubicBezTo>
                  <a:cubicBezTo>
                    <a:pt x="33804" y="3051"/>
                    <a:pt x="33924" y="2975"/>
                    <a:pt x="33954" y="2811"/>
                  </a:cubicBezTo>
                  <a:cubicBezTo>
                    <a:pt x="33940" y="2781"/>
                    <a:pt x="33924" y="2751"/>
                    <a:pt x="33894" y="2721"/>
                  </a:cubicBezTo>
                  <a:cubicBezTo>
                    <a:pt x="33654" y="2405"/>
                    <a:pt x="33504" y="2045"/>
                    <a:pt x="33834" y="1731"/>
                  </a:cubicBezTo>
                  <a:cubicBezTo>
                    <a:pt x="34180" y="1385"/>
                    <a:pt x="34180" y="995"/>
                    <a:pt x="34104" y="561"/>
                  </a:cubicBezTo>
                  <a:cubicBezTo>
                    <a:pt x="33761" y="217"/>
                    <a:pt x="33392" y="0"/>
                    <a:pt x="32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p:nvPr/>
          </p:nvSpPr>
          <p:spPr>
            <a:xfrm>
              <a:off x="-1166228" y="1784165"/>
              <a:ext cx="179905" cy="124795"/>
            </a:xfrm>
            <a:custGeom>
              <a:rect b="b" l="l" r="r" t="t"/>
              <a:pathLst>
                <a:path extrusionOk="0" h="2851" w="4110">
                  <a:moveTo>
                    <a:pt x="1845" y="1"/>
                  </a:moveTo>
                  <a:cubicBezTo>
                    <a:pt x="1755" y="61"/>
                    <a:pt x="1725" y="151"/>
                    <a:pt x="1695" y="256"/>
                  </a:cubicBezTo>
                  <a:cubicBezTo>
                    <a:pt x="1770" y="376"/>
                    <a:pt x="1845" y="481"/>
                    <a:pt x="1920" y="586"/>
                  </a:cubicBezTo>
                  <a:cubicBezTo>
                    <a:pt x="1935" y="616"/>
                    <a:pt x="1965" y="646"/>
                    <a:pt x="1980" y="676"/>
                  </a:cubicBezTo>
                  <a:cubicBezTo>
                    <a:pt x="2055" y="766"/>
                    <a:pt x="2025" y="916"/>
                    <a:pt x="2130" y="991"/>
                  </a:cubicBezTo>
                  <a:cubicBezTo>
                    <a:pt x="2160" y="1021"/>
                    <a:pt x="2175" y="1051"/>
                    <a:pt x="2205" y="1081"/>
                  </a:cubicBezTo>
                  <a:lnTo>
                    <a:pt x="2160" y="1036"/>
                  </a:lnTo>
                  <a:cubicBezTo>
                    <a:pt x="2145" y="1036"/>
                    <a:pt x="2145" y="1021"/>
                    <a:pt x="2130" y="1006"/>
                  </a:cubicBezTo>
                  <a:lnTo>
                    <a:pt x="2070" y="946"/>
                  </a:lnTo>
                  <a:cubicBezTo>
                    <a:pt x="2010" y="871"/>
                    <a:pt x="1905" y="916"/>
                    <a:pt x="1845" y="841"/>
                  </a:cubicBezTo>
                  <a:lnTo>
                    <a:pt x="1770" y="766"/>
                  </a:lnTo>
                  <a:cubicBezTo>
                    <a:pt x="1455" y="616"/>
                    <a:pt x="1215" y="331"/>
                    <a:pt x="886" y="256"/>
                  </a:cubicBezTo>
                  <a:cubicBezTo>
                    <a:pt x="811" y="301"/>
                    <a:pt x="732" y="316"/>
                    <a:pt x="651" y="316"/>
                  </a:cubicBezTo>
                  <a:cubicBezTo>
                    <a:pt x="570" y="316"/>
                    <a:pt x="488" y="301"/>
                    <a:pt x="406" y="286"/>
                  </a:cubicBezTo>
                  <a:cubicBezTo>
                    <a:pt x="338" y="271"/>
                    <a:pt x="266" y="249"/>
                    <a:pt x="197" y="249"/>
                  </a:cubicBezTo>
                  <a:cubicBezTo>
                    <a:pt x="128" y="249"/>
                    <a:pt x="60" y="271"/>
                    <a:pt x="0" y="346"/>
                  </a:cubicBezTo>
                  <a:cubicBezTo>
                    <a:pt x="226" y="481"/>
                    <a:pt x="450" y="511"/>
                    <a:pt x="690" y="511"/>
                  </a:cubicBezTo>
                  <a:cubicBezTo>
                    <a:pt x="728" y="511"/>
                    <a:pt x="766" y="510"/>
                    <a:pt x="803" y="510"/>
                  </a:cubicBezTo>
                  <a:cubicBezTo>
                    <a:pt x="899" y="510"/>
                    <a:pt x="993" y="517"/>
                    <a:pt x="1080" y="571"/>
                  </a:cubicBezTo>
                  <a:cubicBezTo>
                    <a:pt x="1425" y="811"/>
                    <a:pt x="1770" y="1021"/>
                    <a:pt x="2070" y="1336"/>
                  </a:cubicBezTo>
                  <a:cubicBezTo>
                    <a:pt x="2100" y="1396"/>
                    <a:pt x="2175" y="1381"/>
                    <a:pt x="2205" y="1426"/>
                  </a:cubicBezTo>
                  <a:lnTo>
                    <a:pt x="2280" y="1501"/>
                  </a:lnTo>
                  <a:lnTo>
                    <a:pt x="2295" y="1501"/>
                  </a:lnTo>
                  <a:cubicBezTo>
                    <a:pt x="2220" y="1591"/>
                    <a:pt x="2550" y="1606"/>
                    <a:pt x="2310" y="1726"/>
                  </a:cubicBezTo>
                  <a:cubicBezTo>
                    <a:pt x="2160" y="1726"/>
                    <a:pt x="1995" y="1711"/>
                    <a:pt x="1845" y="1711"/>
                  </a:cubicBezTo>
                  <a:cubicBezTo>
                    <a:pt x="1709" y="1711"/>
                    <a:pt x="1572" y="1698"/>
                    <a:pt x="1437" y="1698"/>
                  </a:cubicBezTo>
                  <a:cubicBezTo>
                    <a:pt x="1247" y="1698"/>
                    <a:pt x="1061" y="1723"/>
                    <a:pt x="886" y="1846"/>
                  </a:cubicBezTo>
                  <a:cubicBezTo>
                    <a:pt x="952" y="1912"/>
                    <a:pt x="1024" y="1925"/>
                    <a:pt x="1099" y="1925"/>
                  </a:cubicBezTo>
                  <a:cubicBezTo>
                    <a:pt x="1142" y="1925"/>
                    <a:pt x="1186" y="1921"/>
                    <a:pt x="1230" y="1921"/>
                  </a:cubicBezTo>
                  <a:lnTo>
                    <a:pt x="2205" y="1921"/>
                  </a:lnTo>
                  <a:cubicBezTo>
                    <a:pt x="2310" y="1936"/>
                    <a:pt x="2400" y="1921"/>
                    <a:pt x="2490" y="1966"/>
                  </a:cubicBezTo>
                  <a:cubicBezTo>
                    <a:pt x="2910" y="2236"/>
                    <a:pt x="3329" y="2476"/>
                    <a:pt x="3675" y="2836"/>
                  </a:cubicBezTo>
                  <a:cubicBezTo>
                    <a:pt x="3825" y="2836"/>
                    <a:pt x="3975" y="2836"/>
                    <a:pt x="4109" y="2850"/>
                  </a:cubicBezTo>
                  <a:cubicBezTo>
                    <a:pt x="4079" y="2760"/>
                    <a:pt x="4049" y="2656"/>
                    <a:pt x="3975" y="2596"/>
                  </a:cubicBezTo>
                  <a:cubicBezTo>
                    <a:pt x="3839" y="2550"/>
                    <a:pt x="3735" y="2476"/>
                    <a:pt x="3599" y="2430"/>
                  </a:cubicBezTo>
                  <a:cubicBezTo>
                    <a:pt x="3585" y="2400"/>
                    <a:pt x="3555" y="2370"/>
                    <a:pt x="3525" y="2340"/>
                  </a:cubicBezTo>
                  <a:cubicBezTo>
                    <a:pt x="3509" y="2310"/>
                    <a:pt x="3479" y="2296"/>
                    <a:pt x="3449" y="2266"/>
                  </a:cubicBezTo>
                  <a:cubicBezTo>
                    <a:pt x="3269" y="2041"/>
                    <a:pt x="3015" y="1891"/>
                    <a:pt x="2835" y="1621"/>
                  </a:cubicBezTo>
                  <a:cubicBezTo>
                    <a:pt x="2490" y="1096"/>
                    <a:pt x="2115" y="586"/>
                    <a:pt x="184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2418800" y="1853633"/>
              <a:ext cx="99495" cy="54891"/>
            </a:xfrm>
            <a:custGeom>
              <a:rect b="b" l="l" r="r" t="t"/>
              <a:pathLst>
                <a:path extrusionOk="0" h="1254" w="2273">
                  <a:moveTo>
                    <a:pt x="1892" y="1"/>
                  </a:moveTo>
                  <a:cubicBezTo>
                    <a:pt x="1872" y="1"/>
                    <a:pt x="1852" y="2"/>
                    <a:pt x="1830" y="4"/>
                  </a:cubicBezTo>
                  <a:cubicBezTo>
                    <a:pt x="1740" y="19"/>
                    <a:pt x="1650" y="64"/>
                    <a:pt x="1560" y="109"/>
                  </a:cubicBezTo>
                  <a:cubicBezTo>
                    <a:pt x="1336" y="229"/>
                    <a:pt x="1126" y="424"/>
                    <a:pt x="1021" y="663"/>
                  </a:cubicBezTo>
                  <a:cubicBezTo>
                    <a:pt x="850" y="1052"/>
                    <a:pt x="612" y="1196"/>
                    <a:pt x="304" y="1196"/>
                  </a:cubicBezTo>
                  <a:cubicBezTo>
                    <a:pt x="232" y="1196"/>
                    <a:pt x="156" y="1188"/>
                    <a:pt x="76" y="1173"/>
                  </a:cubicBezTo>
                  <a:cubicBezTo>
                    <a:pt x="46" y="1173"/>
                    <a:pt x="31" y="1189"/>
                    <a:pt x="1" y="1189"/>
                  </a:cubicBezTo>
                  <a:cubicBezTo>
                    <a:pt x="55" y="1243"/>
                    <a:pt x="119" y="1254"/>
                    <a:pt x="185" y="1254"/>
                  </a:cubicBezTo>
                  <a:cubicBezTo>
                    <a:pt x="229" y="1254"/>
                    <a:pt x="274" y="1249"/>
                    <a:pt x="316" y="1249"/>
                  </a:cubicBezTo>
                  <a:lnTo>
                    <a:pt x="1756" y="1249"/>
                  </a:lnTo>
                  <a:cubicBezTo>
                    <a:pt x="1756" y="1129"/>
                    <a:pt x="1846" y="1053"/>
                    <a:pt x="1890" y="963"/>
                  </a:cubicBezTo>
                  <a:cubicBezTo>
                    <a:pt x="1996" y="813"/>
                    <a:pt x="2100" y="649"/>
                    <a:pt x="2160" y="484"/>
                  </a:cubicBezTo>
                  <a:cubicBezTo>
                    <a:pt x="2272" y="190"/>
                    <a:pt x="2163" y="1"/>
                    <a:pt x="189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2355766" y="1405439"/>
              <a:ext cx="68985" cy="145762"/>
            </a:xfrm>
            <a:custGeom>
              <a:rect b="b" l="l" r="r" t="t"/>
              <a:pathLst>
                <a:path extrusionOk="0" h="3330" w="1576">
                  <a:moveTo>
                    <a:pt x="1110" y="0"/>
                  </a:moveTo>
                  <a:cubicBezTo>
                    <a:pt x="946" y="480"/>
                    <a:pt x="690" y="870"/>
                    <a:pt x="316" y="1154"/>
                  </a:cubicBezTo>
                  <a:cubicBezTo>
                    <a:pt x="316" y="1230"/>
                    <a:pt x="346" y="1290"/>
                    <a:pt x="376" y="1350"/>
                  </a:cubicBezTo>
                  <a:cubicBezTo>
                    <a:pt x="390" y="1634"/>
                    <a:pt x="286" y="1890"/>
                    <a:pt x="240" y="2160"/>
                  </a:cubicBezTo>
                  <a:cubicBezTo>
                    <a:pt x="180" y="2234"/>
                    <a:pt x="240" y="2340"/>
                    <a:pt x="166" y="2414"/>
                  </a:cubicBezTo>
                  <a:cubicBezTo>
                    <a:pt x="196" y="2594"/>
                    <a:pt x="76" y="2744"/>
                    <a:pt x="106" y="2910"/>
                  </a:cubicBezTo>
                  <a:cubicBezTo>
                    <a:pt x="210" y="3030"/>
                    <a:pt x="0" y="3270"/>
                    <a:pt x="240" y="3330"/>
                  </a:cubicBezTo>
                  <a:cubicBezTo>
                    <a:pt x="226" y="2610"/>
                    <a:pt x="466" y="1980"/>
                    <a:pt x="766" y="1364"/>
                  </a:cubicBezTo>
                  <a:cubicBezTo>
                    <a:pt x="840" y="1694"/>
                    <a:pt x="900" y="2010"/>
                    <a:pt x="826" y="2324"/>
                  </a:cubicBezTo>
                  <a:cubicBezTo>
                    <a:pt x="838" y="2326"/>
                    <a:pt x="850" y="2327"/>
                    <a:pt x="860" y="2327"/>
                  </a:cubicBezTo>
                  <a:cubicBezTo>
                    <a:pt x="1042" y="2327"/>
                    <a:pt x="980" y="2094"/>
                    <a:pt x="1050" y="1994"/>
                  </a:cubicBezTo>
                  <a:cubicBezTo>
                    <a:pt x="1066" y="1710"/>
                    <a:pt x="1006" y="1440"/>
                    <a:pt x="946" y="1184"/>
                  </a:cubicBezTo>
                  <a:cubicBezTo>
                    <a:pt x="856" y="840"/>
                    <a:pt x="990" y="600"/>
                    <a:pt x="1170" y="330"/>
                  </a:cubicBezTo>
                  <a:cubicBezTo>
                    <a:pt x="1290" y="600"/>
                    <a:pt x="1350" y="840"/>
                    <a:pt x="1350" y="1110"/>
                  </a:cubicBezTo>
                  <a:cubicBezTo>
                    <a:pt x="1350" y="1244"/>
                    <a:pt x="1320" y="1380"/>
                    <a:pt x="1410" y="1500"/>
                  </a:cubicBezTo>
                  <a:cubicBezTo>
                    <a:pt x="1546" y="1364"/>
                    <a:pt x="1530" y="1170"/>
                    <a:pt x="1576" y="990"/>
                  </a:cubicBezTo>
                  <a:cubicBezTo>
                    <a:pt x="1456" y="660"/>
                    <a:pt x="1350" y="330"/>
                    <a:pt x="127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2397789" y="1401849"/>
              <a:ext cx="78834" cy="61719"/>
            </a:xfrm>
            <a:custGeom>
              <a:rect b="b" l="l" r="r" t="t"/>
              <a:pathLst>
                <a:path extrusionOk="0" h="1410" w="1801">
                  <a:moveTo>
                    <a:pt x="1611" y="0"/>
                  </a:moveTo>
                  <a:cubicBezTo>
                    <a:pt x="1575" y="0"/>
                    <a:pt x="1539" y="18"/>
                    <a:pt x="1500" y="67"/>
                  </a:cubicBezTo>
                  <a:cubicBezTo>
                    <a:pt x="1505" y="80"/>
                    <a:pt x="1508" y="84"/>
                    <a:pt x="1511" y="84"/>
                  </a:cubicBezTo>
                  <a:cubicBezTo>
                    <a:pt x="1515" y="84"/>
                    <a:pt x="1518" y="73"/>
                    <a:pt x="1523" y="73"/>
                  </a:cubicBezTo>
                  <a:cubicBezTo>
                    <a:pt x="1525" y="73"/>
                    <a:pt x="1527" y="76"/>
                    <a:pt x="1530" y="82"/>
                  </a:cubicBezTo>
                  <a:cubicBezTo>
                    <a:pt x="1636" y="187"/>
                    <a:pt x="1516" y="187"/>
                    <a:pt x="1486" y="187"/>
                  </a:cubicBezTo>
                  <a:cubicBezTo>
                    <a:pt x="1156" y="232"/>
                    <a:pt x="856" y="412"/>
                    <a:pt x="556" y="577"/>
                  </a:cubicBezTo>
                  <a:cubicBezTo>
                    <a:pt x="481" y="636"/>
                    <a:pt x="391" y="682"/>
                    <a:pt x="331" y="742"/>
                  </a:cubicBezTo>
                  <a:cubicBezTo>
                    <a:pt x="241" y="832"/>
                    <a:pt x="136" y="922"/>
                    <a:pt x="61" y="1026"/>
                  </a:cubicBezTo>
                  <a:cubicBezTo>
                    <a:pt x="1" y="1116"/>
                    <a:pt x="1" y="1236"/>
                    <a:pt x="61" y="1342"/>
                  </a:cubicBezTo>
                  <a:cubicBezTo>
                    <a:pt x="86" y="1393"/>
                    <a:pt x="131" y="1410"/>
                    <a:pt x="178" y="1410"/>
                  </a:cubicBezTo>
                  <a:cubicBezTo>
                    <a:pt x="215" y="1410"/>
                    <a:pt x="253" y="1399"/>
                    <a:pt x="286" y="1386"/>
                  </a:cubicBezTo>
                  <a:cubicBezTo>
                    <a:pt x="451" y="1326"/>
                    <a:pt x="600" y="1252"/>
                    <a:pt x="750" y="1146"/>
                  </a:cubicBezTo>
                  <a:cubicBezTo>
                    <a:pt x="1156" y="862"/>
                    <a:pt x="1410" y="397"/>
                    <a:pt x="1800" y="82"/>
                  </a:cubicBezTo>
                  <a:cubicBezTo>
                    <a:pt x="1734" y="53"/>
                    <a:pt x="1673" y="0"/>
                    <a:pt x="16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p:nvPr/>
          </p:nvSpPr>
          <p:spPr>
            <a:xfrm>
              <a:off x="-1519435" y="1394233"/>
              <a:ext cx="87370" cy="33223"/>
            </a:xfrm>
            <a:custGeom>
              <a:rect b="b" l="l" r="r" t="t"/>
              <a:pathLst>
                <a:path extrusionOk="0" h="759" w="1996">
                  <a:moveTo>
                    <a:pt x="211" y="1"/>
                  </a:moveTo>
                  <a:cubicBezTo>
                    <a:pt x="136" y="1"/>
                    <a:pt x="61" y="1"/>
                    <a:pt x="1" y="76"/>
                  </a:cubicBezTo>
                  <a:cubicBezTo>
                    <a:pt x="181" y="76"/>
                    <a:pt x="376" y="76"/>
                    <a:pt x="556" y="91"/>
                  </a:cubicBezTo>
                  <a:cubicBezTo>
                    <a:pt x="856" y="91"/>
                    <a:pt x="856" y="91"/>
                    <a:pt x="886" y="436"/>
                  </a:cubicBezTo>
                  <a:cubicBezTo>
                    <a:pt x="886" y="571"/>
                    <a:pt x="901" y="706"/>
                    <a:pt x="1036" y="736"/>
                  </a:cubicBezTo>
                  <a:cubicBezTo>
                    <a:pt x="1078" y="750"/>
                    <a:pt x="1119" y="758"/>
                    <a:pt x="1158" y="758"/>
                  </a:cubicBezTo>
                  <a:cubicBezTo>
                    <a:pt x="1243" y="758"/>
                    <a:pt x="1319" y="719"/>
                    <a:pt x="1380" y="616"/>
                  </a:cubicBezTo>
                  <a:cubicBezTo>
                    <a:pt x="1426" y="526"/>
                    <a:pt x="1500" y="451"/>
                    <a:pt x="1516" y="361"/>
                  </a:cubicBezTo>
                  <a:cubicBezTo>
                    <a:pt x="1542" y="154"/>
                    <a:pt x="1635" y="70"/>
                    <a:pt x="1784" y="70"/>
                  </a:cubicBezTo>
                  <a:cubicBezTo>
                    <a:pt x="1808" y="70"/>
                    <a:pt x="1833" y="72"/>
                    <a:pt x="1860" y="76"/>
                  </a:cubicBezTo>
                  <a:cubicBezTo>
                    <a:pt x="1906" y="76"/>
                    <a:pt x="1950" y="31"/>
                    <a:pt x="1996" y="16"/>
                  </a:cubicBezTo>
                  <a:cubicBezTo>
                    <a:pt x="1396" y="1"/>
                    <a:pt x="796" y="1"/>
                    <a:pt x="2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1130115" y="1893948"/>
              <a:ext cx="80147" cy="15014"/>
            </a:xfrm>
            <a:custGeom>
              <a:rect b="b" l="l" r="r" t="t"/>
              <a:pathLst>
                <a:path extrusionOk="0" h="343" w="1831">
                  <a:moveTo>
                    <a:pt x="728" y="1"/>
                  </a:moveTo>
                  <a:cubicBezTo>
                    <a:pt x="617" y="1"/>
                    <a:pt x="504" y="10"/>
                    <a:pt x="390" y="28"/>
                  </a:cubicBezTo>
                  <a:cubicBezTo>
                    <a:pt x="225" y="58"/>
                    <a:pt x="61" y="118"/>
                    <a:pt x="1" y="342"/>
                  </a:cubicBezTo>
                  <a:cubicBezTo>
                    <a:pt x="615" y="328"/>
                    <a:pt x="1215" y="328"/>
                    <a:pt x="1830" y="328"/>
                  </a:cubicBezTo>
                  <a:cubicBezTo>
                    <a:pt x="1800" y="282"/>
                    <a:pt x="1770" y="222"/>
                    <a:pt x="1740" y="208"/>
                  </a:cubicBezTo>
                  <a:cubicBezTo>
                    <a:pt x="1411" y="83"/>
                    <a:pt x="1074" y="1"/>
                    <a:pt x="7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1003435" y="1514390"/>
              <a:ext cx="34186" cy="32786"/>
            </a:xfrm>
            <a:custGeom>
              <a:rect b="b" l="l" r="r" t="t"/>
              <a:pathLst>
                <a:path extrusionOk="0" h="749" w="781">
                  <a:moveTo>
                    <a:pt x="540" y="1"/>
                  </a:moveTo>
                  <a:cubicBezTo>
                    <a:pt x="406" y="135"/>
                    <a:pt x="226" y="211"/>
                    <a:pt x="120" y="375"/>
                  </a:cubicBezTo>
                  <a:cubicBezTo>
                    <a:pt x="0" y="541"/>
                    <a:pt x="30" y="645"/>
                    <a:pt x="196" y="721"/>
                  </a:cubicBezTo>
                  <a:cubicBezTo>
                    <a:pt x="245" y="737"/>
                    <a:pt x="290" y="749"/>
                    <a:pt x="335" y="749"/>
                  </a:cubicBezTo>
                  <a:cubicBezTo>
                    <a:pt x="372" y="749"/>
                    <a:pt x="410" y="741"/>
                    <a:pt x="450" y="721"/>
                  </a:cubicBezTo>
                  <a:cubicBezTo>
                    <a:pt x="556" y="675"/>
                    <a:pt x="660" y="675"/>
                    <a:pt x="766" y="675"/>
                  </a:cubicBezTo>
                  <a:cubicBezTo>
                    <a:pt x="780" y="421"/>
                    <a:pt x="630" y="225"/>
                    <a:pt x="54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1000809" y="1415944"/>
              <a:ext cx="38126" cy="94549"/>
            </a:xfrm>
            <a:custGeom>
              <a:rect b="b" l="l" r="r" t="t"/>
              <a:pathLst>
                <a:path extrusionOk="0" h="2160" w="871">
                  <a:moveTo>
                    <a:pt x="630" y="0"/>
                  </a:moveTo>
                  <a:cubicBezTo>
                    <a:pt x="630" y="195"/>
                    <a:pt x="600" y="390"/>
                    <a:pt x="600" y="584"/>
                  </a:cubicBezTo>
                  <a:cubicBezTo>
                    <a:pt x="616" y="764"/>
                    <a:pt x="436" y="854"/>
                    <a:pt x="450" y="1020"/>
                  </a:cubicBezTo>
                  <a:cubicBezTo>
                    <a:pt x="406" y="1003"/>
                    <a:pt x="371" y="995"/>
                    <a:pt x="343" y="995"/>
                  </a:cubicBezTo>
                  <a:cubicBezTo>
                    <a:pt x="202" y="995"/>
                    <a:pt x="251" y="1192"/>
                    <a:pt x="226" y="1304"/>
                  </a:cubicBezTo>
                  <a:cubicBezTo>
                    <a:pt x="210" y="1350"/>
                    <a:pt x="196" y="1380"/>
                    <a:pt x="166" y="1410"/>
                  </a:cubicBezTo>
                  <a:cubicBezTo>
                    <a:pt x="0" y="1574"/>
                    <a:pt x="30" y="1724"/>
                    <a:pt x="180" y="1860"/>
                  </a:cubicBezTo>
                  <a:cubicBezTo>
                    <a:pt x="270" y="1964"/>
                    <a:pt x="346" y="2070"/>
                    <a:pt x="420" y="2160"/>
                  </a:cubicBezTo>
                  <a:cubicBezTo>
                    <a:pt x="420" y="2054"/>
                    <a:pt x="406" y="1950"/>
                    <a:pt x="316" y="1874"/>
                  </a:cubicBezTo>
                  <a:cubicBezTo>
                    <a:pt x="150" y="1724"/>
                    <a:pt x="210" y="1560"/>
                    <a:pt x="316" y="1410"/>
                  </a:cubicBezTo>
                  <a:lnTo>
                    <a:pt x="450" y="1274"/>
                  </a:lnTo>
                  <a:cubicBezTo>
                    <a:pt x="690" y="884"/>
                    <a:pt x="870" y="480"/>
                    <a:pt x="63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1361895" y="1890665"/>
              <a:ext cx="35499" cy="18297"/>
            </a:xfrm>
            <a:custGeom>
              <a:rect b="b" l="l" r="r" t="t"/>
              <a:pathLst>
                <a:path extrusionOk="0" h="418" w="811">
                  <a:moveTo>
                    <a:pt x="562" y="1"/>
                  </a:moveTo>
                  <a:cubicBezTo>
                    <a:pt x="486" y="1"/>
                    <a:pt x="387" y="62"/>
                    <a:pt x="241" y="177"/>
                  </a:cubicBezTo>
                  <a:cubicBezTo>
                    <a:pt x="151" y="237"/>
                    <a:pt x="47" y="283"/>
                    <a:pt x="1" y="417"/>
                  </a:cubicBezTo>
                  <a:lnTo>
                    <a:pt x="811" y="417"/>
                  </a:lnTo>
                  <a:cubicBezTo>
                    <a:pt x="731" y="132"/>
                    <a:pt x="672" y="1"/>
                    <a:pt x="5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p:nvPr/>
          </p:nvSpPr>
          <p:spPr>
            <a:xfrm>
              <a:off x="-1911818" y="1459455"/>
              <a:ext cx="164672" cy="54190"/>
            </a:xfrm>
            <a:custGeom>
              <a:rect b="b" l="l" r="r" t="t"/>
              <a:pathLst>
                <a:path extrusionOk="0" h="1238" w="3762">
                  <a:moveTo>
                    <a:pt x="1685" y="1"/>
                  </a:moveTo>
                  <a:cubicBezTo>
                    <a:pt x="1426" y="1"/>
                    <a:pt x="1162" y="33"/>
                    <a:pt x="896" y="100"/>
                  </a:cubicBezTo>
                  <a:cubicBezTo>
                    <a:pt x="689" y="204"/>
                    <a:pt x="482" y="319"/>
                    <a:pt x="255" y="319"/>
                  </a:cubicBezTo>
                  <a:cubicBezTo>
                    <a:pt x="219" y="319"/>
                    <a:pt x="183" y="316"/>
                    <a:pt x="146" y="310"/>
                  </a:cubicBezTo>
                  <a:cubicBezTo>
                    <a:pt x="128" y="307"/>
                    <a:pt x="110" y="304"/>
                    <a:pt x="93" y="304"/>
                  </a:cubicBezTo>
                  <a:cubicBezTo>
                    <a:pt x="40" y="304"/>
                    <a:pt x="0" y="329"/>
                    <a:pt x="12" y="430"/>
                  </a:cubicBezTo>
                  <a:cubicBezTo>
                    <a:pt x="36" y="429"/>
                    <a:pt x="60" y="428"/>
                    <a:pt x="84" y="428"/>
                  </a:cubicBezTo>
                  <a:cubicBezTo>
                    <a:pt x="300" y="428"/>
                    <a:pt x="514" y="485"/>
                    <a:pt x="716" y="566"/>
                  </a:cubicBezTo>
                  <a:cubicBezTo>
                    <a:pt x="1286" y="776"/>
                    <a:pt x="1842" y="1046"/>
                    <a:pt x="2442" y="1136"/>
                  </a:cubicBezTo>
                  <a:cubicBezTo>
                    <a:pt x="2665" y="1167"/>
                    <a:pt x="2890" y="1237"/>
                    <a:pt x="3119" y="1237"/>
                  </a:cubicBezTo>
                  <a:cubicBezTo>
                    <a:pt x="3212" y="1237"/>
                    <a:pt x="3306" y="1226"/>
                    <a:pt x="3401" y="1196"/>
                  </a:cubicBezTo>
                  <a:cubicBezTo>
                    <a:pt x="3551" y="1150"/>
                    <a:pt x="3701" y="1120"/>
                    <a:pt x="3731" y="926"/>
                  </a:cubicBezTo>
                  <a:cubicBezTo>
                    <a:pt x="3761" y="746"/>
                    <a:pt x="3626" y="670"/>
                    <a:pt x="3536" y="566"/>
                  </a:cubicBezTo>
                  <a:cubicBezTo>
                    <a:pt x="3506" y="536"/>
                    <a:pt x="3476" y="520"/>
                    <a:pt x="3431" y="490"/>
                  </a:cubicBezTo>
                  <a:cubicBezTo>
                    <a:pt x="2875" y="176"/>
                    <a:pt x="2290" y="1"/>
                    <a:pt x="16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1882446" y="1568844"/>
              <a:ext cx="61763" cy="168568"/>
            </a:xfrm>
            <a:custGeom>
              <a:rect b="b" l="l" r="r" t="t"/>
              <a:pathLst>
                <a:path extrusionOk="0" h="3851" w="1411">
                  <a:moveTo>
                    <a:pt x="225" y="1"/>
                  </a:moveTo>
                  <a:cubicBezTo>
                    <a:pt x="1" y="31"/>
                    <a:pt x="181" y="271"/>
                    <a:pt x="75" y="346"/>
                  </a:cubicBezTo>
                  <a:cubicBezTo>
                    <a:pt x="75" y="646"/>
                    <a:pt x="45" y="946"/>
                    <a:pt x="105" y="1246"/>
                  </a:cubicBezTo>
                  <a:cubicBezTo>
                    <a:pt x="225" y="1756"/>
                    <a:pt x="331" y="2266"/>
                    <a:pt x="451" y="2776"/>
                  </a:cubicBezTo>
                  <a:cubicBezTo>
                    <a:pt x="525" y="3150"/>
                    <a:pt x="721" y="3450"/>
                    <a:pt x="931" y="3736"/>
                  </a:cubicBezTo>
                  <a:cubicBezTo>
                    <a:pt x="983" y="3815"/>
                    <a:pt x="1044" y="3850"/>
                    <a:pt x="1105" y="3850"/>
                  </a:cubicBezTo>
                  <a:cubicBezTo>
                    <a:pt x="1183" y="3850"/>
                    <a:pt x="1261" y="3791"/>
                    <a:pt x="1321" y="3690"/>
                  </a:cubicBezTo>
                  <a:cubicBezTo>
                    <a:pt x="1411" y="3510"/>
                    <a:pt x="1411" y="3316"/>
                    <a:pt x="1381" y="3120"/>
                  </a:cubicBezTo>
                  <a:cubicBezTo>
                    <a:pt x="1245" y="2070"/>
                    <a:pt x="825" y="1156"/>
                    <a:pt x="375" y="256"/>
                  </a:cubicBezTo>
                  <a:cubicBezTo>
                    <a:pt x="361" y="226"/>
                    <a:pt x="331" y="196"/>
                    <a:pt x="301" y="181"/>
                  </a:cubicBezTo>
                  <a:cubicBezTo>
                    <a:pt x="255" y="136"/>
                    <a:pt x="255" y="61"/>
                    <a:pt x="22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2154891" y="1518111"/>
              <a:ext cx="85400" cy="130048"/>
            </a:xfrm>
            <a:custGeom>
              <a:rect b="b" l="l" r="r" t="t"/>
              <a:pathLst>
                <a:path extrusionOk="0" h="2971" w="1951">
                  <a:moveTo>
                    <a:pt x="1626" y="0"/>
                  </a:moveTo>
                  <a:cubicBezTo>
                    <a:pt x="1494" y="0"/>
                    <a:pt x="1377" y="85"/>
                    <a:pt x="1260" y="170"/>
                  </a:cubicBezTo>
                  <a:cubicBezTo>
                    <a:pt x="690" y="650"/>
                    <a:pt x="316" y="1280"/>
                    <a:pt x="121" y="2045"/>
                  </a:cubicBezTo>
                  <a:cubicBezTo>
                    <a:pt x="61" y="2330"/>
                    <a:pt x="1" y="2630"/>
                    <a:pt x="121" y="2930"/>
                  </a:cubicBezTo>
                  <a:cubicBezTo>
                    <a:pt x="158" y="2959"/>
                    <a:pt x="190" y="2971"/>
                    <a:pt x="218" y="2971"/>
                  </a:cubicBezTo>
                  <a:cubicBezTo>
                    <a:pt x="291" y="2971"/>
                    <a:pt x="337" y="2890"/>
                    <a:pt x="390" y="2825"/>
                  </a:cubicBezTo>
                  <a:cubicBezTo>
                    <a:pt x="526" y="2660"/>
                    <a:pt x="676" y="2525"/>
                    <a:pt x="810" y="2345"/>
                  </a:cubicBezTo>
                  <a:cubicBezTo>
                    <a:pt x="1260" y="1880"/>
                    <a:pt x="1576" y="1325"/>
                    <a:pt x="1830" y="710"/>
                  </a:cubicBezTo>
                  <a:cubicBezTo>
                    <a:pt x="1950" y="440"/>
                    <a:pt x="1920" y="140"/>
                    <a:pt x="1800" y="50"/>
                  </a:cubicBezTo>
                  <a:cubicBezTo>
                    <a:pt x="1739" y="15"/>
                    <a:pt x="1681" y="0"/>
                    <a:pt x="16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1826635" y="1587229"/>
              <a:ext cx="93761" cy="130004"/>
            </a:xfrm>
            <a:custGeom>
              <a:rect b="b" l="l" r="r" t="t"/>
              <a:pathLst>
                <a:path extrusionOk="0" h="2970" w="2142">
                  <a:moveTo>
                    <a:pt x="136" y="1"/>
                  </a:moveTo>
                  <a:cubicBezTo>
                    <a:pt x="0" y="136"/>
                    <a:pt x="0" y="136"/>
                    <a:pt x="120" y="511"/>
                  </a:cubicBezTo>
                  <a:cubicBezTo>
                    <a:pt x="420" y="1231"/>
                    <a:pt x="780" y="1890"/>
                    <a:pt x="1200" y="2520"/>
                  </a:cubicBezTo>
                  <a:cubicBezTo>
                    <a:pt x="1335" y="2716"/>
                    <a:pt x="1530" y="2850"/>
                    <a:pt x="1740" y="2940"/>
                  </a:cubicBezTo>
                  <a:cubicBezTo>
                    <a:pt x="1795" y="2960"/>
                    <a:pt x="1846" y="2969"/>
                    <a:pt x="1891" y="2969"/>
                  </a:cubicBezTo>
                  <a:cubicBezTo>
                    <a:pt x="2053" y="2969"/>
                    <a:pt x="2142" y="2845"/>
                    <a:pt x="2130" y="2610"/>
                  </a:cubicBezTo>
                  <a:cubicBezTo>
                    <a:pt x="2115" y="2386"/>
                    <a:pt x="2085" y="2176"/>
                    <a:pt x="1965" y="1980"/>
                  </a:cubicBezTo>
                  <a:cubicBezTo>
                    <a:pt x="1500" y="1141"/>
                    <a:pt x="870" y="511"/>
                    <a:pt x="13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1823965" y="1538247"/>
              <a:ext cx="132587" cy="74939"/>
            </a:xfrm>
            <a:custGeom>
              <a:rect b="b" l="l" r="r" t="t"/>
              <a:pathLst>
                <a:path extrusionOk="0" h="1712" w="3029">
                  <a:moveTo>
                    <a:pt x="151" y="0"/>
                  </a:moveTo>
                  <a:cubicBezTo>
                    <a:pt x="63" y="0"/>
                    <a:pt x="0" y="51"/>
                    <a:pt x="59" y="206"/>
                  </a:cubicBezTo>
                  <a:cubicBezTo>
                    <a:pt x="225" y="326"/>
                    <a:pt x="389" y="446"/>
                    <a:pt x="539" y="580"/>
                  </a:cubicBezTo>
                  <a:cubicBezTo>
                    <a:pt x="1004" y="985"/>
                    <a:pt x="1514" y="1270"/>
                    <a:pt x="2039" y="1540"/>
                  </a:cubicBezTo>
                  <a:cubicBezTo>
                    <a:pt x="2234" y="1645"/>
                    <a:pt x="2444" y="1705"/>
                    <a:pt x="2669" y="1705"/>
                  </a:cubicBezTo>
                  <a:cubicBezTo>
                    <a:pt x="2696" y="1709"/>
                    <a:pt x="2724" y="1712"/>
                    <a:pt x="2752" y="1712"/>
                  </a:cubicBezTo>
                  <a:cubicBezTo>
                    <a:pt x="2833" y="1712"/>
                    <a:pt x="2913" y="1689"/>
                    <a:pt x="2968" y="1600"/>
                  </a:cubicBezTo>
                  <a:cubicBezTo>
                    <a:pt x="3028" y="1450"/>
                    <a:pt x="2984" y="1330"/>
                    <a:pt x="2924" y="1210"/>
                  </a:cubicBezTo>
                  <a:cubicBezTo>
                    <a:pt x="2878" y="1150"/>
                    <a:pt x="2848" y="1090"/>
                    <a:pt x="2804" y="1045"/>
                  </a:cubicBezTo>
                  <a:cubicBezTo>
                    <a:pt x="2354" y="655"/>
                    <a:pt x="1874" y="326"/>
                    <a:pt x="1304" y="206"/>
                  </a:cubicBezTo>
                  <a:cubicBezTo>
                    <a:pt x="959" y="86"/>
                    <a:pt x="585" y="116"/>
                    <a:pt x="225" y="10"/>
                  </a:cubicBezTo>
                  <a:cubicBezTo>
                    <a:pt x="199" y="4"/>
                    <a:pt x="174" y="0"/>
                    <a:pt x="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1955329" y="1524896"/>
              <a:ext cx="54541" cy="146682"/>
            </a:xfrm>
            <a:custGeom>
              <a:rect b="b" l="l" r="r" t="t"/>
              <a:pathLst>
                <a:path extrusionOk="0" h="3351" w="1246">
                  <a:moveTo>
                    <a:pt x="171" y="0"/>
                  </a:moveTo>
                  <a:cubicBezTo>
                    <a:pt x="115" y="0"/>
                    <a:pt x="87" y="119"/>
                    <a:pt x="46" y="181"/>
                  </a:cubicBezTo>
                  <a:cubicBezTo>
                    <a:pt x="1" y="1035"/>
                    <a:pt x="226" y="1845"/>
                    <a:pt x="451" y="2640"/>
                  </a:cubicBezTo>
                  <a:cubicBezTo>
                    <a:pt x="511" y="2880"/>
                    <a:pt x="646" y="3090"/>
                    <a:pt x="810" y="3254"/>
                  </a:cubicBezTo>
                  <a:cubicBezTo>
                    <a:pt x="863" y="3317"/>
                    <a:pt x="922" y="3350"/>
                    <a:pt x="988" y="3350"/>
                  </a:cubicBezTo>
                  <a:cubicBezTo>
                    <a:pt x="1018" y="3350"/>
                    <a:pt x="1048" y="3344"/>
                    <a:pt x="1080" y="3330"/>
                  </a:cubicBezTo>
                  <a:cubicBezTo>
                    <a:pt x="1186" y="3284"/>
                    <a:pt x="1216" y="3180"/>
                    <a:pt x="1216" y="3074"/>
                  </a:cubicBezTo>
                  <a:cubicBezTo>
                    <a:pt x="1230" y="2910"/>
                    <a:pt x="1246" y="2730"/>
                    <a:pt x="1216" y="2580"/>
                  </a:cubicBezTo>
                  <a:cubicBezTo>
                    <a:pt x="1066" y="1665"/>
                    <a:pt x="796" y="825"/>
                    <a:pt x="271" y="91"/>
                  </a:cubicBezTo>
                  <a:cubicBezTo>
                    <a:pt x="229" y="25"/>
                    <a:pt x="197" y="0"/>
                    <a:pt x="1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1587020" y="1656391"/>
              <a:ext cx="84612" cy="128647"/>
            </a:xfrm>
            <a:custGeom>
              <a:rect b="b" l="l" r="r" t="t"/>
              <a:pathLst>
                <a:path extrusionOk="0" h="2939" w="1933">
                  <a:moveTo>
                    <a:pt x="252" y="0"/>
                  </a:moveTo>
                  <a:cubicBezTo>
                    <a:pt x="213" y="0"/>
                    <a:pt x="173" y="12"/>
                    <a:pt x="135" y="40"/>
                  </a:cubicBezTo>
                  <a:cubicBezTo>
                    <a:pt x="15" y="130"/>
                    <a:pt x="1" y="296"/>
                    <a:pt x="31" y="446"/>
                  </a:cubicBezTo>
                  <a:cubicBezTo>
                    <a:pt x="105" y="866"/>
                    <a:pt x="225" y="1240"/>
                    <a:pt x="465" y="1586"/>
                  </a:cubicBezTo>
                  <a:cubicBezTo>
                    <a:pt x="765" y="2020"/>
                    <a:pt x="1140" y="2366"/>
                    <a:pt x="1545" y="2680"/>
                  </a:cubicBezTo>
                  <a:cubicBezTo>
                    <a:pt x="1650" y="2756"/>
                    <a:pt x="1740" y="2846"/>
                    <a:pt x="1845" y="2936"/>
                  </a:cubicBezTo>
                  <a:cubicBezTo>
                    <a:pt x="1854" y="2938"/>
                    <a:pt x="1863" y="2939"/>
                    <a:pt x="1871" y="2939"/>
                  </a:cubicBezTo>
                  <a:cubicBezTo>
                    <a:pt x="1913" y="2939"/>
                    <a:pt x="1932" y="2906"/>
                    <a:pt x="1920" y="2830"/>
                  </a:cubicBezTo>
                  <a:cubicBezTo>
                    <a:pt x="1920" y="2816"/>
                    <a:pt x="1920" y="2786"/>
                    <a:pt x="1905" y="2756"/>
                  </a:cubicBezTo>
                  <a:cubicBezTo>
                    <a:pt x="1890" y="2740"/>
                    <a:pt x="1860" y="2710"/>
                    <a:pt x="1845" y="2680"/>
                  </a:cubicBezTo>
                  <a:cubicBezTo>
                    <a:pt x="1800" y="2636"/>
                    <a:pt x="1815" y="2560"/>
                    <a:pt x="1770" y="2516"/>
                  </a:cubicBezTo>
                  <a:cubicBezTo>
                    <a:pt x="1695" y="2440"/>
                    <a:pt x="1755" y="2336"/>
                    <a:pt x="1695" y="2260"/>
                  </a:cubicBezTo>
                  <a:cubicBezTo>
                    <a:pt x="1590" y="1916"/>
                    <a:pt x="1455" y="1600"/>
                    <a:pt x="1305" y="1286"/>
                  </a:cubicBezTo>
                  <a:cubicBezTo>
                    <a:pt x="1080" y="850"/>
                    <a:pt x="825" y="446"/>
                    <a:pt x="481" y="116"/>
                  </a:cubicBezTo>
                  <a:cubicBezTo>
                    <a:pt x="419" y="55"/>
                    <a:pt x="337" y="0"/>
                    <a:pt x="2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2022302" y="1462869"/>
              <a:ext cx="255456" cy="146725"/>
            </a:xfrm>
            <a:custGeom>
              <a:rect b="b" l="l" r="r" t="t"/>
              <a:pathLst>
                <a:path extrusionOk="0" h="3352" w="5836">
                  <a:moveTo>
                    <a:pt x="142" y="0"/>
                  </a:moveTo>
                  <a:cubicBezTo>
                    <a:pt x="95" y="0"/>
                    <a:pt x="48" y="3"/>
                    <a:pt x="1" y="8"/>
                  </a:cubicBezTo>
                  <a:cubicBezTo>
                    <a:pt x="256" y="142"/>
                    <a:pt x="511" y="232"/>
                    <a:pt x="766" y="338"/>
                  </a:cubicBezTo>
                  <a:cubicBezTo>
                    <a:pt x="871" y="368"/>
                    <a:pt x="991" y="382"/>
                    <a:pt x="1051" y="488"/>
                  </a:cubicBezTo>
                  <a:cubicBezTo>
                    <a:pt x="1276" y="832"/>
                    <a:pt x="1546" y="1148"/>
                    <a:pt x="1576" y="1598"/>
                  </a:cubicBezTo>
                  <a:cubicBezTo>
                    <a:pt x="1632" y="1553"/>
                    <a:pt x="1671" y="1475"/>
                    <a:pt x="1730" y="1475"/>
                  </a:cubicBezTo>
                  <a:cubicBezTo>
                    <a:pt x="1751" y="1475"/>
                    <a:pt x="1774" y="1485"/>
                    <a:pt x="1801" y="1508"/>
                  </a:cubicBezTo>
                  <a:cubicBezTo>
                    <a:pt x="1741" y="1178"/>
                    <a:pt x="1501" y="952"/>
                    <a:pt x="1411" y="608"/>
                  </a:cubicBezTo>
                  <a:lnTo>
                    <a:pt x="1411" y="608"/>
                  </a:lnTo>
                  <a:cubicBezTo>
                    <a:pt x="1756" y="652"/>
                    <a:pt x="2041" y="878"/>
                    <a:pt x="2326" y="1028"/>
                  </a:cubicBezTo>
                  <a:cubicBezTo>
                    <a:pt x="2986" y="1372"/>
                    <a:pt x="3166" y="2032"/>
                    <a:pt x="3270" y="2767"/>
                  </a:cubicBezTo>
                  <a:cubicBezTo>
                    <a:pt x="3390" y="2692"/>
                    <a:pt x="3300" y="2497"/>
                    <a:pt x="3420" y="2422"/>
                  </a:cubicBezTo>
                  <a:cubicBezTo>
                    <a:pt x="3390" y="2317"/>
                    <a:pt x="3376" y="2212"/>
                    <a:pt x="3346" y="2092"/>
                  </a:cubicBezTo>
                  <a:cubicBezTo>
                    <a:pt x="3300" y="2062"/>
                    <a:pt x="3316" y="1972"/>
                    <a:pt x="3270" y="1928"/>
                  </a:cubicBezTo>
                  <a:cubicBezTo>
                    <a:pt x="3210" y="1762"/>
                    <a:pt x="3210" y="1762"/>
                    <a:pt x="3346" y="1762"/>
                  </a:cubicBezTo>
                  <a:cubicBezTo>
                    <a:pt x="3376" y="1792"/>
                    <a:pt x="3390" y="1822"/>
                    <a:pt x="3420" y="1852"/>
                  </a:cubicBezTo>
                  <a:cubicBezTo>
                    <a:pt x="3436" y="1882"/>
                    <a:pt x="3466" y="1898"/>
                    <a:pt x="3496" y="1928"/>
                  </a:cubicBezTo>
                  <a:cubicBezTo>
                    <a:pt x="3916" y="2272"/>
                    <a:pt x="4350" y="2602"/>
                    <a:pt x="4500" y="3232"/>
                  </a:cubicBezTo>
                  <a:cubicBezTo>
                    <a:pt x="4516" y="3277"/>
                    <a:pt x="4560" y="3307"/>
                    <a:pt x="4590" y="3352"/>
                  </a:cubicBezTo>
                  <a:cubicBezTo>
                    <a:pt x="4590" y="3262"/>
                    <a:pt x="4590" y="3172"/>
                    <a:pt x="4546" y="3082"/>
                  </a:cubicBezTo>
                  <a:cubicBezTo>
                    <a:pt x="4516" y="2992"/>
                    <a:pt x="4516" y="2902"/>
                    <a:pt x="4606" y="2842"/>
                  </a:cubicBezTo>
                  <a:cubicBezTo>
                    <a:pt x="4590" y="2812"/>
                    <a:pt x="4590" y="2782"/>
                    <a:pt x="4576" y="2767"/>
                  </a:cubicBezTo>
                  <a:cubicBezTo>
                    <a:pt x="4246" y="2452"/>
                    <a:pt x="3990" y="2062"/>
                    <a:pt x="3646" y="1792"/>
                  </a:cubicBezTo>
                  <a:cubicBezTo>
                    <a:pt x="3570" y="1732"/>
                    <a:pt x="3480" y="1672"/>
                    <a:pt x="3466" y="1538"/>
                  </a:cubicBezTo>
                  <a:lnTo>
                    <a:pt x="3466" y="1538"/>
                  </a:lnTo>
                  <a:cubicBezTo>
                    <a:pt x="3870" y="1642"/>
                    <a:pt x="4246" y="1718"/>
                    <a:pt x="4590" y="1928"/>
                  </a:cubicBezTo>
                  <a:cubicBezTo>
                    <a:pt x="4602" y="1813"/>
                    <a:pt x="4648" y="1786"/>
                    <a:pt x="4723" y="1786"/>
                  </a:cubicBezTo>
                  <a:cubicBezTo>
                    <a:pt x="4746" y="1786"/>
                    <a:pt x="4772" y="1789"/>
                    <a:pt x="4800" y="1792"/>
                  </a:cubicBezTo>
                  <a:cubicBezTo>
                    <a:pt x="5108" y="1833"/>
                    <a:pt x="5415" y="1932"/>
                    <a:pt x="5723" y="1932"/>
                  </a:cubicBezTo>
                  <a:cubicBezTo>
                    <a:pt x="5760" y="1932"/>
                    <a:pt x="5798" y="1931"/>
                    <a:pt x="5835" y="1928"/>
                  </a:cubicBezTo>
                  <a:cubicBezTo>
                    <a:pt x="5805" y="1868"/>
                    <a:pt x="5745" y="1868"/>
                    <a:pt x="5685" y="1852"/>
                  </a:cubicBezTo>
                  <a:cubicBezTo>
                    <a:pt x="5160" y="1732"/>
                    <a:pt x="4620" y="1718"/>
                    <a:pt x="4096" y="1522"/>
                  </a:cubicBezTo>
                  <a:cubicBezTo>
                    <a:pt x="3750" y="1402"/>
                    <a:pt x="3346" y="1402"/>
                    <a:pt x="3016" y="1238"/>
                  </a:cubicBezTo>
                  <a:cubicBezTo>
                    <a:pt x="2656" y="1058"/>
                    <a:pt x="2326" y="818"/>
                    <a:pt x="1981" y="608"/>
                  </a:cubicBezTo>
                  <a:cubicBezTo>
                    <a:pt x="1906" y="578"/>
                    <a:pt x="1816" y="562"/>
                    <a:pt x="1801" y="442"/>
                  </a:cubicBezTo>
                  <a:cubicBezTo>
                    <a:pt x="2056" y="412"/>
                    <a:pt x="2296" y="382"/>
                    <a:pt x="2536" y="352"/>
                  </a:cubicBezTo>
                  <a:cubicBezTo>
                    <a:pt x="2594" y="270"/>
                    <a:pt x="2662" y="262"/>
                    <a:pt x="2732" y="262"/>
                  </a:cubicBezTo>
                  <a:cubicBezTo>
                    <a:pt x="2751" y="262"/>
                    <a:pt x="2771" y="262"/>
                    <a:pt x="2790" y="262"/>
                  </a:cubicBezTo>
                  <a:cubicBezTo>
                    <a:pt x="2811" y="264"/>
                    <a:pt x="2831" y="264"/>
                    <a:pt x="2851" y="264"/>
                  </a:cubicBezTo>
                  <a:cubicBezTo>
                    <a:pt x="3066" y="264"/>
                    <a:pt x="3256" y="187"/>
                    <a:pt x="3420" y="22"/>
                  </a:cubicBezTo>
                  <a:lnTo>
                    <a:pt x="3420" y="22"/>
                  </a:lnTo>
                  <a:cubicBezTo>
                    <a:pt x="3079" y="132"/>
                    <a:pt x="2736" y="204"/>
                    <a:pt x="2383" y="204"/>
                  </a:cubicBezTo>
                  <a:cubicBezTo>
                    <a:pt x="2349" y="204"/>
                    <a:pt x="2315" y="204"/>
                    <a:pt x="2280" y="202"/>
                  </a:cubicBezTo>
                  <a:cubicBezTo>
                    <a:pt x="2272" y="200"/>
                    <a:pt x="2264" y="198"/>
                    <a:pt x="2256" y="198"/>
                  </a:cubicBezTo>
                  <a:cubicBezTo>
                    <a:pt x="2224" y="198"/>
                    <a:pt x="2197" y="218"/>
                    <a:pt x="2161" y="218"/>
                  </a:cubicBezTo>
                  <a:cubicBezTo>
                    <a:pt x="1934" y="262"/>
                    <a:pt x="1711" y="299"/>
                    <a:pt x="1488" y="299"/>
                  </a:cubicBezTo>
                  <a:cubicBezTo>
                    <a:pt x="1254" y="299"/>
                    <a:pt x="1019" y="258"/>
                    <a:pt x="781" y="142"/>
                  </a:cubicBezTo>
                  <a:cubicBezTo>
                    <a:pt x="583" y="56"/>
                    <a:pt x="364" y="0"/>
                    <a:pt x="14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489231" y="1687251"/>
              <a:ext cx="95249" cy="170844"/>
            </a:xfrm>
            <a:custGeom>
              <a:rect b="b" l="l" r="r" t="t"/>
              <a:pathLst>
                <a:path extrusionOk="0" h="3903" w="2176">
                  <a:moveTo>
                    <a:pt x="1945" y="0"/>
                  </a:moveTo>
                  <a:cubicBezTo>
                    <a:pt x="1833" y="0"/>
                    <a:pt x="1655" y="146"/>
                    <a:pt x="1546" y="341"/>
                  </a:cubicBezTo>
                  <a:cubicBezTo>
                    <a:pt x="1440" y="521"/>
                    <a:pt x="1350" y="731"/>
                    <a:pt x="1230" y="895"/>
                  </a:cubicBezTo>
                  <a:cubicBezTo>
                    <a:pt x="1096" y="1045"/>
                    <a:pt x="1036" y="1241"/>
                    <a:pt x="960" y="1421"/>
                  </a:cubicBezTo>
                  <a:cubicBezTo>
                    <a:pt x="856" y="1721"/>
                    <a:pt x="856" y="2035"/>
                    <a:pt x="720" y="2320"/>
                  </a:cubicBezTo>
                  <a:cubicBezTo>
                    <a:pt x="690" y="2395"/>
                    <a:pt x="660" y="2470"/>
                    <a:pt x="630" y="2560"/>
                  </a:cubicBezTo>
                  <a:cubicBezTo>
                    <a:pt x="586" y="2605"/>
                    <a:pt x="600" y="2680"/>
                    <a:pt x="556" y="2725"/>
                  </a:cubicBezTo>
                  <a:cubicBezTo>
                    <a:pt x="480" y="2905"/>
                    <a:pt x="286" y="2905"/>
                    <a:pt x="196" y="3055"/>
                  </a:cubicBezTo>
                  <a:cubicBezTo>
                    <a:pt x="61" y="3130"/>
                    <a:pt x="61" y="3265"/>
                    <a:pt x="121" y="3400"/>
                  </a:cubicBezTo>
                  <a:lnTo>
                    <a:pt x="121" y="3550"/>
                  </a:lnTo>
                  <a:cubicBezTo>
                    <a:pt x="76" y="3595"/>
                    <a:pt x="91" y="3670"/>
                    <a:pt x="46" y="3730"/>
                  </a:cubicBezTo>
                  <a:cubicBezTo>
                    <a:pt x="1" y="3790"/>
                    <a:pt x="1" y="3850"/>
                    <a:pt x="61" y="3895"/>
                  </a:cubicBezTo>
                  <a:cubicBezTo>
                    <a:pt x="72" y="3900"/>
                    <a:pt x="82" y="3903"/>
                    <a:pt x="92" y="3903"/>
                  </a:cubicBezTo>
                  <a:cubicBezTo>
                    <a:pt x="137" y="3903"/>
                    <a:pt x="172" y="3854"/>
                    <a:pt x="196" y="3805"/>
                  </a:cubicBezTo>
                  <a:cubicBezTo>
                    <a:pt x="211" y="3775"/>
                    <a:pt x="241" y="3745"/>
                    <a:pt x="256" y="3730"/>
                  </a:cubicBezTo>
                  <a:cubicBezTo>
                    <a:pt x="616" y="3175"/>
                    <a:pt x="960" y="2635"/>
                    <a:pt x="1336" y="2111"/>
                  </a:cubicBezTo>
                  <a:cubicBezTo>
                    <a:pt x="1650" y="1661"/>
                    <a:pt x="1906" y="1151"/>
                    <a:pt x="2056" y="595"/>
                  </a:cubicBezTo>
                  <a:cubicBezTo>
                    <a:pt x="2116" y="401"/>
                    <a:pt x="2176" y="191"/>
                    <a:pt x="2010" y="25"/>
                  </a:cubicBezTo>
                  <a:cubicBezTo>
                    <a:pt x="1993" y="8"/>
                    <a:pt x="1971" y="0"/>
                    <a:pt x="194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6"/>
            <p:cNvSpPr/>
            <p:nvPr/>
          </p:nvSpPr>
          <p:spPr>
            <a:xfrm>
              <a:off x="-2248741" y="1639232"/>
              <a:ext cx="69642" cy="134688"/>
            </a:xfrm>
            <a:custGeom>
              <a:rect b="b" l="l" r="r" t="t"/>
              <a:pathLst>
                <a:path extrusionOk="0" h="3077" w="1591">
                  <a:moveTo>
                    <a:pt x="255" y="0"/>
                  </a:moveTo>
                  <a:cubicBezTo>
                    <a:pt x="157" y="0"/>
                    <a:pt x="61" y="95"/>
                    <a:pt x="15" y="223"/>
                  </a:cubicBezTo>
                  <a:cubicBezTo>
                    <a:pt x="1" y="298"/>
                    <a:pt x="1" y="388"/>
                    <a:pt x="1" y="462"/>
                  </a:cubicBezTo>
                  <a:cubicBezTo>
                    <a:pt x="1" y="1018"/>
                    <a:pt x="195" y="1498"/>
                    <a:pt x="450" y="1962"/>
                  </a:cubicBezTo>
                  <a:cubicBezTo>
                    <a:pt x="675" y="2352"/>
                    <a:pt x="1035" y="2592"/>
                    <a:pt x="1305" y="2908"/>
                  </a:cubicBezTo>
                  <a:cubicBezTo>
                    <a:pt x="1373" y="2962"/>
                    <a:pt x="1404" y="3076"/>
                    <a:pt x="1497" y="3076"/>
                  </a:cubicBezTo>
                  <a:cubicBezTo>
                    <a:pt x="1508" y="3076"/>
                    <a:pt x="1518" y="3075"/>
                    <a:pt x="1530" y="3072"/>
                  </a:cubicBezTo>
                  <a:cubicBezTo>
                    <a:pt x="1590" y="3042"/>
                    <a:pt x="1590" y="2968"/>
                    <a:pt x="1545" y="2908"/>
                  </a:cubicBezTo>
                  <a:cubicBezTo>
                    <a:pt x="1530" y="2758"/>
                    <a:pt x="1470" y="2638"/>
                    <a:pt x="1410" y="2518"/>
                  </a:cubicBezTo>
                  <a:cubicBezTo>
                    <a:pt x="1185" y="2038"/>
                    <a:pt x="1035" y="1512"/>
                    <a:pt x="870" y="988"/>
                  </a:cubicBezTo>
                  <a:cubicBezTo>
                    <a:pt x="840" y="942"/>
                    <a:pt x="855" y="868"/>
                    <a:pt x="810" y="822"/>
                  </a:cubicBezTo>
                  <a:cubicBezTo>
                    <a:pt x="765" y="778"/>
                    <a:pt x="780" y="702"/>
                    <a:pt x="735" y="658"/>
                  </a:cubicBezTo>
                  <a:cubicBezTo>
                    <a:pt x="630" y="478"/>
                    <a:pt x="525" y="313"/>
                    <a:pt x="435" y="133"/>
                  </a:cubicBezTo>
                  <a:cubicBezTo>
                    <a:pt x="382" y="39"/>
                    <a:pt x="318" y="0"/>
                    <a:pt x="25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a:off x="-1567322" y="1579656"/>
              <a:ext cx="80760" cy="113984"/>
            </a:xfrm>
            <a:custGeom>
              <a:rect b="b" l="l" r="r" t="t"/>
              <a:pathLst>
                <a:path extrusionOk="0" h="2604" w="1845">
                  <a:moveTo>
                    <a:pt x="309" y="1"/>
                  </a:moveTo>
                  <a:cubicBezTo>
                    <a:pt x="263" y="1"/>
                    <a:pt x="215" y="16"/>
                    <a:pt x="165" y="54"/>
                  </a:cubicBezTo>
                  <a:cubicBezTo>
                    <a:pt x="1" y="189"/>
                    <a:pt x="60" y="399"/>
                    <a:pt x="105" y="594"/>
                  </a:cubicBezTo>
                  <a:cubicBezTo>
                    <a:pt x="135" y="729"/>
                    <a:pt x="195" y="849"/>
                    <a:pt x="255" y="969"/>
                  </a:cubicBezTo>
                  <a:cubicBezTo>
                    <a:pt x="570" y="1584"/>
                    <a:pt x="1080" y="1973"/>
                    <a:pt x="1530" y="2439"/>
                  </a:cubicBezTo>
                  <a:cubicBezTo>
                    <a:pt x="1560" y="2453"/>
                    <a:pt x="1590" y="2483"/>
                    <a:pt x="1605" y="2513"/>
                  </a:cubicBezTo>
                  <a:cubicBezTo>
                    <a:pt x="1635" y="2543"/>
                    <a:pt x="1665" y="2559"/>
                    <a:pt x="1680" y="2603"/>
                  </a:cubicBezTo>
                  <a:cubicBezTo>
                    <a:pt x="1845" y="2573"/>
                    <a:pt x="1800" y="2453"/>
                    <a:pt x="1755" y="2349"/>
                  </a:cubicBezTo>
                  <a:cubicBezTo>
                    <a:pt x="1680" y="2273"/>
                    <a:pt x="1755" y="2169"/>
                    <a:pt x="1680" y="2093"/>
                  </a:cubicBezTo>
                  <a:cubicBezTo>
                    <a:pt x="1575" y="1584"/>
                    <a:pt x="1335" y="1164"/>
                    <a:pt x="1050" y="759"/>
                  </a:cubicBezTo>
                  <a:cubicBezTo>
                    <a:pt x="915" y="564"/>
                    <a:pt x="795" y="354"/>
                    <a:pt x="630" y="189"/>
                  </a:cubicBezTo>
                  <a:cubicBezTo>
                    <a:pt x="533" y="103"/>
                    <a:pt x="428" y="1"/>
                    <a:pt x="30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2191660" y="1620759"/>
              <a:ext cx="78178" cy="210239"/>
            </a:xfrm>
            <a:custGeom>
              <a:rect b="b" l="l" r="r" t="t"/>
              <a:pathLst>
                <a:path extrusionOk="0" h="4803" w="1786">
                  <a:moveTo>
                    <a:pt x="1650" y="0"/>
                  </a:moveTo>
                  <a:cubicBezTo>
                    <a:pt x="1486" y="105"/>
                    <a:pt x="1350" y="225"/>
                    <a:pt x="1230" y="390"/>
                  </a:cubicBezTo>
                  <a:cubicBezTo>
                    <a:pt x="1170" y="495"/>
                    <a:pt x="1080" y="570"/>
                    <a:pt x="961" y="585"/>
                  </a:cubicBezTo>
                  <a:cubicBezTo>
                    <a:pt x="796" y="1064"/>
                    <a:pt x="796" y="1590"/>
                    <a:pt x="646" y="2144"/>
                  </a:cubicBezTo>
                  <a:cubicBezTo>
                    <a:pt x="541" y="1830"/>
                    <a:pt x="466" y="1574"/>
                    <a:pt x="391" y="1304"/>
                  </a:cubicBezTo>
                  <a:cubicBezTo>
                    <a:pt x="301" y="1380"/>
                    <a:pt x="316" y="1484"/>
                    <a:pt x="316" y="1574"/>
                  </a:cubicBezTo>
                  <a:cubicBezTo>
                    <a:pt x="316" y="1634"/>
                    <a:pt x="316" y="1694"/>
                    <a:pt x="331" y="1740"/>
                  </a:cubicBezTo>
                  <a:cubicBezTo>
                    <a:pt x="496" y="2324"/>
                    <a:pt x="661" y="2894"/>
                    <a:pt x="616" y="3510"/>
                  </a:cubicBezTo>
                  <a:cubicBezTo>
                    <a:pt x="616" y="3570"/>
                    <a:pt x="646" y="3614"/>
                    <a:pt x="646" y="3674"/>
                  </a:cubicBezTo>
                  <a:cubicBezTo>
                    <a:pt x="661" y="3750"/>
                    <a:pt x="691" y="3839"/>
                    <a:pt x="571" y="3884"/>
                  </a:cubicBezTo>
                  <a:cubicBezTo>
                    <a:pt x="406" y="3750"/>
                    <a:pt x="361" y="3510"/>
                    <a:pt x="241" y="3330"/>
                  </a:cubicBezTo>
                  <a:cubicBezTo>
                    <a:pt x="230" y="3382"/>
                    <a:pt x="227" y="3435"/>
                    <a:pt x="189" y="3435"/>
                  </a:cubicBezTo>
                  <a:cubicBezTo>
                    <a:pt x="174" y="3435"/>
                    <a:pt x="152" y="3426"/>
                    <a:pt x="121" y="3404"/>
                  </a:cubicBezTo>
                  <a:cubicBezTo>
                    <a:pt x="91" y="3374"/>
                    <a:pt x="46" y="3360"/>
                    <a:pt x="1" y="3330"/>
                  </a:cubicBezTo>
                  <a:lnTo>
                    <a:pt x="1" y="3330"/>
                  </a:lnTo>
                  <a:cubicBezTo>
                    <a:pt x="31" y="3374"/>
                    <a:pt x="31" y="3434"/>
                    <a:pt x="61" y="3480"/>
                  </a:cubicBezTo>
                  <a:cubicBezTo>
                    <a:pt x="316" y="3884"/>
                    <a:pt x="691" y="4214"/>
                    <a:pt x="826" y="4724"/>
                  </a:cubicBezTo>
                  <a:cubicBezTo>
                    <a:pt x="826" y="4763"/>
                    <a:pt x="860" y="4802"/>
                    <a:pt x="908" y="4802"/>
                  </a:cubicBezTo>
                  <a:cubicBezTo>
                    <a:pt x="915" y="4802"/>
                    <a:pt x="923" y="4801"/>
                    <a:pt x="931" y="4799"/>
                  </a:cubicBezTo>
                  <a:cubicBezTo>
                    <a:pt x="1006" y="4769"/>
                    <a:pt x="1020" y="4694"/>
                    <a:pt x="991" y="4634"/>
                  </a:cubicBezTo>
                  <a:cubicBezTo>
                    <a:pt x="871" y="4409"/>
                    <a:pt x="901" y="4214"/>
                    <a:pt x="1036" y="3989"/>
                  </a:cubicBezTo>
                  <a:cubicBezTo>
                    <a:pt x="1230" y="3674"/>
                    <a:pt x="1470" y="3494"/>
                    <a:pt x="1786" y="3404"/>
                  </a:cubicBezTo>
                  <a:cubicBezTo>
                    <a:pt x="1680" y="3284"/>
                    <a:pt x="1546" y="3284"/>
                    <a:pt x="1410" y="3240"/>
                  </a:cubicBezTo>
                  <a:cubicBezTo>
                    <a:pt x="1170" y="3374"/>
                    <a:pt x="1096" y="3704"/>
                    <a:pt x="826" y="3884"/>
                  </a:cubicBezTo>
                  <a:cubicBezTo>
                    <a:pt x="826" y="3614"/>
                    <a:pt x="841" y="3390"/>
                    <a:pt x="826" y="3180"/>
                  </a:cubicBezTo>
                  <a:cubicBezTo>
                    <a:pt x="811" y="2894"/>
                    <a:pt x="871" y="2670"/>
                    <a:pt x="1036" y="2460"/>
                  </a:cubicBezTo>
                  <a:cubicBezTo>
                    <a:pt x="1186" y="2234"/>
                    <a:pt x="1336" y="2024"/>
                    <a:pt x="1426" y="1754"/>
                  </a:cubicBezTo>
                  <a:cubicBezTo>
                    <a:pt x="1456" y="1694"/>
                    <a:pt x="1456" y="1634"/>
                    <a:pt x="1410" y="1574"/>
                  </a:cubicBezTo>
                  <a:cubicBezTo>
                    <a:pt x="1186" y="1710"/>
                    <a:pt x="1140" y="2024"/>
                    <a:pt x="931" y="2204"/>
                  </a:cubicBezTo>
                  <a:cubicBezTo>
                    <a:pt x="871" y="2040"/>
                    <a:pt x="901" y="1890"/>
                    <a:pt x="916" y="1740"/>
                  </a:cubicBezTo>
                  <a:cubicBezTo>
                    <a:pt x="961" y="1514"/>
                    <a:pt x="1006" y="1290"/>
                    <a:pt x="1050" y="1050"/>
                  </a:cubicBezTo>
                  <a:cubicBezTo>
                    <a:pt x="1096" y="794"/>
                    <a:pt x="1186" y="585"/>
                    <a:pt x="1366" y="420"/>
                  </a:cubicBezTo>
                  <a:cubicBezTo>
                    <a:pt x="1470" y="300"/>
                    <a:pt x="1620" y="195"/>
                    <a:pt x="165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1527314" y="1501346"/>
              <a:ext cx="62551" cy="120112"/>
            </a:xfrm>
            <a:custGeom>
              <a:rect b="b" l="l" r="r" t="t"/>
              <a:pathLst>
                <a:path extrusionOk="0" h="2744" w="1429">
                  <a:moveTo>
                    <a:pt x="211" y="0"/>
                  </a:moveTo>
                  <a:cubicBezTo>
                    <a:pt x="183" y="0"/>
                    <a:pt x="153" y="9"/>
                    <a:pt x="121" y="29"/>
                  </a:cubicBezTo>
                  <a:cubicBezTo>
                    <a:pt x="1" y="103"/>
                    <a:pt x="16" y="239"/>
                    <a:pt x="46" y="359"/>
                  </a:cubicBezTo>
                  <a:cubicBezTo>
                    <a:pt x="226" y="1213"/>
                    <a:pt x="541" y="1963"/>
                    <a:pt x="1126" y="2563"/>
                  </a:cubicBezTo>
                  <a:cubicBezTo>
                    <a:pt x="1186" y="2593"/>
                    <a:pt x="1171" y="2668"/>
                    <a:pt x="1200" y="2728"/>
                  </a:cubicBezTo>
                  <a:cubicBezTo>
                    <a:pt x="1235" y="2739"/>
                    <a:pt x="1264" y="2744"/>
                    <a:pt x="1288" y="2744"/>
                  </a:cubicBezTo>
                  <a:cubicBezTo>
                    <a:pt x="1428" y="2744"/>
                    <a:pt x="1394" y="2575"/>
                    <a:pt x="1380" y="2473"/>
                  </a:cubicBezTo>
                  <a:lnTo>
                    <a:pt x="1290" y="1798"/>
                  </a:lnTo>
                  <a:cubicBezTo>
                    <a:pt x="1156" y="1139"/>
                    <a:pt x="871" y="569"/>
                    <a:pt x="406" y="119"/>
                  </a:cubicBezTo>
                  <a:cubicBezTo>
                    <a:pt x="351" y="63"/>
                    <a:pt x="288" y="0"/>
                    <a:pt x="2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2210658" y="1549103"/>
              <a:ext cx="39439" cy="140597"/>
            </a:xfrm>
            <a:custGeom>
              <a:rect b="b" l="l" r="r" t="t"/>
              <a:pathLst>
                <a:path extrusionOk="0" h="3212" w="901">
                  <a:moveTo>
                    <a:pt x="372" y="1"/>
                  </a:moveTo>
                  <a:cubicBezTo>
                    <a:pt x="248" y="1"/>
                    <a:pt x="178" y="143"/>
                    <a:pt x="135" y="258"/>
                  </a:cubicBezTo>
                  <a:cubicBezTo>
                    <a:pt x="120" y="318"/>
                    <a:pt x="105" y="392"/>
                    <a:pt x="90" y="452"/>
                  </a:cubicBezTo>
                  <a:cubicBezTo>
                    <a:pt x="0" y="887"/>
                    <a:pt x="60" y="1307"/>
                    <a:pt x="105" y="1727"/>
                  </a:cubicBezTo>
                  <a:cubicBezTo>
                    <a:pt x="135" y="1952"/>
                    <a:pt x="165" y="2192"/>
                    <a:pt x="300" y="2387"/>
                  </a:cubicBezTo>
                  <a:cubicBezTo>
                    <a:pt x="435" y="2597"/>
                    <a:pt x="510" y="2851"/>
                    <a:pt x="675" y="3047"/>
                  </a:cubicBezTo>
                  <a:cubicBezTo>
                    <a:pt x="720" y="3091"/>
                    <a:pt x="705" y="3167"/>
                    <a:pt x="750" y="3211"/>
                  </a:cubicBezTo>
                  <a:cubicBezTo>
                    <a:pt x="840" y="3151"/>
                    <a:pt x="810" y="3047"/>
                    <a:pt x="825" y="2941"/>
                  </a:cubicBezTo>
                  <a:lnTo>
                    <a:pt x="825" y="2881"/>
                  </a:lnTo>
                  <a:cubicBezTo>
                    <a:pt x="900" y="1997"/>
                    <a:pt x="840" y="1127"/>
                    <a:pt x="600" y="288"/>
                  </a:cubicBezTo>
                  <a:cubicBezTo>
                    <a:pt x="585" y="138"/>
                    <a:pt x="510" y="2"/>
                    <a:pt x="390" y="2"/>
                  </a:cubicBezTo>
                  <a:cubicBezTo>
                    <a:pt x="384" y="1"/>
                    <a:pt x="378" y="1"/>
                    <a:pt x="37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2129940" y="1606008"/>
              <a:ext cx="97875" cy="91572"/>
            </a:xfrm>
            <a:custGeom>
              <a:rect b="b" l="l" r="r" t="t"/>
              <a:pathLst>
                <a:path extrusionOk="0" h="2092" w="2236">
                  <a:moveTo>
                    <a:pt x="1985" y="0"/>
                  </a:moveTo>
                  <a:cubicBezTo>
                    <a:pt x="1960" y="0"/>
                    <a:pt x="1933" y="3"/>
                    <a:pt x="1906" y="7"/>
                  </a:cubicBezTo>
                  <a:cubicBezTo>
                    <a:pt x="1846" y="7"/>
                    <a:pt x="1786" y="37"/>
                    <a:pt x="1726" y="52"/>
                  </a:cubicBezTo>
                  <a:cubicBezTo>
                    <a:pt x="1350" y="202"/>
                    <a:pt x="1050" y="472"/>
                    <a:pt x="810" y="832"/>
                  </a:cubicBezTo>
                  <a:cubicBezTo>
                    <a:pt x="540" y="1191"/>
                    <a:pt x="256" y="1537"/>
                    <a:pt x="0" y="1911"/>
                  </a:cubicBezTo>
                  <a:cubicBezTo>
                    <a:pt x="0" y="1971"/>
                    <a:pt x="0" y="2031"/>
                    <a:pt x="16" y="2091"/>
                  </a:cubicBezTo>
                  <a:cubicBezTo>
                    <a:pt x="30" y="2091"/>
                    <a:pt x="60" y="2091"/>
                    <a:pt x="76" y="2077"/>
                  </a:cubicBezTo>
                  <a:cubicBezTo>
                    <a:pt x="166" y="1987"/>
                    <a:pt x="270" y="1957"/>
                    <a:pt x="376" y="1911"/>
                  </a:cubicBezTo>
                  <a:cubicBezTo>
                    <a:pt x="526" y="1897"/>
                    <a:pt x="646" y="1807"/>
                    <a:pt x="780" y="1717"/>
                  </a:cubicBezTo>
                  <a:cubicBezTo>
                    <a:pt x="1306" y="1387"/>
                    <a:pt x="1770" y="967"/>
                    <a:pt x="2116" y="397"/>
                  </a:cubicBezTo>
                  <a:cubicBezTo>
                    <a:pt x="2176" y="307"/>
                    <a:pt x="2236" y="217"/>
                    <a:pt x="2160" y="112"/>
                  </a:cubicBezTo>
                  <a:cubicBezTo>
                    <a:pt x="2116" y="24"/>
                    <a:pt x="2056" y="0"/>
                    <a:pt x="198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1446552" y="1551423"/>
              <a:ext cx="47318" cy="116829"/>
            </a:xfrm>
            <a:custGeom>
              <a:rect b="b" l="l" r="r" t="t"/>
              <a:pathLst>
                <a:path extrusionOk="0" h="2669" w="1081">
                  <a:moveTo>
                    <a:pt x="771" y="0"/>
                  </a:moveTo>
                  <a:cubicBezTo>
                    <a:pt x="657" y="0"/>
                    <a:pt x="559" y="53"/>
                    <a:pt x="511" y="175"/>
                  </a:cubicBezTo>
                  <a:cubicBezTo>
                    <a:pt x="315" y="669"/>
                    <a:pt x="91" y="1164"/>
                    <a:pt x="91" y="1734"/>
                  </a:cubicBezTo>
                  <a:cubicBezTo>
                    <a:pt x="1" y="2004"/>
                    <a:pt x="135" y="2244"/>
                    <a:pt x="165" y="2498"/>
                  </a:cubicBezTo>
                  <a:lnTo>
                    <a:pt x="165" y="2574"/>
                  </a:lnTo>
                  <a:cubicBezTo>
                    <a:pt x="142" y="2645"/>
                    <a:pt x="165" y="2669"/>
                    <a:pt x="212" y="2669"/>
                  </a:cubicBezTo>
                  <a:cubicBezTo>
                    <a:pt x="225" y="2669"/>
                    <a:pt x="239" y="2667"/>
                    <a:pt x="255" y="2664"/>
                  </a:cubicBezTo>
                  <a:cubicBezTo>
                    <a:pt x="301" y="2544"/>
                    <a:pt x="405" y="2438"/>
                    <a:pt x="465" y="2334"/>
                  </a:cubicBezTo>
                  <a:cubicBezTo>
                    <a:pt x="721" y="1914"/>
                    <a:pt x="871" y="1449"/>
                    <a:pt x="975" y="969"/>
                  </a:cubicBezTo>
                  <a:cubicBezTo>
                    <a:pt x="1021" y="759"/>
                    <a:pt x="1081" y="549"/>
                    <a:pt x="1051" y="324"/>
                  </a:cubicBezTo>
                  <a:cubicBezTo>
                    <a:pt x="1035" y="175"/>
                    <a:pt x="1005" y="39"/>
                    <a:pt x="855" y="9"/>
                  </a:cubicBezTo>
                  <a:cubicBezTo>
                    <a:pt x="826" y="3"/>
                    <a:pt x="798" y="0"/>
                    <a:pt x="77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a:off x="-1259465" y="1437568"/>
              <a:ext cx="142567" cy="86451"/>
            </a:xfrm>
            <a:custGeom>
              <a:rect b="b" l="l" r="r" t="t"/>
              <a:pathLst>
                <a:path extrusionOk="0" h="1975" w="3257">
                  <a:moveTo>
                    <a:pt x="1770" y="0"/>
                  </a:moveTo>
                  <a:cubicBezTo>
                    <a:pt x="1830" y="166"/>
                    <a:pt x="1816" y="226"/>
                    <a:pt x="1696" y="360"/>
                  </a:cubicBezTo>
                  <a:cubicBezTo>
                    <a:pt x="1680" y="376"/>
                    <a:pt x="1680" y="406"/>
                    <a:pt x="1696" y="436"/>
                  </a:cubicBezTo>
                  <a:lnTo>
                    <a:pt x="2730" y="436"/>
                  </a:lnTo>
                  <a:cubicBezTo>
                    <a:pt x="2580" y="660"/>
                    <a:pt x="2416" y="796"/>
                    <a:pt x="2190" y="840"/>
                  </a:cubicBezTo>
                  <a:cubicBezTo>
                    <a:pt x="1830" y="903"/>
                    <a:pt x="1469" y="934"/>
                    <a:pt x="1109" y="934"/>
                  </a:cubicBezTo>
                  <a:cubicBezTo>
                    <a:pt x="1035" y="934"/>
                    <a:pt x="960" y="933"/>
                    <a:pt x="886" y="930"/>
                  </a:cubicBezTo>
                  <a:lnTo>
                    <a:pt x="886" y="930"/>
                  </a:lnTo>
                  <a:cubicBezTo>
                    <a:pt x="1050" y="1096"/>
                    <a:pt x="856" y="1080"/>
                    <a:pt x="796" y="1126"/>
                  </a:cubicBezTo>
                  <a:cubicBezTo>
                    <a:pt x="750" y="1156"/>
                    <a:pt x="720" y="1200"/>
                    <a:pt x="750" y="1260"/>
                  </a:cubicBezTo>
                  <a:cubicBezTo>
                    <a:pt x="763" y="1257"/>
                    <a:pt x="779" y="1256"/>
                    <a:pt x="795" y="1256"/>
                  </a:cubicBezTo>
                  <a:cubicBezTo>
                    <a:pt x="826" y="1256"/>
                    <a:pt x="861" y="1260"/>
                    <a:pt x="892" y="1260"/>
                  </a:cubicBezTo>
                  <a:cubicBezTo>
                    <a:pt x="919" y="1260"/>
                    <a:pt x="944" y="1257"/>
                    <a:pt x="960" y="1246"/>
                  </a:cubicBezTo>
                  <a:cubicBezTo>
                    <a:pt x="1170" y="1066"/>
                    <a:pt x="1396" y="1110"/>
                    <a:pt x="1620" y="1096"/>
                  </a:cubicBezTo>
                  <a:cubicBezTo>
                    <a:pt x="1669" y="1080"/>
                    <a:pt x="1727" y="1037"/>
                    <a:pt x="1772" y="1037"/>
                  </a:cubicBezTo>
                  <a:cubicBezTo>
                    <a:pt x="1810" y="1037"/>
                    <a:pt x="1839" y="1067"/>
                    <a:pt x="1846" y="1170"/>
                  </a:cubicBezTo>
                  <a:cubicBezTo>
                    <a:pt x="1710" y="1246"/>
                    <a:pt x="1590" y="1320"/>
                    <a:pt x="1456" y="1410"/>
                  </a:cubicBezTo>
                  <a:cubicBezTo>
                    <a:pt x="1127" y="1594"/>
                    <a:pt x="799" y="1767"/>
                    <a:pt x="431" y="1767"/>
                  </a:cubicBezTo>
                  <a:cubicBezTo>
                    <a:pt x="378" y="1767"/>
                    <a:pt x="325" y="1763"/>
                    <a:pt x="270" y="1756"/>
                  </a:cubicBezTo>
                  <a:cubicBezTo>
                    <a:pt x="250" y="1756"/>
                    <a:pt x="229" y="1755"/>
                    <a:pt x="207" y="1755"/>
                  </a:cubicBezTo>
                  <a:cubicBezTo>
                    <a:pt x="134" y="1755"/>
                    <a:pt x="59" y="1764"/>
                    <a:pt x="1" y="1846"/>
                  </a:cubicBezTo>
                  <a:cubicBezTo>
                    <a:pt x="127" y="1945"/>
                    <a:pt x="257" y="1974"/>
                    <a:pt x="388" y="1974"/>
                  </a:cubicBezTo>
                  <a:cubicBezTo>
                    <a:pt x="552" y="1974"/>
                    <a:pt x="719" y="1929"/>
                    <a:pt x="886" y="1920"/>
                  </a:cubicBezTo>
                  <a:cubicBezTo>
                    <a:pt x="1156" y="1876"/>
                    <a:pt x="1366" y="1650"/>
                    <a:pt x="1620" y="1590"/>
                  </a:cubicBezTo>
                  <a:cubicBezTo>
                    <a:pt x="1666" y="1546"/>
                    <a:pt x="1726" y="1560"/>
                    <a:pt x="1770" y="1500"/>
                  </a:cubicBezTo>
                  <a:lnTo>
                    <a:pt x="1770" y="1516"/>
                  </a:lnTo>
                  <a:cubicBezTo>
                    <a:pt x="1800" y="1486"/>
                    <a:pt x="1816" y="1456"/>
                    <a:pt x="1846" y="1440"/>
                  </a:cubicBezTo>
                  <a:cubicBezTo>
                    <a:pt x="1860" y="1426"/>
                    <a:pt x="1890" y="1426"/>
                    <a:pt x="1906" y="1426"/>
                  </a:cubicBezTo>
                  <a:cubicBezTo>
                    <a:pt x="1966" y="1396"/>
                    <a:pt x="2026" y="1380"/>
                    <a:pt x="2070" y="1336"/>
                  </a:cubicBezTo>
                  <a:cubicBezTo>
                    <a:pt x="2100" y="1306"/>
                    <a:pt x="2130" y="1276"/>
                    <a:pt x="2160" y="1260"/>
                  </a:cubicBezTo>
                  <a:cubicBezTo>
                    <a:pt x="2190" y="1246"/>
                    <a:pt x="2220" y="1246"/>
                    <a:pt x="2236" y="1230"/>
                  </a:cubicBezTo>
                  <a:cubicBezTo>
                    <a:pt x="2296" y="1216"/>
                    <a:pt x="2340" y="1216"/>
                    <a:pt x="2400" y="1216"/>
                  </a:cubicBezTo>
                  <a:cubicBezTo>
                    <a:pt x="2416" y="1216"/>
                    <a:pt x="2430" y="1200"/>
                    <a:pt x="2446" y="1200"/>
                  </a:cubicBezTo>
                  <a:lnTo>
                    <a:pt x="2506" y="1140"/>
                  </a:lnTo>
                  <a:cubicBezTo>
                    <a:pt x="2536" y="1126"/>
                    <a:pt x="2550" y="1110"/>
                    <a:pt x="2580" y="1096"/>
                  </a:cubicBezTo>
                  <a:cubicBezTo>
                    <a:pt x="2596" y="1066"/>
                    <a:pt x="2626" y="1036"/>
                    <a:pt x="2656" y="1006"/>
                  </a:cubicBezTo>
                  <a:cubicBezTo>
                    <a:pt x="2790" y="1036"/>
                    <a:pt x="2790" y="1050"/>
                    <a:pt x="2730" y="1260"/>
                  </a:cubicBezTo>
                  <a:lnTo>
                    <a:pt x="2716" y="1260"/>
                  </a:lnTo>
                  <a:cubicBezTo>
                    <a:pt x="2700" y="1290"/>
                    <a:pt x="2700" y="1336"/>
                    <a:pt x="2700" y="1380"/>
                  </a:cubicBezTo>
                  <a:cubicBezTo>
                    <a:pt x="2776" y="1530"/>
                    <a:pt x="2716" y="1786"/>
                    <a:pt x="2940" y="1846"/>
                  </a:cubicBezTo>
                  <a:cubicBezTo>
                    <a:pt x="2910" y="1320"/>
                    <a:pt x="3016" y="840"/>
                    <a:pt x="3196" y="360"/>
                  </a:cubicBezTo>
                  <a:cubicBezTo>
                    <a:pt x="3256" y="189"/>
                    <a:pt x="3238" y="128"/>
                    <a:pt x="3114" y="128"/>
                  </a:cubicBezTo>
                  <a:cubicBezTo>
                    <a:pt x="3086" y="128"/>
                    <a:pt x="3054" y="131"/>
                    <a:pt x="3016" y="136"/>
                  </a:cubicBezTo>
                  <a:cubicBezTo>
                    <a:pt x="2829" y="160"/>
                    <a:pt x="2639" y="219"/>
                    <a:pt x="2451" y="219"/>
                  </a:cubicBezTo>
                  <a:cubicBezTo>
                    <a:pt x="2291" y="219"/>
                    <a:pt x="2132" y="176"/>
                    <a:pt x="1980" y="30"/>
                  </a:cubicBezTo>
                  <a:cubicBezTo>
                    <a:pt x="1958" y="8"/>
                    <a:pt x="1924" y="5"/>
                    <a:pt x="1887" y="5"/>
                  </a:cubicBezTo>
                  <a:cubicBezTo>
                    <a:pt x="1869" y="5"/>
                    <a:pt x="1850" y="5"/>
                    <a:pt x="1831" y="5"/>
                  </a:cubicBezTo>
                  <a:cubicBezTo>
                    <a:pt x="1810" y="5"/>
                    <a:pt x="1790" y="5"/>
                    <a:pt x="177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p:nvPr/>
          </p:nvSpPr>
          <p:spPr>
            <a:xfrm>
              <a:off x="-2129940" y="1700777"/>
              <a:ext cx="94549" cy="69379"/>
            </a:xfrm>
            <a:custGeom>
              <a:rect b="b" l="l" r="r" t="t"/>
              <a:pathLst>
                <a:path extrusionOk="0" h="1585" w="2160">
                  <a:moveTo>
                    <a:pt x="1925" y="0"/>
                  </a:moveTo>
                  <a:cubicBezTo>
                    <a:pt x="1891" y="0"/>
                    <a:pt x="1854" y="7"/>
                    <a:pt x="1816" y="16"/>
                  </a:cubicBezTo>
                  <a:cubicBezTo>
                    <a:pt x="1770" y="32"/>
                    <a:pt x="1726" y="46"/>
                    <a:pt x="1680" y="76"/>
                  </a:cubicBezTo>
                  <a:cubicBezTo>
                    <a:pt x="1020" y="362"/>
                    <a:pt x="450" y="782"/>
                    <a:pt x="0" y="1412"/>
                  </a:cubicBezTo>
                  <a:cubicBezTo>
                    <a:pt x="25" y="1555"/>
                    <a:pt x="91" y="1584"/>
                    <a:pt x="168" y="1584"/>
                  </a:cubicBezTo>
                  <a:cubicBezTo>
                    <a:pt x="220" y="1584"/>
                    <a:pt x="276" y="1571"/>
                    <a:pt x="328" y="1571"/>
                  </a:cubicBezTo>
                  <a:cubicBezTo>
                    <a:pt x="345" y="1571"/>
                    <a:pt x="361" y="1573"/>
                    <a:pt x="376" y="1576"/>
                  </a:cubicBezTo>
                  <a:cubicBezTo>
                    <a:pt x="706" y="1486"/>
                    <a:pt x="976" y="1276"/>
                    <a:pt x="1260" y="1096"/>
                  </a:cubicBezTo>
                  <a:cubicBezTo>
                    <a:pt x="1546" y="916"/>
                    <a:pt x="1816" y="692"/>
                    <a:pt x="2026" y="406"/>
                  </a:cubicBezTo>
                  <a:cubicBezTo>
                    <a:pt x="2100" y="316"/>
                    <a:pt x="2160" y="242"/>
                    <a:pt x="2100" y="122"/>
                  </a:cubicBezTo>
                  <a:cubicBezTo>
                    <a:pt x="2059" y="30"/>
                    <a:pt x="1998" y="0"/>
                    <a:pt x="192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1066469" y="1732425"/>
              <a:ext cx="59793" cy="131887"/>
            </a:xfrm>
            <a:custGeom>
              <a:rect b="b" l="l" r="r" t="t"/>
              <a:pathLst>
                <a:path extrusionOk="0" h="3013" w="1366">
                  <a:moveTo>
                    <a:pt x="181" y="0"/>
                  </a:moveTo>
                  <a:cubicBezTo>
                    <a:pt x="123" y="0"/>
                    <a:pt x="68" y="50"/>
                    <a:pt x="31" y="133"/>
                  </a:cubicBezTo>
                  <a:cubicBezTo>
                    <a:pt x="1" y="223"/>
                    <a:pt x="16" y="329"/>
                    <a:pt x="31" y="419"/>
                  </a:cubicBezTo>
                  <a:cubicBezTo>
                    <a:pt x="106" y="673"/>
                    <a:pt x="196" y="943"/>
                    <a:pt x="286" y="1199"/>
                  </a:cubicBezTo>
                  <a:cubicBezTo>
                    <a:pt x="526" y="1768"/>
                    <a:pt x="841" y="2293"/>
                    <a:pt x="1110" y="2848"/>
                  </a:cubicBezTo>
                  <a:cubicBezTo>
                    <a:pt x="1126" y="2878"/>
                    <a:pt x="1156" y="2908"/>
                    <a:pt x="1170" y="2953"/>
                  </a:cubicBezTo>
                  <a:cubicBezTo>
                    <a:pt x="1170" y="2968"/>
                    <a:pt x="1186" y="2998"/>
                    <a:pt x="1186" y="3013"/>
                  </a:cubicBezTo>
                  <a:cubicBezTo>
                    <a:pt x="1366" y="2908"/>
                    <a:pt x="1276" y="2758"/>
                    <a:pt x="1260" y="2608"/>
                  </a:cubicBezTo>
                  <a:cubicBezTo>
                    <a:pt x="1186" y="2278"/>
                    <a:pt x="1156" y="1933"/>
                    <a:pt x="1020" y="1603"/>
                  </a:cubicBezTo>
                  <a:cubicBezTo>
                    <a:pt x="886" y="1259"/>
                    <a:pt x="766" y="899"/>
                    <a:pt x="631" y="539"/>
                  </a:cubicBezTo>
                  <a:cubicBezTo>
                    <a:pt x="556" y="343"/>
                    <a:pt x="421" y="193"/>
                    <a:pt x="286" y="59"/>
                  </a:cubicBezTo>
                  <a:cubicBezTo>
                    <a:pt x="252" y="19"/>
                    <a:pt x="216" y="0"/>
                    <a:pt x="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1868001" y="1849212"/>
              <a:ext cx="156312" cy="37469"/>
            </a:xfrm>
            <a:custGeom>
              <a:rect b="b" l="l" r="r" t="t"/>
              <a:pathLst>
                <a:path extrusionOk="0" h="856" w="3571">
                  <a:moveTo>
                    <a:pt x="1141" y="0"/>
                  </a:moveTo>
                  <a:lnTo>
                    <a:pt x="1141" y="0"/>
                  </a:lnTo>
                  <a:cubicBezTo>
                    <a:pt x="811" y="300"/>
                    <a:pt x="421" y="450"/>
                    <a:pt x="45" y="615"/>
                  </a:cubicBezTo>
                  <a:cubicBezTo>
                    <a:pt x="1" y="704"/>
                    <a:pt x="75" y="720"/>
                    <a:pt x="105" y="764"/>
                  </a:cubicBezTo>
                  <a:cubicBezTo>
                    <a:pt x="128" y="764"/>
                    <a:pt x="151" y="763"/>
                    <a:pt x="174" y="763"/>
                  </a:cubicBezTo>
                  <a:cubicBezTo>
                    <a:pt x="532" y="763"/>
                    <a:pt x="889" y="856"/>
                    <a:pt x="1246" y="856"/>
                  </a:cubicBezTo>
                  <a:cubicBezTo>
                    <a:pt x="1271" y="856"/>
                    <a:pt x="1296" y="855"/>
                    <a:pt x="1321" y="854"/>
                  </a:cubicBezTo>
                  <a:cubicBezTo>
                    <a:pt x="1395" y="850"/>
                    <a:pt x="1470" y="848"/>
                    <a:pt x="1546" y="848"/>
                  </a:cubicBezTo>
                  <a:cubicBezTo>
                    <a:pt x="1697" y="848"/>
                    <a:pt x="1850" y="854"/>
                    <a:pt x="2010" y="854"/>
                  </a:cubicBezTo>
                  <a:cubicBezTo>
                    <a:pt x="2430" y="854"/>
                    <a:pt x="2850" y="794"/>
                    <a:pt x="3270" y="690"/>
                  </a:cubicBezTo>
                  <a:cubicBezTo>
                    <a:pt x="3405" y="660"/>
                    <a:pt x="3570" y="630"/>
                    <a:pt x="3555" y="435"/>
                  </a:cubicBezTo>
                  <a:cubicBezTo>
                    <a:pt x="3545" y="289"/>
                    <a:pt x="3467" y="269"/>
                    <a:pt x="3380" y="269"/>
                  </a:cubicBezTo>
                  <a:cubicBezTo>
                    <a:pt x="3347" y="269"/>
                    <a:pt x="3312" y="272"/>
                    <a:pt x="3280" y="272"/>
                  </a:cubicBezTo>
                  <a:cubicBezTo>
                    <a:pt x="3266" y="272"/>
                    <a:pt x="3253" y="272"/>
                    <a:pt x="3240" y="270"/>
                  </a:cubicBezTo>
                  <a:cubicBezTo>
                    <a:pt x="3187" y="266"/>
                    <a:pt x="3134" y="264"/>
                    <a:pt x="3082" y="264"/>
                  </a:cubicBezTo>
                  <a:cubicBezTo>
                    <a:pt x="2783" y="264"/>
                    <a:pt x="2504" y="335"/>
                    <a:pt x="2235" y="450"/>
                  </a:cubicBezTo>
                  <a:cubicBezTo>
                    <a:pt x="1914" y="587"/>
                    <a:pt x="1588" y="618"/>
                    <a:pt x="1246" y="618"/>
                  </a:cubicBezTo>
                  <a:cubicBezTo>
                    <a:pt x="1028" y="618"/>
                    <a:pt x="804" y="606"/>
                    <a:pt x="571" y="600"/>
                  </a:cubicBezTo>
                  <a:cubicBezTo>
                    <a:pt x="795" y="390"/>
                    <a:pt x="1035" y="405"/>
                    <a:pt x="1215" y="285"/>
                  </a:cubicBezTo>
                  <a:cubicBezTo>
                    <a:pt x="1261" y="195"/>
                    <a:pt x="1201" y="165"/>
                    <a:pt x="1141" y="150"/>
                  </a:cubicBezTo>
                  <a:cubicBezTo>
                    <a:pt x="1125" y="150"/>
                    <a:pt x="1095" y="165"/>
                    <a:pt x="1081" y="180"/>
                  </a:cubicBezTo>
                  <a:cubicBezTo>
                    <a:pt x="1081" y="165"/>
                    <a:pt x="1095" y="165"/>
                    <a:pt x="1095" y="165"/>
                  </a:cubicBezTo>
                  <a:cubicBezTo>
                    <a:pt x="1155" y="120"/>
                    <a:pt x="1185" y="75"/>
                    <a:pt x="114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1176077" y="1831965"/>
              <a:ext cx="116216" cy="33223"/>
            </a:xfrm>
            <a:custGeom>
              <a:rect b="b" l="l" r="r" t="t"/>
              <a:pathLst>
                <a:path extrusionOk="0" h="759" w="2655">
                  <a:moveTo>
                    <a:pt x="617" y="0"/>
                  </a:moveTo>
                  <a:cubicBezTo>
                    <a:pt x="488" y="0"/>
                    <a:pt x="357" y="18"/>
                    <a:pt x="225" y="64"/>
                  </a:cubicBezTo>
                  <a:cubicBezTo>
                    <a:pt x="105" y="109"/>
                    <a:pt x="15" y="169"/>
                    <a:pt x="15" y="319"/>
                  </a:cubicBezTo>
                  <a:cubicBezTo>
                    <a:pt x="1" y="469"/>
                    <a:pt x="121" y="529"/>
                    <a:pt x="225" y="574"/>
                  </a:cubicBezTo>
                  <a:cubicBezTo>
                    <a:pt x="480" y="655"/>
                    <a:pt x="734" y="759"/>
                    <a:pt x="1010" y="759"/>
                  </a:cubicBezTo>
                  <a:cubicBezTo>
                    <a:pt x="1043" y="759"/>
                    <a:pt x="1077" y="757"/>
                    <a:pt x="1111" y="754"/>
                  </a:cubicBezTo>
                  <a:cubicBezTo>
                    <a:pt x="1147" y="755"/>
                    <a:pt x="1184" y="756"/>
                    <a:pt x="1221" y="756"/>
                  </a:cubicBezTo>
                  <a:cubicBezTo>
                    <a:pt x="1493" y="756"/>
                    <a:pt x="1766" y="724"/>
                    <a:pt x="2039" y="724"/>
                  </a:cubicBezTo>
                  <a:cubicBezTo>
                    <a:pt x="2134" y="724"/>
                    <a:pt x="2230" y="728"/>
                    <a:pt x="2325" y="739"/>
                  </a:cubicBezTo>
                  <a:cubicBezTo>
                    <a:pt x="2372" y="746"/>
                    <a:pt x="2425" y="758"/>
                    <a:pt x="2477" y="758"/>
                  </a:cubicBezTo>
                  <a:cubicBezTo>
                    <a:pt x="2541" y="758"/>
                    <a:pt x="2605" y="739"/>
                    <a:pt x="2655" y="664"/>
                  </a:cubicBezTo>
                  <a:cubicBezTo>
                    <a:pt x="2535" y="454"/>
                    <a:pt x="2280" y="574"/>
                    <a:pt x="2145" y="424"/>
                  </a:cubicBezTo>
                  <a:cubicBezTo>
                    <a:pt x="2085" y="334"/>
                    <a:pt x="1980" y="409"/>
                    <a:pt x="1920" y="334"/>
                  </a:cubicBezTo>
                  <a:cubicBezTo>
                    <a:pt x="1740" y="274"/>
                    <a:pt x="1560" y="199"/>
                    <a:pt x="1365" y="139"/>
                  </a:cubicBezTo>
                  <a:cubicBezTo>
                    <a:pt x="1117" y="70"/>
                    <a:pt x="869" y="0"/>
                    <a:pt x="61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1493783" y="1580050"/>
              <a:ext cx="58436" cy="196976"/>
            </a:xfrm>
            <a:custGeom>
              <a:rect b="b" l="l" r="r" t="t"/>
              <a:pathLst>
                <a:path extrusionOk="0" h="4500" w="1335">
                  <a:moveTo>
                    <a:pt x="524" y="0"/>
                  </a:moveTo>
                  <a:cubicBezTo>
                    <a:pt x="524" y="195"/>
                    <a:pt x="510" y="390"/>
                    <a:pt x="570" y="570"/>
                  </a:cubicBezTo>
                  <a:cubicBezTo>
                    <a:pt x="614" y="705"/>
                    <a:pt x="644" y="885"/>
                    <a:pt x="434" y="930"/>
                  </a:cubicBezTo>
                  <a:cubicBezTo>
                    <a:pt x="554" y="1665"/>
                    <a:pt x="510" y="2414"/>
                    <a:pt x="450" y="3180"/>
                  </a:cubicBezTo>
                  <a:cubicBezTo>
                    <a:pt x="330" y="2894"/>
                    <a:pt x="210" y="2610"/>
                    <a:pt x="75" y="2340"/>
                  </a:cubicBezTo>
                  <a:lnTo>
                    <a:pt x="75" y="2340"/>
                  </a:lnTo>
                  <a:cubicBezTo>
                    <a:pt x="75" y="2430"/>
                    <a:pt x="90" y="2534"/>
                    <a:pt x="0" y="2594"/>
                  </a:cubicBezTo>
                  <a:cubicBezTo>
                    <a:pt x="15" y="2654"/>
                    <a:pt x="30" y="2730"/>
                    <a:pt x="75" y="2774"/>
                  </a:cubicBezTo>
                  <a:cubicBezTo>
                    <a:pt x="330" y="3134"/>
                    <a:pt x="450" y="3554"/>
                    <a:pt x="510" y="4004"/>
                  </a:cubicBezTo>
                  <a:cubicBezTo>
                    <a:pt x="510" y="4170"/>
                    <a:pt x="375" y="4364"/>
                    <a:pt x="584" y="4500"/>
                  </a:cubicBezTo>
                  <a:cubicBezTo>
                    <a:pt x="614" y="4110"/>
                    <a:pt x="764" y="3764"/>
                    <a:pt x="884" y="3404"/>
                  </a:cubicBezTo>
                  <a:cubicBezTo>
                    <a:pt x="1034" y="2940"/>
                    <a:pt x="1274" y="2504"/>
                    <a:pt x="1334" y="2010"/>
                  </a:cubicBezTo>
                  <a:lnTo>
                    <a:pt x="1244" y="1920"/>
                  </a:lnTo>
                  <a:cubicBezTo>
                    <a:pt x="1094" y="2310"/>
                    <a:pt x="944" y="2700"/>
                    <a:pt x="764" y="3180"/>
                  </a:cubicBezTo>
                  <a:cubicBezTo>
                    <a:pt x="704" y="2340"/>
                    <a:pt x="644" y="1590"/>
                    <a:pt x="660" y="840"/>
                  </a:cubicBezTo>
                  <a:cubicBezTo>
                    <a:pt x="674" y="540"/>
                    <a:pt x="630" y="270"/>
                    <a:pt x="5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2363646" y="1532775"/>
              <a:ext cx="24994" cy="127422"/>
            </a:xfrm>
            <a:custGeom>
              <a:rect b="b" l="l" r="r" t="t"/>
              <a:pathLst>
                <a:path extrusionOk="0" h="2911" w="571">
                  <a:moveTo>
                    <a:pt x="286" y="1"/>
                  </a:moveTo>
                  <a:cubicBezTo>
                    <a:pt x="240" y="241"/>
                    <a:pt x="196" y="465"/>
                    <a:pt x="166" y="691"/>
                  </a:cubicBezTo>
                  <a:cubicBezTo>
                    <a:pt x="30" y="1335"/>
                    <a:pt x="0" y="1980"/>
                    <a:pt x="136" y="2625"/>
                  </a:cubicBezTo>
                  <a:cubicBezTo>
                    <a:pt x="150" y="2745"/>
                    <a:pt x="180" y="2894"/>
                    <a:pt x="316" y="2910"/>
                  </a:cubicBezTo>
                  <a:cubicBezTo>
                    <a:pt x="322" y="2911"/>
                    <a:pt x="328" y="2911"/>
                    <a:pt x="334" y="2911"/>
                  </a:cubicBezTo>
                  <a:cubicBezTo>
                    <a:pt x="470" y="2911"/>
                    <a:pt x="512" y="2755"/>
                    <a:pt x="540" y="2625"/>
                  </a:cubicBezTo>
                  <a:cubicBezTo>
                    <a:pt x="570" y="2520"/>
                    <a:pt x="570" y="2415"/>
                    <a:pt x="570" y="2295"/>
                  </a:cubicBezTo>
                  <a:lnTo>
                    <a:pt x="570" y="1215"/>
                  </a:lnTo>
                  <a:cubicBezTo>
                    <a:pt x="556" y="945"/>
                    <a:pt x="526" y="675"/>
                    <a:pt x="420" y="421"/>
                  </a:cubicBezTo>
                  <a:cubicBezTo>
                    <a:pt x="286" y="315"/>
                    <a:pt x="420" y="105"/>
                    <a:pt x="28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2326219" y="1492723"/>
              <a:ext cx="36156" cy="91178"/>
            </a:xfrm>
            <a:custGeom>
              <a:rect b="b" l="l" r="r" t="t"/>
              <a:pathLst>
                <a:path extrusionOk="0" h="2083" w="826">
                  <a:moveTo>
                    <a:pt x="375" y="0"/>
                  </a:moveTo>
                  <a:cubicBezTo>
                    <a:pt x="271" y="76"/>
                    <a:pt x="271" y="256"/>
                    <a:pt x="151" y="330"/>
                  </a:cubicBezTo>
                  <a:cubicBezTo>
                    <a:pt x="1" y="810"/>
                    <a:pt x="135" y="1260"/>
                    <a:pt x="255" y="1710"/>
                  </a:cubicBezTo>
                  <a:cubicBezTo>
                    <a:pt x="320" y="1940"/>
                    <a:pt x="449" y="2083"/>
                    <a:pt x="569" y="2083"/>
                  </a:cubicBezTo>
                  <a:cubicBezTo>
                    <a:pt x="590" y="2083"/>
                    <a:pt x="611" y="2079"/>
                    <a:pt x="631" y="2070"/>
                  </a:cubicBezTo>
                  <a:cubicBezTo>
                    <a:pt x="825" y="1980"/>
                    <a:pt x="825" y="1770"/>
                    <a:pt x="825" y="1576"/>
                  </a:cubicBezTo>
                  <a:cubicBezTo>
                    <a:pt x="825" y="1096"/>
                    <a:pt x="645" y="676"/>
                    <a:pt x="451" y="256"/>
                  </a:cubicBezTo>
                  <a:cubicBezTo>
                    <a:pt x="405" y="210"/>
                    <a:pt x="421" y="120"/>
                    <a:pt x="375" y="76"/>
                  </a:cubicBezTo>
                  <a:cubicBezTo>
                    <a:pt x="391" y="46"/>
                    <a:pt x="375" y="30"/>
                    <a:pt x="3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2400415" y="1455953"/>
              <a:ext cx="61763" cy="86538"/>
            </a:xfrm>
            <a:custGeom>
              <a:rect b="b" l="l" r="r" t="t"/>
              <a:pathLst>
                <a:path extrusionOk="0" h="1977" w="1411">
                  <a:moveTo>
                    <a:pt x="1336" y="0"/>
                  </a:moveTo>
                  <a:cubicBezTo>
                    <a:pt x="1260" y="76"/>
                    <a:pt x="1186" y="120"/>
                    <a:pt x="1110" y="166"/>
                  </a:cubicBezTo>
                  <a:cubicBezTo>
                    <a:pt x="660" y="420"/>
                    <a:pt x="421" y="886"/>
                    <a:pt x="166" y="1336"/>
                  </a:cubicBezTo>
                  <a:cubicBezTo>
                    <a:pt x="106" y="1456"/>
                    <a:pt x="61" y="1590"/>
                    <a:pt x="31" y="1710"/>
                  </a:cubicBezTo>
                  <a:cubicBezTo>
                    <a:pt x="1" y="1800"/>
                    <a:pt x="16" y="1876"/>
                    <a:pt x="91" y="1936"/>
                  </a:cubicBezTo>
                  <a:cubicBezTo>
                    <a:pt x="115" y="1966"/>
                    <a:pt x="142" y="1976"/>
                    <a:pt x="169" y="1976"/>
                  </a:cubicBezTo>
                  <a:cubicBezTo>
                    <a:pt x="209" y="1976"/>
                    <a:pt x="250" y="1953"/>
                    <a:pt x="286" y="1936"/>
                  </a:cubicBezTo>
                  <a:cubicBezTo>
                    <a:pt x="391" y="1890"/>
                    <a:pt x="466" y="1786"/>
                    <a:pt x="541" y="1710"/>
                  </a:cubicBezTo>
                  <a:cubicBezTo>
                    <a:pt x="796" y="1440"/>
                    <a:pt x="916" y="1066"/>
                    <a:pt x="1126" y="750"/>
                  </a:cubicBezTo>
                  <a:cubicBezTo>
                    <a:pt x="1140" y="720"/>
                    <a:pt x="1170" y="706"/>
                    <a:pt x="1186" y="676"/>
                  </a:cubicBezTo>
                  <a:lnTo>
                    <a:pt x="1186" y="660"/>
                  </a:lnTo>
                  <a:cubicBezTo>
                    <a:pt x="1260" y="616"/>
                    <a:pt x="1290" y="556"/>
                    <a:pt x="1320" y="466"/>
                  </a:cubicBezTo>
                  <a:cubicBezTo>
                    <a:pt x="1320" y="420"/>
                    <a:pt x="1336" y="376"/>
                    <a:pt x="1350" y="330"/>
                  </a:cubicBezTo>
                  <a:cubicBezTo>
                    <a:pt x="1350" y="316"/>
                    <a:pt x="1366" y="300"/>
                    <a:pt x="1366" y="286"/>
                  </a:cubicBezTo>
                  <a:cubicBezTo>
                    <a:pt x="1380" y="270"/>
                    <a:pt x="1396" y="240"/>
                    <a:pt x="1410" y="210"/>
                  </a:cubicBezTo>
                  <a:lnTo>
                    <a:pt x="1410" y="166"/>
                  </a:lnTo>
                  <a:cubicBezTo>
                    <a:pt x="1410" y="106"/>
                    <a:pt x="1396" y="46"/>
                    <a:pt x="133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a:off x="-1214160" y="1759783"/>
              <a:ext cx="89340" cy="43160"/>
            </a:xfrm>
            <a:custGeom>
              <a:rect b="b" l="l" r="r" t="t"/>
              <a:pathLst>
                <a:path extrusionOk="0" h="986" w="2041">
                  <a:moveTo>
                    <a:pt x="244" y="1"/>
                  </a:moveTo>
                  <a:cubicBezTo>
                    <a:pt x="170" y="1"/>
                    <a:pt x="109" y="41"/>
                    <a:pt x="61" y="138"/>
                  </a:cubicBezTo>
                  <a:cubicBezTo>
                    <a:pt x="1" y="274"/>
                    <a:pt x="105" y="364"/>
                    <a:pt x="165" y="454"/>
                  </a:cubicBezTo>
                  <a:cubicBezTo>
                    <a:pt x="195" y="498"/>
                    <a:pt x="241" y="528"/>
                    <a:pt x="285" y="558"/>
                  </a:cubicBezTo>
                  <a:cubicBezTo>
                    <a:pt x="541" y="708"/>
                    <a:pt x="795" y="873"/>
                    <a:pt x="1095" y="903"/>
                  </a:cubicBezTo>
                  <a:cubicBezTo>
                    <a:pt x="1142" y="903"/>
                    <a:pt x="1188" y="902"/>
                    <a:pt x="1233" y="902"/>
                  </a:cubicBezTo>
                  <a:cubicBezTo>
                    <a:pt x="1321" y="902"/>
                    <a:pt x="1406" y="908"/>
                    <a:pt x="1485" y="948"/>
                  </a:cubicBezTo>
                  <a:cubicBezTo>
                    <a:pt x="1560" y="978"/>
                    <a:pt x="1631" y="985"/>
                    <a:pt x="1703" y="985"/>
                  </a:cubicBezTo>
                  <a:cubicBezTo>
                    <a:pt x="1774" y="985"/>
                    <a:pt x="1846" y="978"/>
                    <a:pt x="1921" y="978"/>
                  </a:cubicBezTo>
                  <a:cubicBezTo>
                    <a:pt x="2041" y="978"/>
                    <a:pt x="1995" y="888"/>
                    <a:pt x="1981" y="813"/>
                  </a:cubicBezTo>
                  <a:cubicBezTo>
                    <a:pt x="1501" y="424"/>
                    <a:pt x="931" y="244"/>
                    <a:pt x="375" y="34"/>
                  </a:cubicBezTo>
                  <a:cubicBezTo>
                    <a:pt x="328" y="12"/>
                    <a:pt x="284" y="1"/>
                    <a:pt x="2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a:off x="-1147187" y="1709006"/>
              <a:ext cx="61763" cy="86407"/>
            </a:xfrm>
            <a:custGeom>
              <a:rect b="b" l="l" r="r" t="t"/>
              <a:pathLst>
                <a:path extrusionOk="0" h="1974" w="1411">
                  <a:moveTo>
                    <a:pt x="279" y="1"/>
                  </a:moveTo>
                  <a:cubicBezTo>
                    <a:pt x="248" y="1"/>
                    <a:pt x="215" y="12"/>
                    <a:pt x="181" y="38"/>
                  </a:cubicBezTo>
                  <a:cubicBezTo>
                    <a:pt x="1" y="158"/>
                    <a:pt x="105" y="368"/>
                    <a:pt x="181" y="474"/>
                  </a:cubicBezTo>
                  <a:cubicBezTo>
                    <a:pt x="511" y="998"/>
                    <a:pt x="810" y="1554"/>
                    <a:pt x="1260" y="1973"/>
                  </a:cubicBezTo>
                  <a:cubicBezTo>
                    <a:pt x="1410" y="1973"/>
                    <a:pt x="1410" y="1838"/>
                    <a:pt x="1410" y="1718"/>
                  </a:cubicBezTo>
                  <a:cubicBezTo>
                    <a:pt x="1245" y="1104"/>
                    <a:pt x="870" y="654"/>
                    <a:pt x="511" y="188"/>
                  </a:cubicBezTo>
                  <a:cubicBezTo>
                    <a:pt x="454" y="99"/>
                    <a:pt x="373" y="1"/>
                    <a:pt x="2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6"/>
            <p:cNvSpPr/>
            <p:nvPr/>
          </p:nvSpPr>
          <p:spPr>
            <a:xfrm>
              <a:off x="-2295885" y="1448774"/>
              <a:ext cx="38345" cy="81154"/>
            </a:xfrm>
            <a:custGeom>
              <a:rect b="b" l="l" r="r" t="t"/>
              <a:pathLst>
                <a:path extrusionOk="0" h="1854" w="876">
                  <a:moveTo>
                    <a:pt x="192" y="0"/>
                  </a:moveTo>
                  <a:cubicBezTo>
                    <a:pt x="194" y="2"/>
                    <a:pt x="195" y="4"/>
                    <a:pt x="196" y="6"/>
                  </a:cubicBezTo>
                  <a:lnTo>
                    <a:pt x="196" y="6"/>
                  </a:lnTo>
                  <a:cubicBezTo>
                    <a:pt x="200" y="4"/>
                    <a:pt x="204" y="2"/>
                    <a:pt x="208" y="0"/>
                  </a:cubicBezTo>
                  <a:close/>
                  <a:moveTo>
                    <a:pt x="196" y="6"/>
                  </a:moveTo>
                  <a:cubicBezTo>
                    <a:pt x="0" y="113"/>
                    <a:pt x="72" y="333"/>
                    <a:pt x="42" y="510"/>
                  </a:cubicBezTo>
                  <a:cubicBezTo>
                    <a:pt x="58" y="884"/>
                    <a:pt x="192" y="1230"/>
                    <a:pt x="328" y="1560"/>
                  </a:cubicBezTo>
                  <a:cubicBezTo>
                    <a:pt x="388" y="1680"/>
                    <a:pt x="448" y="1770"/>
                    <a:pt x="552" y="1830"/>
                  </a:cubicBezTo>
                  <a:cubicBezTo>
                    <a:pt x="594" y="1846"/>
                    <a:pt x="634" y="1853"/>
                    <a:pt x="669" y="1853"/>
                  </a:cubicBezTo>
                  <a:cubicBezTo>
                    <a:pt x="798" y="1853"/>
                    <a:pt x="876" y="1751"/>
                    <a:pt x="852" y="1574"/>
                  </a:cubicBezTo>
                  <a:cubicBezTo>
                    <a:pt x="748" y="1034"/>
                    <a:pt x="612" y="510"/>
                    <a:pt x="282" y="90"/>
                  </a:cubicBezTo>
                  <a:cubicBezTo>
                    <a:pt x="253" y="61"/>
                    <a:pt x="225" y="46"/>
                    <a:pt x="196" y="6"/>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1297548" y="1672237"/>
              <a:ext cx="61763" cy="139984"/>
            </a:xfrm>
            <a:custGeom>
              <a:rect b="b" l="l" r="r" t="t"/>
              <a:pathLst>
                <a:path extrusionOk="0" h="3198" w="1411">
                  <a:moveTo>
                    <a:pt x="208" y="1"/>
                  </a:moveTo>
                  <a:cubicBezTo>
                    <a:pt x="160" y="1"/>
                    <a:pt x="94" y="24"/>
                    <a:pt x="1" y="68"/>
                  </a:cubicBezTo>
                  <a:cubicBezTo>
                    <a:pt x="241" y="278"/>
                    <a:pt x="241" y="608"/>
                    <a:pt x="286" y="908"/>
                  </a:cubicBezTo>
                  <a:cubicBezTo>
                    <a:pt x="301" y="1088"/>
                    <a:pt x="286" y="1284"/>
                    <a:pt x="331" y="1478"/>
                  </a:cubicBezTo>
                  <a:cubicBezTo>
                    <a:pt x="391" y="1794"/>
                    <a:pt x="376" y="2108"/>
                    <a:pt x="271" y="2424"/>
                  </a:cubicBezTo>
                  <a:cubicBezTo>
                    <a:pt x="211" y="2618"/>
                    <a:pt x="151" y="2828"/>
                    <a:pt x="91" y="3053"/>
                  </a:cubicBezTo>
                  <a:cubicBezTo>
                    <a:pt x="76" y="3098"/>
                    <a:pt x="76" y="3173"/>
                    <a:pt x="121" y="3188"/>
                  </a:cubicBezTo>
                  <a:cubicBezTo>
                    <a:pt x="137" y="3194"/>
                    <a:pt x="152" y="3197"/>
                    <a:pt x="167" y="3197"/>
                  </a:cubicBezTo>
                  <a:cubicBezTo>
                    <a:pt x="220" y="3197"/>
                    <a:pt x="259" y="3157"/>
                    <a:pt x="271" y="3098"/>
                  </a:cubicBezTo>
                  <a:cubicBezTo>
                    <a:pt x="286" y="2858"/>
                    <a:pt x="361" y="2648"/>
                    <a:pt x="451" y="2438"/>
                  </a:cubicBezTo>
                  <a:cubicBezTo>
                    <a:pt x="691" y="1838"/>
                    <a:pt x="856" y="1194"/>
                    <a:pt x="1336" y="744"/>
                  </a:cubicBezTo>
                  <a:cubicBezTo>
                    <a:pt x="1380" y="698"/>
                    <a:pt x="1396" y="638"/>
                    <a:pt x="1396" y="564"/>
                  </a:cubicBezTo>
                  <a:cubicBezTo>
                    <a:pt x="1396" y="458"/>
                    <a:pt x="1410" y="354"/>
                    <a:pt x="1306" y="324"/>
                  </a:cubicBezTo>
                  <a:cubicBezTo>
                    <a:pt x="1285" y="319"/>
                    <a:pt x="1266" y="316"/>
                    <a:pt x="1247" y="316"/>
                  </a:cubicBezTo>
                  <a:cubicBezTo>
                    <a:pt x="1157" y="316"/>
                    <a:pt x="1093" y="375"/>
                    <a:pt x="1080" y="474"/>
                  </a:cubicBezTo>
                  <a:cubicBezTo>
                    <a:pt x="1006" y="908"/>
                    <a:pt x="736" y="1208"/>
                    <a:pt x="556" y="1614"/>
                  </a:cubicBezTo>
                  <a:cubicBezTo>
                    <a:pt x="421" y="1134"/>
                    <a:pt x="466" y="668"/>
                    <a:pt x="361" y="234"/>
                  </a:cubicBezTo>
                  <a:cubicBezTo>
                    <a:pt x="323" y="72"/>
                    <a:pt x="291" y="1"/>
                    <a:pt x="20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1224009" y="1525290"/>
              <a:ext cx="47975" cy="80016"/>
            </a:xfrm>
            <a:custGeom>
              <a:rect b="b" l="l" r="r" t="t"/>
              <a:pathLst>
                <a:path extrusionOk="0" h="1828" w="1096">
                  <a:moveTo>
                    <a:pt x="995" y="1"/>
                  </a:moveTo>
                  <a:cubicBezTo>
                    <a:pt x="963" y="1"/>
                    <a:pt x="924" y="35"/>
                    <a:pt x="886" y="82"/>
                  </a:cubicBezTo>
                  <a:cubicBezTo>
                    <a:pt x="540" y="382"/>
                    <a:pt x="316" y="802"/>
                    <a:pt x="106" y="1221"/>
                  </a:cubicBezTo>
                  <a:cubicBezTo>
                    <a:pt x="46" y="1326"/>
                    <a:pt x="0" y="1446"/>
                    <a:pt x="0" y="1581"/>
                  </a:cubicBezTo>
                  <a:cubicBezTo>
                    <a:pt x="16" y="1671"/>
                    <a:pt x="46" y="1761"/>
                    <a:pt x="120" y="1806"/>
                  </a:cubicBezTo>
                  <a:cubicBezTo>
                    <a:pt x="146" y="1821"/>
                    <a:pt x="171" y="1828"/>
                    <a:pt x="196" y="1828"/>
                  </a:cubicBezTo>
                  <a:cubicBezTo>
                    <a:pt x="244" y="1828"/>
                    <a:pt x="290" y="1801"/>
                    <a:pt x="330" y="1761"/>
                  </a:cubicBezTo>
                  <a:cubicBezTo>
                    <a:pt x="406" y="1686"/>
                    <a:pt x="480" y="1611"/>
                    <a:pt x="540" y="1521"/>
                  </a:cubicBezTo>
                  <a:cubicBezTo>
                    <a:pt x="736" y="1176"/>
                    <a:pt x="930" y="816"/>
                    <a:pt x="1036" y="426"/>
                  </a:cubicBezTo>
                  <a:cubicBezTo>
                    <a:pt x="1096" y="322"/>
                    <a:pt x="1080" y="216"/>
                    <a:pt x="1066" y="112"/>
                  </a:cubicBezTo>
                  <a:cubicBezTo>
                    <a:pt x="1051" y="31"/>
                    <a:pt x="1026" y="1"/>
                    <a:pt x="9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1298161" y="1466853"/>
              <a:ext cx="85356" cy="26132"/>
            </a:xfrm>
            <a:custGeom>
              <a:rect b="b" l="l" r="r" t="t"/>
              <a:pathLst>
                <a:path extrusionOk="0" h="597" w="1950">
                  <a:moveTo>
                    <a:pt x="186" y="0"/>
                  </a:moveTo>
                  <a:cubicBezTo>
                    <a:pt x="114" y="0"/>
                    <a:pt x="49" y="18"/>
                    <a:pt x="30" y="111"/>
                  </a:cubicBezTo>
                  <a:cubicBezTo>
                    <a:pt x="0" y="291"/>
                    <a:pt x="150" y="337"/>
                    <a:pt x="255" y="397"/>
                  </a:cubicBezTo>
                  <a:cubicBezTo>
                    <a:pt x="375" y="441"/>
                    <a:pt x="495" y="471"/>
                    <a:pt x="615" y="501"/>
                  </a:cubicBezTo>
                  <a:cubicBezTo>
                    <a:pt x="873" y="572"/>
                    <a:pt x="1141" y="597"/>
                    <a:pt x="1410" y="597"/>
                  </a:cubicBezTo>
                  <a:cubicBezTo>
                    <a:pt x="1485" y="597"/>
                    <a:pt x="1560" y="595"/>
                    <a:pt x="1634" y="591"/>
                  </a:cubicBezTo>
                  <a:cubicBezTo>
                    <a:pt x="1664" y="561"/>
                    <a:pt x="1694" y="517"/>
                    <a:pt x="1740" y="517"/>
                  </a:cubicBezTo>
                  <a:cubicBezTo>
                    <a:pt x="1950" y="457"/>
                    <a:pt x="1860" y="351"/>
                    <a:pt x="1770" y="261"/>
                  </a:cubicBezTo>
                  <a:cubicBezTo>
                    <a:pt x="1358" y="63"/>
                    <a:pt x="923" y="4"/>
                    <a:pt x="485" y="4"/>
                  </a:cubicBezTo>
                  <a:cubicBezTo>
                    <a:pt x="428" y="4"/>
                    <a:pt x="372" y="5"/>
                    <a:pt x="315" y="7"/>
                  </a:cubicBezTo>
                  <a:cubicBezTo>
                    <a:pt x="275" y="7"/>
                    <a:pt x="229" y="0"/>
                    <a:pt x="18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1303413" y="1518286"/>
              <a:ext cx="82730" cy="29240"/>
            </a:xfrm>
            <a:custGeom>
              <a:rect b="b" l="l" r="r" t="t"/>
              <a:pathLst>
                <a:path extrusionOk="0" h="668" w="1890">
                  <a:moveTo>
                    <a:pt x="964" y="0"/>
                  </a:moveTo>
                  <a:cubicBezTo>
                    <a:pt x="725" y="0"/>
                    <a:pt x="497" y="127"/>
                    <a:pt x="270" y="226"/>
                  </a:cubicBezTo>
                  <a:cubicBezTo>
                    <a:pt x="150" y="272"/>
                    <a:pt x="0" y="332"/>
                    <a:pt x="30" y="482"/>
                  </a:cubicBezTo>
                  <a:cubicBezTo>
                    <a:pt x="43" y="651"/>
                    <a:pt x="181" y="662"/>
                    <a:pt x="296" y="662"/>
                  </a:cubicBezTo>
                  <a:cubicBezTo>
                    <a:pt x="313" y="662"/>
                    <a:pt x="329" y="662"/>
                    <a:pt x="345" y="662"/>
                  </a:cubicBezTo>
                  <a:cubicBezTo>
                    <a:pt x="365" y="662"/>
                    <a:pt x="385" y="668"/>
                    <a:pt x="400" y="668"/>
                  </a:cubicBezTo>
                  <a:cubicBezTo>
                    <a:pt x="408" y="668"/>
                    <a:pt x="415" y="666"/>
                    <a:pt x="420" y="662"/>
                  </a:cubicBezTo>
                  <a:cubicBezTo>
                    <a:pt x="945" y="556"/>
                    <a:pt x="1454" y="422"/>
                    <a:pt x="1890" y="76"/>
                  </a:cubicBezTo>
                  <a:cubicBezTo>
                    <a:pt x="1845" y="9"/>
                    <a:pt x="1784" y="1"/>
                    <a:pt x="1725" y="1"/>
                  </a:cubicBezTo>
                  <a:cubicBezTo>
                    <a:pt x="1704" y="1"/>
                    <a:pt x="1684" y="2"/>
                    <a:pt x="1664" y="2"/>
                  </a:cubicBezTo>
                  <a:lnTo>
                    <a:pt x="1005" y="2"/>
                  </a:lnTo>
                  <a:cubicBezTo>
                    <a:pt x="991" y="1"/>
                    <a:pt x="977" y="0"/>
                    <a:pt x="96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1153753" y="1496006"/>
              <a:ext cx="23681" cy="78221"/>
            </a:xfrm>
            <a:custGeom>
              <a:rect b="b" l="l" r="r" t="t"/>
              <a:pathLst>
                <a:path extrusionOk="0" h="1787" w="541">
                  <a:moveTo>
                    <a:pt x="301" y="1"/>
                  </a:moveTo>
                  <a:lnTo>
                    <a:pt x="271" y="15"/>
                  </a:lnTo>
                  <a:cubicBezTo>
                    <a:pt x="255" y="15"/>
                    <a:pt x="225" y="31"/>
                    <a:pt x="211" y="45"/>
                  </a:cubicBezTo>
                  <a:lnTo>
                    <a:pt x="165" y="91"/>
                  </a:lnTo>
                  <a:cubicBezTo>
                    <a:pt x="121" y="135"/>
                    <a:pt x="135" y="211"/>
                    <a:pt x="91" y="255"/>
                  </a:cubicBezTo>
                  <a:cubicBezTo>
                    <a:pt x="1" y="421"/>
                    <a:pt x="105" y="615"/>
                    <a:pt x="15" y="765"/>
                  </a:cubicBezTo>
                  <a:lnTo>
                    <a:pt x="15" y="1471"/>
                  </a:lnTo>
                  <a:cubicBezTo>
                    <a:pt x="15" y="1605"/>
                    <a:pt x="61" y="1770"/>
                    <a:pt x="195" y="1785"/>
                  </a:cubicBezTo>
                  <a:cubicBezTo>
                    <a:pt x="201" y="1786"/>
                    <a:pt x="206" y="1786"/>
                    <a:pt x="212" y="1786"/>
                  </a:cubicBezTo>
                  <a:cubicBezTo>
                    <a:pt x="308" y="1786"/>
                    <a:pt x="377" y="1659"/>
                    <a:pt x="421" y="1560"/>
                  </a:cubicBezTo>
                  <a:cubicBezTo>
                    <a:pt x="481" y="1411"/>
                    <a:pt x="541" y="1261"/>
                    <a:pt x="525" y="1081"/>
                  </a:cubicBezTo>
                  <a:lnTo>
                    <a:pt x="525" y="511"/>
                  </a:lnTo>
                  <a:cubicBezTo>
                    <a:pt x="405" y="361"/>
                    <a:pt x="481" y="121"/>
                    <a:pt x="30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1672378" y="1718943"/>
              <a:ext cx="51258" cy="111926"/>
            </a:xfrm>
            <a:custGeom>
              <a:rect b="b" l="l" r="r" t="t"/>
              <a:pathLst>
                <a:path extrusionOk="0" h="2557" w="1171">
                  <a:moveTo>
                    <a:pt x="202" y="0"/>
                  </a:moveTo>
                  <a:cubicBezTo>
                    <a:pt x="186" y="0"/>
                    <a:pt x="169" y="2"/>
                    <a:pt x="151" y="7"/>
                  </a:cubicBezTo>
                  <a:cubicBezTo>
                    <a:pt x="31" y="51"/>
                    <a:pt x="1" y="171"/>
                    <a:pt x="31" y="307"/>
                  </a:cubicBezTo>
                  <a:cubicBezTo>
                    <a:pt x="61" y="471"/>
                    <a:pt x="121" y="607"/>
                    <a:pt x="255" y="651"/>
                  </a:cubicBezTo>
                  <a:cubicBezTo>
                    <a:pt x="345" y="681"/>
                    <a:pt x="421" y="711"/>
                    <a:pt x="465" y="801"/>
                  </a:cubicBezTo>
                  <a:cubicBezTo>
                    <a:pt x="661" y="1221"/>
                    <a:pt x="885" y="1626"/>
                    <a:pt x="855" y="2121"/>
                  </a:cubicBezTo>
                  <a:cubicBezTo>
                    <a:pt x="855" y="2256"/>
                    <a:pt x="855" y="2406"/>
                    <a:pt x="1035" y="2556"/>
                  </a:cubicBezTo>
                  <a:cubicBezTo>
                    <a:pt x="945" y="1926"/>
                    <a:pt x="1095" y="1387"/>
                    <a:pt x="1065" y="831"/>
                  </a:cubicBezTo>
                  <a:cubicBezTo>
                    <a:pt x="1065" y="607"/>
                    <a:pt x="1171" y="351"/>
                    <a:pt x="991" y="157"/>
                  </a:cubicBezTo>
                  <a:cubicBezTo>
                    <a:pt x="901" y="261"/>
                    <a:pt x="931" y="411"/>
                    <a:pt x="931" y="547"/>
                  </a:cubicBezTo>
                  <a:cubicBezTo>
                    <a:pt x="915" y="757"/>
                    <a:pt x="915" y="967"/>
                    <a:pt x="915" y="1191"/>
                  </a:cubicBezTo>
                  <a:cubicBezTo>
                    <a:pt x="781" y="1147"/>
                    <a:pt x="765" y="1057"/>
                    <a:pt x="735" y="981"/>
                  </a:cubicBezTo>
                  <a:cubicBezTo>
                    <a:pt x="631" y="697"/>
                    <a:pt x="435" y="471"/>
                    <a:pt x="375" y="171"/>
                  </a:cubicBezTo>
                  <a:cubicBezTo>
                    <a:pt x="350" y="69"/>
                    <a:pt x="292" y="0"/>
                    <a:pt x="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a:off x="-2083322" y="1813756"/>
              <a:ext cx="104397" cy="51258"/>
            </a:xfrm>
            <a:custGeom>
              <a:rect b="b" l="l" r="r" t="t"/>
              <a:pathLst>
                <a:path extrusionOk="0" h="1171" w="2385">
                  <a:moveTo>
                    <a:pt x="2100" y="0"/>
                  </a:moveTo>
                  <a:lnTo>
                    <a:pt x="2100" y="0"/>
                  </a:lnTo>
                  <a:cubicBezTo>
                    <a:pt x="2085" y="15"/>
                    <a:pt x="2070" y="15"/>
                    <a:pt x="2055" y="30"/>
                  </a:cubicBezTo>
                  <a:cubicBezTo>
                    <a:pt x="2009" y="95"/>
                    <a:pt x="1951" y="125"/>
                    <a:pt x="1889" y="125"/>
                  </a:cubicBezTo>
                  <a:cubicBezTo>
                    <a:pt x="1851" y="125"/>
                    <a:pt x="1811" y="113"/>
                    <a:pt x="1770" y="90"/>
                  </a:cubicBezTo>
                  <a:cubicBezTo>
                    <a:pt x="1755" y="90"/>
                    <a:pt x="1740" y="75"/>
                    <a:pt x="1725" y="75"/>
                  </a:cubicBezTo>
                  <a:cubicBezTo>
                    <a:pt x="1441" y="210"/>
                    <a:pt x="1155" y="330"/>
                    <a:pt x="885" y="480"/>
                  </a:cubicBezTo>
                  <a:cubicBezTo>
                    <a:pt x="601" y="645"/>
                    <a:pt x="271" y="585"/>
                    <a:pt x="1" y="795"/>
                  </a:cubicBezTo>
                  <a:cubicBezTo>
                    <a:pt x="41" y="851"/>
                    <a:pt x="76" y="864"/>
                    <a:pt x="110" y="864"/>
                  </a:cubicBezTo>
                  <a:cubicBezTo>
                    <a:pt x="140" y="864"/>
                    <a:pt x="167" y="855"/>
                    <a:pt x="195" y="855"/>
                  </a:cubicBezTo>
                  <a:cubicBezTo>
                    <a:pt x="456" y="814"/>
                    <a:pt x="716" y="773"/>
                    <a:pt x="977" y="773"/>
                  </a:cubicBezTo>
                  <a:cubicBezTo>
                    <a:pt x="1196" y="773"/>
                    <a:pt x="1416" y="802"/>
                    <a:pt x="1635" y="885"/>
                  </a:cubicBezTo>
                  <a:cubicBezTo>
                    <a:pt x="1800" y="945"/>
                    <a:pt x="1935" y="1020"/>
                    <a:pt x="2010" y="1170"/>
                  </a:cubicBezTo>
                  <a:cubicBezTo>
                    <a:pt x="2130" y="1065"/>
                    <a:pt x="2280" y="1020"/>
                    <a:pt x="2385" y="915"/>
                  </a:cubicBezTo>
                  <a:cubicBezTo>
                    <a:pt x="2055" y="750"/>
                    <a:pt x="1680" y="705"/>
                    <a:pt x="1305" y="570"/>
                  </a:cubicBezTo>
                  <a:cubicBezTo>
                    <a:pt x="1491" y="385"/>
                    <a:pt x="1676" y="328"/>
                    <a:pt x="1872" y="328"/>
                  </a:cubicBezTo>
                  <a:cubicBezTo>
                    <a:pt x="1898" y="328"/>
                    <a:pt x="1924" y="329"/>
                    <a:pt x="1950" y="330"/>
                  </a:cubicBezTo>
                  <a:cubicBezTo>
                    <a:pt x="2175" y="330"/>
                    <a:pt x="2190" y="285"/>
                    <a:pt x="21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a:off x="-1226635" y="1434110"/>
              <a:ext cx="58480" cy="26570"/>
            </a:xfrm>
            <a:custGeom>
              <a:rect b="b" l="l" r="r" t="t"/>
              <a:pathLst>
                <a:path extrusionOk="0" h="607" w="1336">
                  <a:moveTo>
                    <a:pt x="723" y="1"/>
                  </a:moveTo>
                  <a:cubicBezTo>
                    <a:pt x="543" y="1"/>
                    <a:pt x="365" y="71"/>
                    <a:pt x="180" y="109"/>
                  </a:cubicBezTo>
                  <a:cubicBezTo>
                    <a:pt x="106" y="139"/>
                    <a:pt x="16" y="185"/>
                    <a:pt x="0" y="289"/>
                  </a:cubicBezTo>
                  <a:cubicBezTo>
                    <a:pt x="0" y="425"/>
                    <a:pt x="90" y="485"/>
                    <a:pt x="180" y="529"/>
                  </a:cubicBezTo>
                  <a:cubicBezTo>
                    <a:pt x="313" y="576"/>
                    <a:pt x="444" y="606"/>
                    <a:pt x="576" y="606"/>
                  </a:cubicBezTo>
                  <a:cubicBezTo>
                    <a:pt x="699" y="606"/>
                    <a:pt x="822" y="580"/>
                    <a:pt x="946" y="515"/>
                  </a:cubicBezTo>
                  <a:cubicBezTo>
                    <a:pt x="987" y="432"/>
                    <a:pt x="1048" y="419"/>
                    <a:pt x="1114" y="419"/>
                  </a:cubicBezTo>
                  <a:cubicBezTo>
                    <a:pt x="1142" y="419"/>
                    <a:pt x="1171" y="421"/>
                    <a:pt x="1200" y="421"/>
                  </a:cubicBezTo>
                  <a:cubicBezTo>
                    <a:pt x="1248" y="421"/>
                    <a:pt x="1295" y="415"/>
                    <a:pt x="1336" y="379"/>
                  </a:cubicBezTo>
                  <a:cubicBezTo>
                    <a:pt x="1306" y="169"/>
                    <a:pt x="1096" y="215"/>
                    <a:pt x="1020" y="79"/>
                  </a:cubicBezTo>
                  <a:cubicBezTo>
                    <a:pt x="920" y="21"/>
                    <a:pt x="821" y="1"/>
                    <a:pt x="7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2352440" y="1737590"/>
              <a:ext cx="82730" cy="83387"/>
            </a:xfrm>
            <a:custGeom>
              <a:rect b="b" l="l" r="r" t="t"/>
              <a:pathLst>
                <a:path extrusionOk="0" h="1905" w="1890">
                  <a:moveTo>
                    <a:pt x="0" y="1"/>
                  </a:moveTo>
                  <a:cubicBezTo>
                    <a:pt x="0" y="135"/>
                    <a:pt x="74" y="181"/>
                    <a:pt x="134" y="211"/>
                  </a:cubicBezTo>
                  <a:cubicBezTo>
                    <a:pt x="540" y="465"/>
                    <a:pt x="854" y="855"/>
                    <a:pt x="1230" y="1170"/>
                  </a:cubicBezTo>
                  <a:cubicBezTo>
                    <a:pt x="1470" y="1365"/>
                    <a:pt x="1604" y="1665"/>
                    <a:pt x="1784" y="1905"/>
                  </a:cubicBezTo>
                  <a:cubicBezTo>
                    <a:pt x="1800" y="1890"/>
                    <a:pt x="1800" y="1875"/>
                    <a:pt x="1814" y="1860"/>
                  </a:cubicBezTo>
                  <a:cubicBezTo>
                    <a:pt x="1844" y="1755"/>
                    <a:pt x="1830" y="1635"/>
                    <a:pt x="1814" y="1530"/>
                  </a:cubicBezTo>
                  <a:cubicBezTo>
                    <a:pt x="1800" y="1515"/>
                    <a:pt x="1784" y="1500"/>
                    <a:pt x="1784" y="1485"/>
                  </a:cubicBezTo>
                  <a:cubicBezTo>
                    <a:pt x="1664" y="1395"/>
                    <a:pt x="1544" y="1305"/>
                    <a:pt x="1514" y="1141"/>
                  </a:cubicBezTo>
                  <a:cubicBezTo>
                    <a:pt x="1634" y="1141"/>
                    <a:pt x="1740" y="1155"/>
                    <a:pt x="1844" y="1155"/>
                  </a:cubicBezTo>
                  <a:cubicBezTo>
                    <a:pt x="1890" y="1111"/>
                    <a:pt x="1890" y="1051"/>
                    <a:pt x="1860" y="991"/>
                  </a:cubicBezTo>
                  <a:lnTo>
                    <a:pt x="1860" y="991"/>
                  </a:lnTo>
                  <a:cubicBezTo>
                    <a:pt x="1838" y="992"/>
                    <a:pt x="1817" y="993"/>
                    <a:pt x="1797" y="993"/>
                  </a:cubicBezTo>
                  <a:cubicBezTo>
                    <a:pt x="1656" y="993"/>
                    <a:pt x="1525" y="953"/>
                    <a:pt x="1394" y="901"/>
                  </a:cubicBezTo>
                  <a:cubicBezTo>
                    <a:pt x="1080" y="781"/>
                    <a:pt x="840" y="555"/>
                    <a:pt x="584" y="345"/>
                  </a:cubicBezTo>
                  <a:cubicBezTo>
                    <a:pt x="404" y="211"/>
                    <a:pt x="240" y="3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1866556" y="1809816"/>
              <a:ext cx="55066" cy="41146"/>
            </a:xfrm>
            <a:custGeom>
              <a:rect b="b" l="l" r="r" t="t"/>
              <a:pathLst>
                <a:path extrusionOk="0" h="940" w="1258">
                  <a:moveTo>
                    <a:pt x="1060" y="0"/>
                  </a:moveTo>
                  <a:cubicBezTo>
                    <a:pt x="1025" y="0"/>
                    <a:pt x="989" y="11"/>
                    <a:pt x="958" y="30"/>
                  </a:cubicBezTo>
                  <a:cubicBezTo>
                    <a:pt x="658" y="150"/>
                    <a:pt x="388" y="315"/>
                    <a:pt x="148" y="555"/>
                  </a:cubicBezTo>
                  <a:cubicBezTo>
                    <a:pt x="88" y="615"/>
                    <a:pt x="72" y="675"/>
                    <a:pt x="72" y="750"/>
                  </a:cubicBezTo>
                  <a:cubicBezTo>
                    <a:pt x="58" y="780"/>
                    <a:pt x="28" y="810"/>
                    <a:pt x="12" y="840"/>
                  </a:cubicBezTo>
                  <a:cubicBezTo>
                    <a:pt x="1" y="899"/>
                    <a:pt x="7" y="940"/>
                    <a:pt x="48" y="940"/>
                  </a:cubicBezTo>
                  <a:cubicBezTo>
                    <a:pt x="58" y="940"/>
                    <a:pt x="72" y="937"/>
                    <a:pt x="88" y="930"/>
                  </a:cubicBezTo>
                  <a:cubicBezTo>
                    <a:pt x="118" y="930"/>
                    <a:pt x="132" y="930"/>
                    <a:pt x="148" y="915"/>
                  </a:cubicBezTo>
                  <a:cubicBezTo>
                    <a:pt x="192" y="870"/>
                    <a:pt x="268" y="885"/>
                    <a:pt x="312" y="840"/>
                  </a:cubicBezTo>
                  <a:cubicBezTo>
                    <a:pt x="642" y="825"/>
                    <a:pt x="882" y="570"/>
                    <a:pt x="1108" y="330"/>
                  </a:cubicBezTo>
                  <a:cubicBezTo>
                    <a:pt x="1168" y="270"/>
                    <a:pt x="1258" y="180"/>
                    <a:pt x="1182" y="75"/>
                  </a:cubicBezTo>
                  <a:cubicBezTo>
                    <a:pt x="1156" y="22"/>
                    <a:pt x="1109" y="0"/>
                    <a:pt x="10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1821382" y="1828113"/>
              <a:ext cx="55153" cy="33574"/>
            </a:xfrm>
            <a:custGeom>
              <a:rect b="b" l="l" r="r" t="t"/>
              <a:pathLst>
                <a:path extrusionOk="0" h="767" w="1260">
                  <a:moveTo>
                    <a:pt x="1101" y="0"/>
                  </a:moveTo>
                  <a:cubicBezTo>
                    <a:pt x="1073" y="0"/>
                    <a:pt x="1045" y="7"/>
                    <a:pt x="1020" y="17"/>
                  </a:cubicBezTo>
                  <a:cubicBezTo>
                    <a:pt x="690" y="122"/>
                    <a:pt x="330" y="197"/>
                    <a:pt x="76" y="482"/>
                  </a:cubicBezTo>
                  <a:cubicBezTo>
                    <a:pt x="46" y="542"/>
                    <a:pt x="30" y="617"/>
                    <a:pt x="0" y="677"/>
                  </a:cubicBezTo>
                  <a:cubicBezTo>
                    <a:pt x="60" y="677"/>
                    <a:pt x="120" y="692"/>
                    <a:pt x="150" y="767"/>
                  </a:cubicBezTo>
                  <a:cubicBezTo>
                    <a:pt x="510" y="737"/>
                    <a:pt x="825" y="557"/>
                    <a:pt x="1125" y="347"/>
                  </a:cubicBezTo>
                  <a:cubicBezTo>
                    <a:pt x="1200" y="287"/>
                    <a:pt x="1260" y="212"/>
                    <a:pt x="1230" y="107"/>
                  </a:cubicBezTo>
                  <a:cubicBezTo>
                    <a:pt x="1210" y="27"/>
                    <a:pt x="1157" y="0"/>
                    <a:pt x="110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a:off x="-2190960" y="1433497"/>
              <a:ext cx="80104" cy="28014"/>
            </a:xfrm>
            <a:custGeom>
              <a:rect b="b" l="l" r="r" t="t"/>
              <a:pathLst>
                <a:path extrusionOk="0" h="640" w="1830">
                  <a:moveTo>
                    <a:pt x="1406" y="1"/>
                  </a:moveTo>
                  <a:cubicBezTo>
                    <a:pt x="1349" y="1"/>
                    <a:pt x="1295" y="16"/>
                    <a:pt x="1244" y="49"/>
                  </a:cubicBezTo>
                  <a:cubicBezTo>
                    <a:pt x="945" y="243"/>
                    <a:pt x="615" y="243"/>
                    <a:pt x="300" y="273"/>
                  </a:cubicBezTo>
                  <a:cubicBezTo>
                    <a:pt x="279" y="304"/>
                    <a:pt x="247" y="310"/>
                    <a:pt x="213" y="310"/>
                  </a:cubicBezTo>
                  <a:cubicBezTo>
                    <a:pt x="184" y="310"/>
                    <a:pt x="154" y="306"/>
                    <a:pt x="124" y="306"/>
                  </a:cubicBezTo>
                  <a:cubicBezTo>
                    <a:pt x="66" y="306"/>
                    <a:pt x="15" y="325"/>
                    <a:pt x="0" y="439"/>
                  </a:cubicBezTo>
                  <a:cubicBezTo>
                    <a:pt x="150" y="499"/>
                    <a:pt x="300" y="543"/>
                    <a:pt x="435" y="603"/>
                  </a:cubicBezTo>
                  <a:cubicBezTo>
                    <a:pt x="473" y="623"/>
                    <a:pt x="508" y="639"/>
                    <a:pt x="535" y="639"/>
                  </a:cubicBezTo>
                  <a:cubicBezTo>
                    <a:pt x="572" y="639"/>
                    <a:pt x="594" y="609"/>
                    <a:pt x="585" y="513"/>
                  </a:cubicBezTo>
                  <a:cubicBezTo>
                    <a:pt x="585" y="513"/>
                    <a:pt x="570" y="499"/>
                    <a:pt x="570" y="483"/>
                  </a:cubicBezTo>
                  <a:lnTo>
                    <a:pt x="570" y="453"/>
                  </a:lnTo>
                  <a:cubicBezTo>
                    <a:pt x="746" y="434"/>
                    <a:pt x="928" y="383"/>
                    <a:pt x="1113" y="383"/>
                  </a:cubicBezTo>
                  <a:cubicBezTo>
                    <a:pt x="1211" y="383"/>
                    <a:pt x="1311" y="397"/>
                    <a:pt x="1410" y="439"/>
                  </a:cubicBezTo>
                  <a:cubicBezTo>
                    <a:pt x="1457" y="458"/>
                    <a:pt x="1510" y="477"/>
                    <a:pt x="1562" y="477"/>
                  </a:cubicBezTo>
                  <a:cubicBezTo>
                    <a:pt x="1592" y="477"/>
                    <a:pt x="1622" y="470"/>
                    <a:pt x="1650" y="453"/>
                  </a:cubicBezTo>
                  <a:cubicBezTo>
                    <a:pt x="1724" y="423"/>
                    <a:pt x="1800" y="379"/>
                    <a:pt x="1814" y="289"/>
                  </a:cubicBezTo>
                  <a:cubicBezTo>
                    <a:pt x="1830" y="199"/>
                    <a:pt x="1754" y="139"/>
                    <a:pt x="1694" y="109"/>
                  </a:cubicBezTo>
                  <a:cubicBezTo>
                    <a:pt x="1600" y="43"/>
                    <a:pt x="1501" y="1"/>
                    <a:pt x="14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a:off x="-1657933" y="1423911"/>
              <a:ext cx="34843" cy="90522"/>
            </a:xfrm>
            <a:custGeom>
              <a:rect b="b" l="l" r="r" t="t"/>
              <a:pathLst>
                <a:path extrusionOk="0" h="2068" w="796">
                  <a:moveTo>
                    <a:pt x="559" y="0"/>
                  </a:moveTo>
                  <a:cubicBezTo>
                    <a:pt x="489" y="0"/>
                    <a:pt x="458" y="73"/>
                    <a:pt x="435" y="162"/>
                  </a:cubicBezTo>
                  <a:cubicBezTo>
                    <a:pt x="405" y="268"/>
                    <a:pt x="375" y="388"/>
                    <a:pt x="345" y="492"/>
                  </a:cubicBezTo>
                  <a:cubicBezTo>
                    <a:pt x="285" y="418"/>
                    <a:pt x="331" y="282"/>
                    <a:pt x="225" y="238"/>
                  </a:cubicBezTo>
                  <a:cubicBezTo>
                    <a:pt x="151" y="312"/>
                    <a:pt x="121" y="432"/>
                    <a:pt x="15" y="492"/>
                  </a:cubicBezTo>
                  <a:cubicBezTo>
                    <a:pt x="1" y="702"/>
                    <a:pt x="225" y="642"/>
                    <a:pt x="285" y="778"/>
                  </a:cubicBezTo>
                  <a:cubicBezTo>
                    <a:pt x="375" y="988"/>
                    <a:pt x="435" y="1212"/>
                    <a:pt x="451" y="1452"/>
                  </a:cubicBezTo>
                  <a:cubicBezTo>
                    <a:pt x="465" y="1662"/>
                    <a:pt x="481" y="1872"/>
                    <a:pt x="615" y="2068"/>
                  </a:cubicBezTo>
                  <a:cubicBezTo>
                    <a:pt x="721" y="1872"/>
                    <a:pt x="585" y="1722"/>
                    <a:pt x="601" y="1558"/>
                  </a:cubicBezTo>
                  <a:cubicBezTo>
                    <a:pt x="615" y="1378"/>
                    <a:pt x="601" y="1198"/>
                    <a:pt x="571" y="1018"/>
                  </a:cubicBezTo>
                  <a:cubicBezTo>
                    <a:pt x="525" y="778"/>
                    <a:pt x="435" y="522"/>
                    <a:pt x="705" y="328"/>
                  </a:cubicBezTo>
                  <a:cubicBezTo>
                    <a:pt x="795" y="268"/>
                    <a:pt x="751" y="88"/>
                    <a:pt x="645" y="28"/>
                  </a:cubicBezTo>
                  <a:cubicBezTo>
                    <a:pt x="611" y="9"/>
                    <a:pt x="582" y="0"/>
                    <a:pt x="5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1053337" y="1420103"/>
              <a:ext cx="30947" cy="92360"/>
            </a:xfrm>
            <a:custGeom>
              <a:rect b="b" l="l" r="r" t="t"/>
              <a:pathLst>
                <a:path extrusionOk="0" h="2110" w="707">
                  <a:moveTo>
                    <a:pt x="483" y="1"/>
                  </a:moveTo>
                  <a:cubicBezTo>
                    <a:pt x="423" y="1"/>
                    <a:pt x="360" y="43"/>
                    <a:pt x="301" y="85"/>
                  </a:cubicBezTo>
                  <a:cubicBezTo>
                    <a:pt x="196" y="325"/>
                    <a:pt x="271" y="639"/>
                    <a:pt x="61" y="835"/>
                  </a:cubicBezTo>
                  <a:cubicBezTo>
                    <a:pt x="31" y="879"/>
                    <a:pt x="1" y="925"/>
                    <a:pt x="1" y="999"/>
                  </a:cubicBezTo>
                  <a:cubicBezTo>
                    <a:pt x="181" y="1615"/>
                    <a:pt x="331" y="1945"/>
                    <a:pt x="526" y="2109"/>
                  </a:cubicBezTo>
                  <a:cubicBezTo>
                    <a:pt x="466" y="1855"/>
                    <a:pt x="391" y="1659"/>
                    <a:pt x="346" y="1449"/>
                  </a:cubicBezTo>
                  <a:cubicBezTo>
                    <a:pt x="256" y="1089"/>
                    <a:pt x="271" y="745"/>
                    <a:pt x="541" y="459"/>
                  </a:cubicBezTo>
                  <a:cubicBezTo>
                    <a:pt x="630" y="369"/>
                    <a:pt x="706" y="235"/>
                    <a:pt x="616" y="100"/>
                  </a:cubicBezTo>
                  <a:cubicBezTo>
                    <a:pt x="576" y="27"/>
                    <a:pt x="531" y="1"/>
                    <a:pt x="48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1921185" y="1846586"/>
              <a:ext cx="58480" cy="36331"/>
            </a:xfrm>
            <a:custGeom>
              <a:rect b="b" l="l" r="r" t="t"/>
              <a:pathLst>
                <a:path extrusionOk="0" h="830" w="1336">
                  <a:moveTo>
                    <a:pt x="1260" y="0"/>
                  </a:moveTo>
                  <a:cubicBezTo>
                    <a:pt x="847" y="207"/>
                    <a:pt x="522" y="645"/>
                    <a:pt x="26" y="645"/>
                  </a:cubicBezTo>
                  <a:cubicBezTo>
                    <a:pt x="18" y="645"/>
                    <a:pt x="9" y="645"/>
                    <a:pt x="0" y="645"/>
                  </a:cubicBezTo>
                  <a:lnTo>
                    <a:pt x="0" y="645"/>
                  </a:lnTo>
                  <a:cubicBezTo>
                    <a:pt x="384" y="738"/>
                    <a:pt x="767" y="830"/>
                    <a:pt x="1161" y="830"/>
                  </a:cubicBezTo>
                  <a:cubicBezTo>
                    <a:pt x="1214" y="830"/>
                    <a:pt x="1267" y="828"/>
                    <a:pt x="1320" y="824"/>
                  </a:cubicBezTo>
                  <a:cubicBezTo>
                    <a:pt x="1306" y="780"/>
                    <a:pt x="1276" y="720"/>
                    <a:pt x="1260" y="675"/>
                  </a:cubicBezTo>
                  <a:cubicBezTo>
                    <a:pt x="1216" y="666"/>
                    <a:pt x="1172" y="665"/>
                    <a:pt x="1127" y="665"/>
                  </a:cubicBezTo>
                  <a:cubicBezTo>
                    <a:pt x="1099" y="665"/>
                    <a:pt x="1070" y="666"/>
                    <a:pt x="1041" y="666"/>
                  </a:cubicBezTo>
                  <a:cubicBezTo>
                    <a:pt x="945" y="666"/>
                    <a:pt x="845" y="659"/>
                    <a:pt x="736" y="600"/>
                  </a:cubicBezTo>
                  <a:cubicBezTo>
                    <a:pt x="930" y="375"/>
                    <a:pt x="1186" y="315"/>
                    <a:pt x="1336" y="90"/>
                  </a:cubicBezTo>
                  <a:cubicBezTo>
                    <a:pt x="1306" y="60"/>
                    <a:pt x="1276" y="30"/>
                    <a:pt x="12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1303413" y="1675126"/>
              <a:ext cx="26307" cy="36900"/>
            </a:xfrm>
            <a:custGeom>
              <a:rect b="b" l="l" r="r" t="t"/>
              <a:pathLst>
                <a:path extrusionOk="0" h="843" w="601">
                  <a:moveTo>
                    <a:pt x="179" y="0"/>
                  </a:moveTo>
                  <a:cubicBezTo>
                    <a:pt x="165" y="0"/>
                    <a:pt x="150" y="1"/>
                    <a:pt x="135" y="2"/>
                  </a:cubicBezTo>
                  <a:cubicBezTo>
                    <a:pt x="0" y="452"/>
                    <a:pt x="60" y="648"/>
                    <a:pt x="420" y="842"/>
                  </a:cubicBezTo>
                  <a:cubicBezTo>
                    <a:pt x="600" y="648"/>
                    <a:pt x="405" y="452"/>
                    <a:pt x="420" y="272"/>
                  </a:cubicBezTo>
                  <a:cubicBezTo>
                    <a:pt x="433" y="69"/>
                    <a:pt x="324" y="0"/>
                    <a:pt x="1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2271722" y="1768494"/>
              <a:ext cx="26263" cy="25694"/>
            </a:xfrm>
            <a:custGeom>
              <a:rect b="b" l="l" r="r" t="t"/>
              <a:pathLst>
                <a:path extrusionOk="0" h="587" w="600">
                  <a:moveTo>
                    <a:pt x="289" y="1"/>
                  </a:moveTo>
                  <a:cubicBezTo>
                    <a:pt x="234" y="1"/>
                    <a:pt x="186" y="26"/>
                    <a:pt x="150" y="89"/>
                  </a:cubicBezTo>
                  <a:cubicBezTo>
                    <a:pt x="106" y="149"/>
                    <a:pt x="60" y="209"/>
                    <a:pt x="16" y="285"/>
                  </a:cubicBezTo>
                  <a:cubicBezTo>
                    <a:pt x="16" y="345"/>
                    <a:pt x="16" y="389"/>
                    <a:pt x="0" y="449"/>
                  </a:cubicBezTo>
                  <a:lnTo>
                    <a:pt x="16" y="449"/>
                  </a:lnTo>
                  <a:cubicBezTo>
                    <a:pt x="76" y="524"/>
                    <a:pt x="180" y="449"/>
                    <a:pt x="226" y="539"/>
                  </a:cubicBezTo>
                  <a:cubicBezTo>
                    <a:pt x="254" y="574"/>
                    <a:pt x="285" y="586"/>
                    <a:pt x="316" y="586"/>
                  </a:cubicBezTo>
                  <a:cubicBezTo>
                    <a:pt x="352" y="586"/>
                    <a:pt x="388" y="570"/>
                    <a:pt x="420" y="554"/>
                  </a:cubicBezTo>
                  <a:cubicBezTo>
                    <a:pt x="526" y="509"/>
                    <a:pt x="600" y="435"/>
                    <a:pt x="586" y="315"/>
                  </a:cubicBezTo>
                  <a:cubicBezTo>
                    <a:pt x="570" y="179"/>
                    <a:pt x="526" y="75"/>
                    <a:pt x="406" y="29"/>
                  </a:cubicBezTo>
                  <a:cubicBezTo>
                    <a:pt x="364" y="11"/>
                    <a:pt x="325" y="1"/>
                    <a:pt x="28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6"/>
            <p:cNvSpPr/>
            <p:nvPr/>
          </p:nvSpPr>
          <p:spPr>
            <a:xfrm>
              <a:off x="-1480651" y="1755318"/>
              <a:ext cx="15802" cy="65746"/>
            </a:xfrm>
            <a:custGeom>
              <a:rect b="b" l="l" r="r" t="t"/>
              <a:pathLst>
                <a:path extrusionOk="0" h="1502" w="361">
                  <a:moveTo>
                    <a:pt x="210" y="0"/>
                  </a:moveTo>
                  <a:lnTo>
                    <a:pt x="210" y="0"/>
                  </a:lnTo>
                  <a:cubicBezTo>
                    <a:pt x="194" y="46"/>
                    <a:pt x="150" y="90"/>
                    <a:pt x="150" y="136"/>
                  </a:cubicBezTo>
                  <a:cubicBezTo>
                    <a:pt x="134" y="600"/>
                    <a:pt x="45" y="1050"/>
                    <a:pt x="0" y="1500"/>
                  </a:cubicBezTo>
                  <a:cubicBezTo>
                    <a:pt x="14" y="1501"/>
                    <a:pt x="27" y="1501"/>
                    <a:pt x="39" y="1501"/>
                  </a:cubicBezTo>
                  <a:cubicBezTo>
                    <a:pt x="225" y="1501"/>
                    <a:pt x="332" y="1394"/>
                    <a:pt x="360" y="1170"/>
                  </a:cubicBezTo>
                  <a:lnTo>
                    <a:pt x="360" y="1170"/>
                  </a:lnTo>
                  <a:cubicBezTo>
                    <a:pt x="333" y="1177"/>
                    <a:pt x="303" y="1189"/>
                    <a:pt x="279" y="1189"/>
                  </a:cubicBezTo>
                  <a:cubicBezTo>
                    <a:pt x="248" y="1189"/>
                    <a:pt x="224" y="1170"/>
                    <a:pt x="224" y="1095"/>
                  </a:cubicBezTo>
                  <a:cubicBezTo>
                    <a:pt x="210" y="885"/>
                    <a:pt x="330" y="706"/>
                    <a:pt x="284" y="496"/>
                  </a:cubicBezTo>
                  <a:cubicBezTo>
                    <a:pt x="164" y="346"/>
                    <a:pt x="240" y="166"/>
                    <a:pt x="21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1631669" y="1719643"/>
              <a:ext cx="21055" cy="35718"/>
            </a:xfrm>
            <a:custGeom>
              <a:rect b="b" l="l" r="r" t="t"/>
              <a:pathLst>
                <a:path extrusionOk="0" h="816" w="481">
                  <a:moveTo>
                    <a:pt x="210" y="1"/>
                  </a:moveTo>
                  <a:cubicBezTo>
                    <a:pt x="159" y="1"/>
                    <a:pt x="110" y="51"/>
                    <a:pt x="61" y="141"/>
                  </a:cubicBezTo>
                  <a:cubicBezTo>
                    <a:pt x="105" y="365"/>
                    <a:pt x="1" y="605"/>
                    <a:pt x="135" y="815"/>
                  </a:cubicBezTo>
                  <a:cubicBezTo>
                    <a:pt x="181" y="771"/>
                    <a:pt x="241" y="741"/>
                    <a:pt x="285" y="695"/>
                  </a:cubicBezTo>
                  <a:cubicBezTo>
                    <a:pt x="465" y="531"/>
                    <a:pt x="481" y="321"/>
                    <a:pt x="345" y="111"/>
                  </a:cubicBezTo>
                  <a:cubicBezTo>
                    <a:pt x="298" y="35"/>
                    <a:pt x="253" y="1"/>
                    <a:pt x="2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p:nvPr/>
          </p:nvSpPr>
          <p:spPr>
            <a:xfrm>
              <a:off x="-2184394" y="1561665"/>
              <a:ext cx="13176" cy="113590"/>
            </a:xfrm>
            <a:custGeom>
              <a:rect b="b" l="l" r="r" t="t"/>
              <a:pathLst>
                <a:path extrusionOk="0" h="2595" w="301">
                  <a:moveTo>
                    <a:pt x="0" y="1"/>
                  </a:moveTo>
                  <a:lnTo>
                    <a:pt x="0" y="1"/>
                  </a:lnTo>
                  <a:cubicBezTo>
                    <a:pt x="135" y="840"/>
                    <a:pt x="285" y="1695"/>
                    <a:pt x="195" y="2564"/>
                  </a:cubicBezTo>
                  <a:cubicBezTo>
                    <a:pt x="195" y="2580"/>
                    <a:pt x="210" y="2580"/>
                    <a:pt x="225" y="2594"/>
                  </a:cubicBezTo>
                  <a:cubicBezTo>
                    <a:pt x="240" y="2504"/>
                    <a:pt x="285" y="2414"/>
                    <a:pt x="285" y="2310"/>
                  </a:cubicBezTo>
                  <a:cubicBezTo>
                    <a:pt x="300" y="1665"/>
                    <a:pt x="300" y="1005"/>
                    <a:pt x="150" y="360"/>
                  </a:cubicBezTo>
                  <a:cubicBezTo>
                    <a:pt x="120" y="225"/>
                    <a:pt x="105" y="90"/>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1185269" y="1486200"/>
              <a:ext cx="33530" cy="57736"/>
            </a:xfrm>
            <a:custGeom>
              <a:rect b="b" l="l" r="r" t="t"/>
              <a:pathLst>
                <a:path extrusionOk="0" h="1319" w="766">
                  <a:moveTo>
                    <a:pt x="593" y="1"/>
                  </a:moveTo>
                  <a:cubicBezTo>
                    <a:pt x="566" y="1"/>
                    <a:pt x="538" y="20"/>
                    <a:pt x="511" y="75"/>
                  </a:cubicBezTo>
                  <a:cubicBezTo>
                    <a:pt x="435" y="179"/>
                    <a:pt x="331" y="269"/>
                    <a:pt x="301" y="405"/>
                  </a:cubicBezTo>
                  <a:cubicBezTo>
                    <a:pt x="271" y="419"/>
                    <a:pt x="241" y="449"/>
                    <a:pt x="225" y="479"/>
                  </a:cubicBezTo>
                  <a:cubicBezTo>
                    <a:pt x="181" y="525"/>
                    <a:pt x="195" y="599"/>
                    <a:pt x="151" y="645"/>
                  </a:cubicBezTo>
                  <a:cubicBezTo>
                    <a:pt x="121" y="675"/>
                    <a:pt x="105" y="705"/>
                    <a:pt x="75" y="735"/>
                  </a:cubicBezTo>
                  <a:cubicBezTo>
                    <a:pt x="45" y="825"/>
                    <a:pt x="1" y="885"/>
                    <a:pt x="1" y="975"/>
                  </a:cubicBezTo>
                  <a:cubicBezTo>
                    <a:pt x="33" y="964"/>
                    <a:pt x="62" y="955"/>
                    <a:pt x="85" y="955"/>
                  </a:cubicBezTo>
                  <a:cubicBezTo>
                    <a:pt x="126" y="955"/>
                    <a:pt x="151" y="983"/>
                    <a:pt x="151" y="1079"/>
                  </a:cubicBezTo>
                  <a:lnTo>
                    <a:pt x="151" y="1319"/>
                  </a:lnTo>
                  <a:cubicBezTo>
                    <a:pt x="255" y="1035"/>
                    <a:pt x="285" y="689"/>
                    <a:pt x="511" y="479"/>
                  </a:cubicBezTo>
                  <a:cubicBezTo>
                    <a:pt x="541" y="449"/>
                    <a:pt x="571" y="435"/>
                    <a:pt x="585" y="389"/>
                  </a:cubicBezTo>
                  <a:lnTo>
                    <a:pt x="585" y="405"/>
                  </a:lnTo>
                  <a:cubicBezTo>
                    <a:pt x="631" y="285"/>
                    <a:pt x="765" y="225"/>
                    <a:pt x="735" y="75"/>
                  </a:cubicBezTo>
                  <a:cubicBezTo>
                    <a:pt x="688" y="56"/>
                    <a:pt x="641" y="1"/>
                    <a:pt x="5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1074348" y="1419753"/>
              <a:ext cx="24994" cy="44123"/>
            </a:xfrm>
            <a:custGeom>
              <a:rect b="b" l="l" r="r" t="t"/>
              <a:pathLst>
                <a:path extrusionOk="0" h="1008" w="571">
                  <a:moveTo>
                    <a:pt x="179" y="1"/>
                  </a:moveTo>
                  <a:cubicBezTo>
                    <a:pt x="94" y="1"/>
                    <a:pt x="46" y="60"/>
                    <a:pt x="46" y="168"/>
                  </a:cubicBezTo>
                  <a:cubicBezTo>
                    <a:pt x="31" y="273"/>
                    <a:pt x="1" y="407"/>
                    <a:pt x="91" y="467"/>
                  </a:cubicBezTo>
                  <a:cubicBezTo>
                    <a:pt x="286" y="587"/>
                    <a:pt x="331" y="843"/>
                    <a:pt x="481" y="1007"/>
                  </a:cubicBezTo>
                  <a:cubicBezTo>
                    <a:pt x="496" y="977"/>
                    <a:pt x="526" y="947"/>
                    <a:pt x="556" y="917"/>
                  </a:cubicBezTo>
                  <a:cubicBezTo>
                    <a:pt x="571" y="737"/>
                    <a:pt x="481" y="633"/>
                    <a:pt x="391" y="497"/>
                  </a:cubicBezTo>
                  <a:cubicBezTo>
                    <a:pt x="256" y="437"/>
                    <a:pt x="316" y="303"/>
                    <a:pt x="316" y="183"/>
                  </a:cubicBezTo>
                  <a:cubicBezTo>
                    <a:pt x="331" y="93"/>
                    <a:pt x="301" y="18"/>
                    <a:pt x="211" y="3"/>
                  </a:cubicBezTo>
                  <a:cubicBezTo>
                    <a:pt x="200" y="2"/>
                    <a:pt x="189" y="1"/>
                    <a:pt x="1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1015254" y="1846586"/>
              <a:ext cx="23024" cy="53621"/>
            </a:xfrm>
            <a:custGeom>
              <a:rect b="b" l="l" r="r" t="t"/>
              <a:pathLst>
                <a:path extrusionOk="0" h="1225" w="526">
                  <a:moveTo>
                    <a:pt x="90" y="0"/>
                  </a:moveTo>
                  <a:lnTo>
                    <a:pt x="90" y="0"/>
                  </a:lnTo>
                  <a:cubicBezTo>
                    <a:pt x="60" y="135"/>
                    <a:pt x="136" y="300"/>
                    <a:pt x="16" y="405"/>
                  </a:cubicBezTo>
                  <a:cubicBezTo>
                    <a:pt x="0" y="555"/>
                    <a:pt x="120" y="645"/>
                    <a:pt x="150" y="764"/>
                  </a:cubicBezTo>
                  <a:cubicBezTo>
                    <a:pt x="180" y="840"/>
                    <a:pt x="256" y="914"/>
                    <a:pt x="150" y="1004"/>
                  </a:cubicBezTo>
                  <a:cubicBezTo>
                    <a:pt x="215" y="1123"/>
                    <a:pt x="279" y="1225"/>
                    <a:pt x="382" y="1225"/>
                  </a:cubicBezTo>
                  <a:cubicBezTo>
                    <a:pt x="423" y="1225"/>
                    <a:pt x="470" y="1208"/>
                    <a:pt x="526" y="1170"/>
                  </a:cubicBezTo>
                  <a:cubicBezTo>
                    <a:pt x="346" y="794"/>
                    <a:pt x="180" y="405"/>
                    <a:pt x="9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1457714" y="1720475"/>
              <a:ext cx="22368" cy="68373"/>
            </a:xfrm>
            <a:custGeom>
              <a:rect b="b" l="l" r="r" t="t"/>
              <a:pathLst>
                <a:path extrusionOk="0" h="1562" w="511">
                  <a:moveTo>
                    <a:pt x="347" y="1"/>
                  </a:moveTo>
                  <a:cubicBezTo>
                    <a:pt x="341" y="1"/>
                    <a:pt x="336" y="1"/>
                    <a:pt x="330" y="2"/>
                  </a:cubicBezTo>
                  <a:cubicBezTo>
                    <a:pt x="256" y="92"/>
                    <a:pt x="360" y="182"/>
                    <a:pt x="330" y="272"/>
                  </a:cubicBezTo>
                  <a:cubicBezTo>
                    <a:pt x="150" y="676"/>
                    <a:pt x="76" y="1112"/>
                    <a:pt x="0" y="1561"/>
                  </a:cubicBezTo>
                  <a:cubicBezTo>
                    <a:pt x="30" y="1516"/>
                    <a:pt x="90" y="1486"/>
                    <a:pt x="90" y="1442"/>
                  </a:cubicBezTo>
                  <a:cubicBezTo>
                    <a:pt x="150" y="976"/>
                    <a:pt x="376" y="572"/>
                    <a:pt x="510" y="136"/>
                  </a:cubicBezTo>
                  <a:cubicBezTo>
                    <a:pt x="440" y="123"/>
                    <a:pt x="436"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6"/>
            <p:cNvSpPr/>
            <p:nvPr/>
          </p:nvSpPr>
          <p:spPr>
            <a:xfrm>
              <a:off x="-1506303" y="1780225"/>
              <a:ext cx="25694" cy="55897"/>
            </a:xfrm>
            <a:custGeom>
              <a:rect b="b" l="l" r="r" t="t"/>
              <a:pathLst>
                <a:path extrusionOk="0" h="1277" w="587">
                  <a:moveTo>
                    <a:pt x="76" y="1"/>
                  </a:moveTo>
                  <a:cubicBezTo>
                    <a:pt x="46" y="31"/>
                    <a:pt x="16" y="77"/>
                    <a:pt x="1" y="107"/>
                  </a:cubicBezTo>
                  <a:cubicBezTo>
                    <a:pt x="226" y="466"/>
                    <a:pt x="331" y="886"/>
                    <a:pt x="511" y="1276"/>
                  </a:cubicBezTo>
                  <a:cubicBezTo>
                    <a:pt x="496" y="1141"/>
                    <a:pt x="541" y="1036"/>
                    <a:pt x="586" y="931"/>
                  </a:cubicBezTo>
                  <a:cubicBezTo>
                    <a:pt x="466" y="811"/>
                    <a:pt x="436" y="631"/>
                    <a:pt x="346" y="481"/>
                  </a:cubicBezTo>
                  <a:cubicBezTo>
                    <a:pt x="271" y="316"/>
                    <a:pt x="241" y="107"/>
                    <a:pt x="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a:off x="-2171962" y="1455953"/>
              <a:ext cx="46005" cy="29590"/>
            </a:xfrm>
            <a:custGeom>
              <a:rect b="b" l="l" r="r" t="t"/>
              <a:pathLst>
                <a:path extrusionOk="0" h="676" w="1051">
                  <a:moveTo>
                    <a:pt x="151" y="0"/>
                  </a:moveTo>
                  <a:cubicBezTo>
                    <a:pt x="121" y="76"/>
                    <a:pt x="76" y="90"/>
                    <a:pt x="1" y="90"/>
                  </a:cubicBezTo>
                  <a:cubicBezTo>
                    <a:pt x="286" y="256"/>
                    <a:pt x="600" y="376"/>
                    <a:pt x="810" y="676"/>
                  </a:cubicBezTo>
                  <a:cubicBezTo>
                    <a:pt x="870" y="570"/>
                    <a:pt x="976" y="510"/>
                    <a:pt x="1050" y="420"/>
                  </a:cubicBezTo>
                  <a:cubicBezTo>
                    <a:pt x="736" y="330"/>
                    <a:pt x="466" y="106"/>
                    <a:pt x="15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1995337" y="1853764"/>
              <a:ext cx="22368" cy="18428"/>
            </a:xfrm>
            <a:custGeom>
              <a:rect b="b" l="l" r="r" t="t"/>
              <a:pathLst>
                <a:path extrusionOk="0" h="421" w="511">
                  <a:moveTo>
                    <a:pt x="375" y="1"/>
                  </a:moveTo>
                  <a:cubicBezTo>
                    <a:pt x="60" y="1"/>
                    <a:pt x="60" y="1"/>
                    <a:pt x="0" y="256"/>
                  </a:cubicBezTo>
                  <a:cubicBezTo>
                    <a:pt x="45" y="271"/>
                    <a:pt x="60" y="301"/>
                    <a:pt x="75" y="346"/>
                  </a:cubicBezTo>
                  <a:cubicBezTo>
                    <a:pt x="120" y="376"/>
                    <a:pt x="195" y="361"/>
                    <a:pt x="225" y="421"/>
                  </a:cubicBezTo>
                  <a:cubicBezTo>
                    <a:pt x="495" y="361"/>
                    <a:pt x="510" y="301"/>
                    <a:pt x="3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p:nvPr/>
          </p:nvSpPr>
          <p:spPr>
            <a:xfrm>
              <a:off x="-2129940" y="1642383"/>
              <a:ext cx="35499" cy="47318"/>
            </a:xfrm>
            <a:custGeom>
              <a:rect b="b" l="l" r="r" t="t"/>
              <a:pathLst>
                <a:path extrusionOk="0" h="1081" w="811">
                  <a:moveTo>
                    <a:pt x="810" y="1"/>
                  </a:moveTo>
                  <a:lnTo>
                    <a:pt x="810" y="1"/>
                  </a:lnTo>
                  <a:cubicBezTo>
                    <a:pt x="480" y="300"/>
                    <a:pt x="180" y="630"/>
                    <a:pt x="0" y="1080"/>
                  </a:cubicBezTo>
                  <a:cubicBezTo>
                    <a:pt x="346" y="826"/>
                    <a:pt x="526" y="406"/>
                    <a:pt x="796" y="76"/>
                  </a:cubicBezTo>
                  <a:cubicBezTo>
                    <a:pt x="810" y="61"/>
                    <a:pt x="810" y="16"/>
                    <a:pt x="81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6"/>
            <p:cNvSpPr/>
            <p:nvPr/>
          </p:nvSpPr>
          <p:spPr>
            <a:xfrm>
              <a:off x="-2221164" y="1440457"/>
              <a:ext cx="43379" cy="12256"/>
            </a:xfrm>
            <a:custGeom>
              <a:rect b="b" l="l" r="r" t="t"/>
              <a:pathLst>
                <a:path extrusionOk="0" h="280" w="991">
                  <a:moveTo>
                    <a:pt x="169" y="0"/>
                  </a:moveTo>
                  <a:cubicBezTo>
                    <a:pt x="113" y="0"/>
                    <a:pt x="58" y="7"/>
                    <a:pt x="0" y="24"/>
                  </a:cubicBezTo>
                  <a:cubicBezTo>
                    <a:pt x="210" y="174"/>
                    <a:pt x="450" y="204"/>
                    <a:pt x="690" y="280"/>
                  </a:cubicBezTo>
                  <a:cubicBezTo>
                    <a:pt x="750" y="144"/>
                    <a:pt x="915" y="250"/>
                    <a:pt x="990" y="114"/>
                  </a:cubicBezTo>
                  <a:lnTo>
                    <a:pt x="990" y="114"/>
                  </a:lnTo>
                  <a:cubicBezTo>
                    <a:pt x="947" y="124"/>
                    <a:pt x="904" y="128"/>
                    <a:pt x="862" y="128"/>
                  </a:cubicBezTo>
                  <a:cubicBezTo>
                    <a:pt x="624" y="128"/>
                    <a:pt x="404" y="0"/>
                    <a:pt x="16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
            <p:cNvSpPr/>
            <p:nvPr/>
          </p:nvSpPr>
          <p:spPr>
            <a:xfrm>
              <a:off x="-2348544" y="1462344"/>
              <a:ext cx="16896" cy="37644"/>
            </a:xfrm>
            <a:custGeom>
              <a:rect b="b" l="l" r="r" t="t"/>
              <a:pathLst>
                <a:path extrusionOk="0" h="860" w="386">
                  <a:moveTo>
                    <a:pt x="321" y="0"/>
                  </a:moveTo>
                  <a:cubicBezTo>
                    <a:pt x="291" y="0"/>
                    <a:pt x="252" y="13"/>
                    <a:pt x="225" y="20"/>
                  </a:cubicBezTo>
                  <a:cubicBezTo>
                    <a:pt x="211" y="64"/>
                    <a:pt x="181" y="80"/>
                    <a:pt x="151" y="110"/>
                  </a:cubicBezTo>
                  <a:cubicBezTo>
                    <a:pt x="121" y="140"/>
                    <a:pt x="105" y="170"/>
                    <a:pt x="75" y="200"/>
                  </a:cubicBezTo>
                  <a:cubicBezTo>
                    <a:pt x="61" y="304"/>
                    <a:pt x="31" y="410"/>
                    <a:pt x="1" y="514"/>
                  </a:cubicBezTo>
                  <a:cubicBezTo>
                    <a:pt x="105" y="604"/>
                    <a:pt x="75" y="740"/>
                    <a:pt x="75" y="860"/>
                  </a:cubicBezTo>
                  <a:cubicBezTo>
                    <a:pt x="211" y="634"/>
                    <a:pt x="271" y="350"/>
                    <a:pt x="361" y="94"/>
                  </a:cubicBezTo>
                  <a:cubicBezTo>
                    <a:pt x="386" y="20"/>
                    <a:pt x="360" y="0"/>
                    <a:pt x="32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p:nvPr/>
          </p:nvSpPr>
          <p:spPr>
            <a:xfrm>
              <a:off x="-1502363" y="1850525"/>
              <a:ext cx="21755" cy="32873"/>
            </a:xfrm>
            <a:custGeom>
              <a:rect b="b" l="l" r="r" t="t"/>
              <a:pathLst>
                <a:path extrusionOk="0" h="751" w="497">
                  <a:moveTo>
                    <a:pt x="346" y="0"/>
                  </a:moveTo>
                  <a:cubicBezTo>
                    <a:pt x="241" y="225"/>
                    <a:pt x="76" y="435"/>
                    <a:pt x="1" y="750"/>
                  </a:cubicBezTo>
                  <a:cubicBezTo>
                    <a:pt x="301" y="585"/>
                    <a:pt x="406" y="345"/>
                    <a:pt x="496" y="75"/>
                  </a:cubicBezTo>
                  <a:lnTo>
                    <a:pt x="496" y="75"/>
                  </a:lnTo>
                  <a:cubicBezTo>
                    <a:pt x="463" y="95"/>
                    <a:pt x="430" y="112"/>
                    <a:pt x="403" y="112"/>
                  </a:cubicBezTo>
                  <a:cubicBezTo>
                    <a:pt x="369" y="112"/>
                    <a:pt x="346" y="84"/>
                    <a:pt x="34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6"/>
            <p:cNvSpPr/>
            <p:nvPr/>
          </p:nvSpPr>
          <p:spPr>
            <a:xfrm>
              <a:off x="-2139133" y="1474338"/>
              <a:ext cx="20398" cy="14926"/>
            </a:xfrm>
            <a:custGeom>
              <a:rect b="b" l="l" r="r" t="t"/>
              <a:pathLst>
                <a:path extrusionOk="0" h="341" w="466">
                  <a:moveTo>
                    <a:pt x="300" y="0"/>
                  </a:moveTo>
                  <a:cubicBezTo>
                    <a:pt x="0" y="16"/>
                    <a:pt x="0" y="16"/>
                    <a:pt x="60" y="256"/>
                  </a:cubicBezTo>
                  <a:cubicBezTo>
                    <a:pt x="115" y="310"/>
                    <a:pt x="174" y="340"/>
                    <a:pt x="230" y="340"/>
                  </a:cubicBezTo>
                  <a:cubicBezTo>
                    <a:pt x="282" y="340"/>
                    <a:pt x="333" y="314"/>
                    <a:pt x="376" y="256"/>
                  </a:cubicBezTo>
                  <a:cubicBezTo>
                    <a:pt x="466" y="136"/>
                    <a:pt x="390" y="60"/>
                    <a:pt x="3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1057276" y="1423823"/>
              <a:ext cx="17115" cy="36112"/>
            </a:xfrm>
            <a:custGeom>
              <a:rect b="b" l="l" r="r" t="t"/>
              <a:pathLst>
                <a:path extrusionOk="0" h="825" w="391">
                  <a:moveTo>
                    <a:pt x="391" y="0"/>
                  </a:moveTo>
                  <a:lnTo>
                    <a:pt x="391" y="0"/>
                  </a:lnTo>
                  <a:cubicBezTo>
                    <a:pt x="256" y="164"/>
                    <a:pt x="301" y="404"/>
                    <a:pt x="196" y="584"/>
                  </a:cubicBezTo>
                  <a:cubicBezTo>
                    <a:pt x="121" y="540"/>
                    <a:pt x="91" y="420"/>
                    <a:pt x="1" y="404"/>
                  </a:cubicBezTo>
                  <a:lnTo>
                    <a:pt x="1" y="404"/>
                  </a:lnTo>
                  <a:cubicBezTo>
                    <a:pt x="31" y="570"/>
                    <a:pt x="106" y="690"/>
                    <a:pt x="166" y="824"/>
                  </a:cubicBezTo>
                  <a:cubicBezTo>
                    <a:pt x="391" y="600"/>
                    <a:pt x="361" y="284"/>
                    <a:pt x="39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p:nvPr/>
          </p:nvSpPr>
          <p:spPr>
            <a:xfrm>
              <a:off x="-1082227" y="1849825"/>
              <a:ext cx="28934" cy="11250"/>
            </a:xfrm>
            <a:custGeom>
              <a:rect b="b" l="l" r="r" t="t"/>
              <a:pathLst>
                <a:path extrusionOk="0" h="257" w="661">
                  <a:moveTo>
                    <a:pt x="376" y="1"/>
                  </a:moveTo>
                  <a:cubicBezTo>
                    <a:pt x="336" y="50"/>
                    <a:pt x="298" y="66"/>
                    <a:pt x="260" y="66"/>
                  </a:cubicBezTo>
                  <a:cubicBezTo>
                    <a:pt x="187" y="66"/>
                    <a:pt x="117" y="5"/>
                    <a:pt x="48" y="5"/>
                  </a:cubicBezTo>
                  <a:cubicBezTo>
                    <a:pt x="32" y="5"/>
                    <a:pt x="17" y="8"/>
                    <a:pt x="1" y="16"/>
                  </a:cubicBezTo>
                  <a:cubicBezTo>
                    <a:pt x="121" y="211"/>
                    <a:pt x="346" y="136"/>
                    <a:pt x="511" y="256"/>
                  </a:cubicBezTo>
                  <a:cubicBezTo>
                    <a:pt x="556" y="241"/>
                    <a:pt x="661" y="241"/>
                    <a:pt x="586" y="151"/>
                  </a:cubicBezTo>
                  <a:cubicBezTo>
                    <a:pt x="526" y="91"/>
                    <a:pt x="436" y="46"/>
                    <a:pt x="3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6"/>
            <p:cNvSpPr/>
            <p:nvPr/>
          </p:nvSpPr>
          <p:spPr>
            <a:xfrm>
              <a:off x="-1657277" y="1432753"/>
              <a:ext cx="9236" cy="14532"/>
            </a:xfrm>
            <a:custGeom>
              <a:rect b="b" l="l" r="r" t="t"/>
              <a:pathLst>
                <a:path extrusionOk="0" h="332" w="211">
                  <a:moveTo>
                    <a:pt x="88" y="1"/>
                  </a:moveTo>
                  <a:cubicBezTo>
                    <a:pt x="15" y="1"/>
                    <a:pt x="0" y="78"/>
                    <a:pt x="0" y="290"/>
                  </a:cubicBezTo>
                  <a:cubicBezTo>
                    <a:pt x="68" y="315"/>
                    <a:pt x="114" y="331"/>
                    <a:pt x="145" y="331"/>
                  </a:cubicBezTo>
                  <a:cubicBezTo>
                    <a:pt x="210" y="331"/>
                    <a:pt x="210" y="259"/>
                    <a:pt x="210" y="36"/>
                  </a:cubicBezTo>
                  <a:cubicBezTo>
                    <a:pt x="158" y="14"/>
                    <a:pt x="118" y="1"/>
                    <a:pt x="8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2197526" y="1653589"/>
              <a:ext cx="16415" cy="28890"/>
            </a:xfrm>
            <a:custGeom>
              <a:rect b="b" l="l" r="r" t="t"/>
              <a:pathLst>
                <a:path extrusionOk="0" h="660" w="375">
                  <a:moveTo>
                    <a:pt x="0" y="0"/>
                  </a:moveTo>
                  <a:lnTo>
                    <a:pt x="0" y="0"/>
                  </a:lnTo>
                  <a:cubicBezTo>
                    <a:pt x="75" y="254"/>
                    <a:pt x="150" y="510"/>
                    <a:pt x="375" y="660"/>
                  </a:cubicBezTo>
                  <a:cubicBezTo>
                    <a:pt x="285" y="404"/>
                    <a:pt x="195" y="164"/>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1448522" y="1627325"/>
              <a:ext cx="10549" cy="33486"/>
            </a:xfrm>
            <a:custGeom>
              <a:rect b="b" l="l" r="r" t="t"/>
              <a:pathLst>
                <a:path extrusionOk="0" h="765" w="241">
                  <a:moveTo>
                    <a:pt x="136" y="0"/>
                  </a:moveTo>
                  <a:lnTo>
                    <a:pt x="136" y="0"/>
                  </a:lnTo>
                  <a:cubicBezTo>
                    <a:pt x="0" y="270"/>
                    <a:pt x="90" y="525"/>
                    <a:pt x="210" y="764"/>
                  </a:cubicBezTo>
                  <a:cubicBezTo>
                    <a:pt x="240" y="510"/>
                    <a:pt x="106" y="270"/>
                    <a:pt x="13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1085466" y="1813756"/>
              <a:ext cx="16940" cy="18647"/>
            </a:xfrm>
            <a:custGeom>
              <a:rect b="b" l="l" r="r" t="t"/>
              <a:pathLst>
                <a:path extrusionOk="0" h="426" w="387">
                  <a:moveTo>
                    <a:pt x="135" y="0"/>
                  </a:moveTo>
                  <a:cubicBezTo>
                    <a:pt x="135" y="105"/>
                    <a:pt x="90" y="165"/>
                    <a:pt x="0" y="165"/>
                  </a:cubicBezTo>
                  <a:cubicBezTo>
                    <a:pt x="45" y="255"/>
                    <a:pt x="135" y="285"/>
                    <a:pt x="210" y="330"/>
                  </a:cubicBezTo>
                  <a:cubicBezTo>
                    <a:pt x="240" y="360"/>
                    <a:pt x="270" y="390"/>
                    <a:pt x="285" y="420"/>
                  </a:cubicBezTo>
                  <a:lnTo>
                    <a:pt x="300" y="420"/>
                  </a:lnTo>
                  <a:cubicBezTo>
                    <a:pt x="313" y="423"/>
                    <a:pt x="325" y="425"/>
                    <a:pt x="334" y="425"/>
                  </a:cubicBezTo>
                  <a:cubicBezTo>
                    <a:pt x="371" y="425"/>
                    <a:pt x="387" y="401"/>
                    <a:pt x="375" y="330"/>
                  </a:cubicBezTo>
                  <a:cubicBezTo>
                    <a:pt x="300" y="210"/>
                    <a:pt x="240" y="90"/>
                    <a:pt x="1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2274348" y="1802550"/>
              <a:ext cx="13832" cy="21098"/>
            </a:xfrm>
            <a:custGeom>
              <a:rect b="b" l="l" r="r" t="t"/>
              <a:pathLst>
                <a:path extrusionOk="0" h="482" w="316">
                  <a:moveTo>
                    <a:pt x="150" y="1"/>
                  </a:moveTo>
                  <a:cubicBezTo>
                    <a:pt x="136" y="16"/>
                    <a:pt x="136" y="31"/>
                    <a:pt x="120" y="46"/>
                  </a:cubicBezTo>
                  <a:cubicBezTo>
                    <a:pt x="76" y="166"/>
                    <a:pt x="76" y="301"/>
                    <a:pt x="0" y="406"/>
                  </a:cubicBezTo>
                  <a:lnTo>
                    <a:pt x="0" y="421"/>
                  </a:lnTo>
                  <a:cubicBezTo>
                    <a:pt x="43" y="464"/>
                    <a:pt x="79" y="481"/>
                    <a:pt x="109" y="481"/>
                  </a:cubicBezTo>
                  <a:cubicBezTo>
                    <a:pt x="183" y="481"/>
                    <a:pt x="223" y="376"/>
                    <a:pt x="256" y="301"/>
                  </a:cubicBezTo>
                  <a:cubicBezTo>
                    <a:pt x="316" y="181"/>
                    <a:pt x="316" y="31"/>
                    <a:pt x="15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1143247" y="1473025"/>
              <a:ext cx="9236" cy="19741"/>
            </a:xfrm>
            <a:custGeom>
              <a:rect b="b" l="l" r="r" t="t"/>
              <a:pathLst>
                <a:path extrusionOk="0" h="451" w="211">
                  <a:moveTo>
                    <a:pt x="195" y="0"/>
                  </a:moveTo>
                  <a:lnTo>
                    <a:pt x="195" y="0"/>
                  </a:lnTo>
                  <a:cubicBezTo>
                    <a:pt x="75" y="30"/>
                    <a:pt x="31" y="120"/>
                    <a:pt x="1" y="196"/>
                  </a:cubicBezTo>
                  <a:cubicBezTo>
                    <a:pt x="75" y="256"/>
                    <a:pt x="61" y="360"/>
                    <a:pt x="75" y="450"/>
                  </a:cubicBezTo>
                  <a:cubicBezTo>
                    <a:pt x="151" y="316"/>
                    <a:pt x="211" y="180"/>
                    <a:pt x="19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p:nvPr/>
          </p:nvSpPr>
          <p:spPr>
            <a:xfrm>
              <a:off x="-1176077" y="1489440"/>
              <a:ext cx="13176" cy="14489"/>
            </a:xfrm>
            <a:custGeom>
              <a:rect b="b" l="l" r="r" t="t"/>
              <a:pathLst>
                <a:path extrusionOk="0" h="331" w="301">
                  <a:moveTo>
                    <a:pt x="241" y="1"/>
                  </a:moveTo>
                  <a:cubicBezTo>
                    <a:pt x="211" y="15"/>
                    <a:pt x="181" y="45"/>
                    <a:pt x="165" y="75"/>
                  </a:cubicBezTo>
                  <a:cubicBezTo>
                    <a:pt x="91" y="105"/>
                    <a:pt x="45" y="165"/>
                    <a:pt x="1" y="241"/>
                  </a:cubicBezTo>
                  <a:lnTo>
                    <a:pt x="91" y="331"/>
                  </a:lnTo>
                  <a:cubicBezTo>
                    <a:pt x="195" y="255"/>
                    <a:pt x="301" y="165"/>
                    <a:pt x="30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
            <p:cNvSpPr/>
            <p:nvPr/>
          </p:nvSpPr>
          <p:spPr>
            <a:xfrm>
              <a:off x="-1188552" y="1481473"/>
              <a:ext cx="17115" cy="7354"/>
            </a:xfrm>
            <a:custGeom>
              <a:rect b="b" l="l" r="r" t="t"/>
              <a:pathLst>
                <a:path extrusionOk="0" h="168" w="391">
                  <a:moveTo>
                    <a:pt x="199" y="1"/>
                  </a:moveTo>
                  <a:cubicBezTo>
                    <a:pt x="130" y="1"/>
                    <a:pt x="63" y="22"/>
                    <a:pt x="0" y="93"/>
                  </a:cubicBezTo>
                  <a:cubicBezTo>
                    <a:pt x="20" y="93"/>
                    <a:pt x="40" y="92"/>
                    <a:pt x="61" y="92"/>
                  </a:cubicBezTo>
                  <a:cubicBezTo>
                    <a:pt x="120" y="92"/>
                    <a:pt x="181" y="100"/>
                    <a:pt x="226" y="167"/>
                  </a:cubicBezTo>
                  <a:cubicBezTo>
                    <a:pt x="286" y="167"/>
                    <a:pt x="376" y="167"/>
                    <a:pt x="390" y="33"/>
                  </a:cubicBezTo>
                  <a:cubicBezTo>
                    <a:pt x="326" y="19"/>
                    <a:pt x="261" y="1"/>
                    <a:pt x="19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1435390" y="1653589"/>
              <a:ext cx="9236" cy="14489"/>
            </a:xfrm>
            <a:custGeom>
              <a:rect b="b" l="l" r="r" t="t"/>
              <a:pathLst>
                <a:path extrusionOk="0" h="331" w="211">
                  <a:moveTo>
                    <a:pt x="210" y="0"/>
                  </a:moveTo>
                  <a:cubicBezTo>
                    <a:pt x="90" y="60"/>
                    <a:pt x="0" y="150"/>
                    <a:pt x="0" y="330"/>
                  </a:cubicBezTo>
                  <a:cubicBezTo>
                    <a:pt x="106" y="254"/>
                    <a:pt x="196" y="150"/>
                    <a:pt x="21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1885073" y="1535402"/>
              <a:ext cx="9236" cy="11862"/>
            </a:xfrm>
            <a:custGeom>
              <a:rect b="b" l="l" r="r" t="t"/>
              <a:pathLst>
                <a:path extrusionOk="0" h="271" w="211">
                  <a:moveTo>
                    <a:pt x="1" y="1"/>
                  </a:moveTo>
                  <a:cubicBezTo>
                    <a:pt x="31" y="121"/>
                    <a:pt x="61" y="211"/>
                    <a:pt x="135" y="271"/>
                  </a:cubicBezTo>
                  <a:cubicBezTo>
                    <a:pt x="135" y="211"/>
                    <a:pt x="151" y="151"/>
                    <a:pt x="211" y="105"/>
                  </a:cubicBezTo>
                  <a:cubicBezTo>
                    <a:pt x="165" y="15"/>
                    <a:pt x="91"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2007857" y="1809641"/>
              <a:ext cx="16502" cy="9280"/>
            </a:xfrm>
            <a:custGeom>
              <a:rect b="b" l="l" r="r" t="t"/>
              <a:pathLst>
                <a:path extrusionOk="0" h="212" w="377">
                  <a:moveTo>
                    <a:pt x="166" y="0"/>
                  </a:moveTo>
                  <a:cubicBezTo>
                    <a:pt x="106" y="0"/>
                    <a:pt x="67" y="52"/>
                    <a:pt x="1" y="169"/>
                  </a:cubicBezTo>
                  <a:lnTo>
                    <a:pt x="1" y="184"/>
                  </a:lnTo>
                  <a:cubicBezTo>
                    <a:pt x="42" y="203"/>
                    <a:pt x="82" y="211"/>
                    <a:pt x="120" y="211"/>
                  </a:cubicBezTo>
                  <a:cubicBezTo>
                    <a:pt x="208" y="211"/>
                    <a:pt x="288" y="167"/>
                    <a:pt x="361" y="94"/>
                  </a:cubicBezTo>
                  <a:lnTo>
                    <a:pt x="376" y="94"/>
                  </a:lnTo>
                  <a:cubicBezTo>
                    <a:pt x="276" y="34"/>
                    <a:pt x="214" y="0"/>
                    <a:pt x="1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
            <p:cNvSpPr/>
            <p:nvPr/>
          </p:nvSpPr>
          <p:spPr>
            <a:xfrm>
              <a:off x="-1155723" y="1507168"/>
              <a:ext cx="7923" cy="22368"/>
            </a:xfrm>
            <a:custGeom>
              <a:rect b="b" l="l" r="r" t="t"/>
              <a:pathLst>
                <a:path extrusionOk="0" h="511" w="181">
                  <a:moveTo>
                    <a:pt x="136" y="0"/>
                  </a:moveTo>
                  <a:cubicBezTo>
                    <a:pt x="0" y="150"/>
                    <a:pt x="76" y="346"/>
                    <a:pt x="60" y="510"/>
                  </a:cubicBezTo>
                  <a:cubicBezTo>
                    <a:pt x="180" y="360"/>
                    <a:pt x="120" y="180"/>
                    <a:pt x="13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6"/>
            <p:cNvSpPr/>
            <p:nvPr/>
          </p:nvSpPr>
          <p:spPr>
            <a:xfrm>
              <a:off x="-1159662" y="1487470"/>
              <a:ext cx="9893" cy="16458"/>
            </a:xfrm>
            <a:custGeom>
              <a:rect b="b" l="l" r="r" t="t"/>
              <a:pathLst>
                <a:path extrusionOk="0" h="376" w="226">
                  <a:moveTo>
                    <a:pt x="196" y="0"/>
                  </a:moveTo>
                  <a:lnTo>
                    <a:pt x="150" y="46"/>
                  </a:lnTo>
                  <a:cubicBezTo>
                    <a:pt x="106" y="150"/>
                    <a:pt x="0" y="226"/>
                    <a:pt x="0" y="376"/>
                  </a:cubicBezTo>
                  <a:cubicBezTo>
                    <a:pt x="120" y="300"/>
                    <a:pt x="210" y="210"/>
                    <a:pt x="226" y="46"/>
                  </a:cubicBezTo>
                  <a:cubicBezTo>
                    <a:pt x="210" y="30"/>
                    <a:pt x="210" y="16"/>
                    <a:pt x="1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a:off x="-1519435" y="1773659"/>
              <a:ext cx="13176" cy="11250"/>
            </a:xfrm>
            <a:custGeom>
              <a:rect b="b" l="l" r="r" t="t"/>
              <a:pathLst>
                <a:path extrusionOk="0" h="257" w="301">
                  <a:moveTo>
                    <a:pt x="1" y="1"/>
                  </a:moveTo>
                  <a:cubicBezTo>
                    <a:pt x="76" y="137"/>
                    <a:pt x="151" y="241"/>
                    <a:pt x="301" y="257"/>
                  </a:cubicBezTo>
                  <a:cubicBezTo>
                    <a:pt x="226" y="107"/>
                    <a:pt x="151"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a:off x="-2126613" y="1689527"/>
              <a:ext cx="13132" cy="7398"/>
            </a:xfrm>
            <a:custGeom>
              <a:rect b="b" l="l" r="r" t="t"/>
              <a:pathLst>
                <a:path extrusionOk="0" h="169" w="300">
                  <a:moveTo>
                    <a:pt x="248" y="0"/>
                  </a:moveTo>
                  <a:cubicBezTo>
                    <a:pt x="147" y="0"/>
                    <a:pt x="51" y="41"/>
                    <a:pt x="0" y="169"/>
                  </a:cubicBezTo>
                  <a:cubicBezTo>
                    <a:pt x="120" y="169"/>
                    <a:pt x="224" y="109"/>
                    <a:pt x="300" y="3"/>
                  </a:cubicBezTo>
                  <a:cubicBezTo>
                    <a:pt x="283" y="1"/>
                    <a:pt x="265" y="0"/>
                    <a:pt x="24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a:off x="-2351827" y="1455953"/>
              <a:ext cx="9893" cy="7398"/>
            </a:xfrm>
            <a:custGeom>
              <a:rect b="b" l="l" r="r" t="t"/>
              <a:pathLst>
                <a:path extrusionOk="0" h="169" w="226">
                  <a:moveTo>
                    <a:pt x="226" y="0"/>
                  </a:moveTo>
                  <a:cubicBezTo>
                    <a:pt x="120" y="0"/>
                    <a:pt x="46" y="76"/>
                    <a:pt x="0" y="166"/>
                  </a:cubicBezTo>
                  <a:cubicBezTo>
                    <a:pt x="11" y="167"/>
                    <a:pt x="21" y="168"/>
                    <a:pt x="30" y="168"/>
                  </a:cubicBezTo>
                  <a:cubicBezTo>
                    <a:pt x="120" y="168"/>
                    <a:pt x="185" y="109"/>
                    <a:pt x="2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a:off x="-2383344" y="1427063"/>
              <a:ext cx="9936" cy="7310"/>
            </a:xfrm>
            <a:custGeom>
              <a:rect b="b" l="l" r="r" t="t"/>
              <a:pathLst>
                <a:path extrusionOk="0" h="167" w="227">
                  <a:moveTo>
                    <a:pt x="226" y="1"/>
                  </a:moveTo>
                  <a:cubicBezTo>
                    <a:pt x="106" y="1"/>
                    <a:pt x="31" y="60"/>
                    <a:pt x="1" y="166"/>
                  </a:cubicBezTo>
                  <a:cubicBezTo>
                    <a:pt x="91" y="166"/>
                    <a:pt x="166" y="106"/>
                    <a:pt x="22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a:off x="-1092032" y="1846542"/>
              <a:ext cx="9849" cy="4027"/>
            </a:xfrm>
            <a:custGeom>
              <a:rect b="b" l="l" r="r" t="t"/>
              <a:pathLst>
                <a:path extrusionOk="0" h="92" w="225">
                  <a:moveTo>
                    <a:pt x="60" y="0"/>
                  </a:moveTo>
                  <a:cubicBezTo>
                    <a:pt x="41" y="0"/>
                    <a:pt x="21" y="1"/>
                    <a:pt x="0" y="1"/>
                  </a:cubicBezTo>
                  <a:cubicBezTo>
                    <a:pt x="60" y="91"/>
                    <a:pt x="135" y="91"/>
                    <a:pt x="225" y="91"/>
                  </a:cubicBezTo>
                  <a:cubicBezTo>
                    <a:pt x="178" y="10"/>
                    <a:pt x="124" y="0"/>
                    <a:pt x="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6"/>
            <p:cNvSpPr/>
            <p:nvPr/>
          </p:nvSpPr>
          <p:spPr>
            <a:xfrm>
              <a:off x="-2271065" y="1788105"/>
              <a:ext cx="9236" cy="3983"/>
            </a:xfrm>
            <a:custGeom>
              <a:rect b="b" l="l" r="r" t="t"/>
              <a:pathLst>
                <a:path extrusionOk="0" h="91" w="211">
                  <a:moveTo>
                    <a:pt x="50" y="0"/>
                  </a:moveTo>
                  <a:cubicBezTo>
                    <a:pt x="34" y="0"/>
                    <a:pt x="17" y="1"/>
                    <a:pt x="1" y="1"/>
                  </a:cubicBezTo>
                  <a:cubicBezTo>
                    <a:pt x="45" y="91"/>
                    <a:pt x="135" y="76"/>
                    <a:pt x="211" y="91"/>
                  </a:cubicBezTo>
                  <a:cubicBezTo>
                    <a:pt x="175" y="9"/>
                    <a:pt x="112" y="0"/>
                    <a:pt x="5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6"/>
            <p:cNvSpPr/>
            <p:nvPr/>
          </p:nvSpPr>
          <p:spPr>
            <a:xfrm>
              <a:off x="-1494484" y="1671274"/>
              <a:ext cx="4684" cy="11206"/>
            </a:xfrm>
            <a:custGeom>
              <a:rect b="b" l="l" r="r" t="t"/>
              <a:pathLst>
                <a:path extrusionOk="0" h="256" w="107">
                  <a:moveTo>
                    <a:pt x="16" y="0"/>
                  </a:moveTo>
                  <a:cubicBezTo>
                    <a:pt x="16" y="90"/>
                    <a:pt x="1" y="196"/>
                    <a:pt x="91" y="256"/>
                  </a:cubicBezTo>
                  <a:cubicBezTo>
                    <a:pt x="91" y="166"/>
                    <a:pt x="106" y="60"/>
                    <a:pt x="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1513481" y="1755318"/>
              <a:ext cx="3983" cy="11206"/>
            </a:xfrm>
            <a:custGeom>
              <a:rect b="b" l="l" r="r" t="t"/>
              <a:pathLst>
                <a:path extrusionOk="0" h="256" w="91">
                  <a:moveTo>
                    <a:pt x="15" y="0"/>
                  </a:moveTo>
                  <a:cubicBezTo>
                    <a:pt x="15" y="90"/>
                    <a:pt x="0" y="196"/>
                    <a:pt x="90" y="256"/>
                  </a:cubicBezTo>
                  <a:cubicBezTo>
                    <a:pt x="90" y="166"/>
                    <a:pt x="90" y="60"/>
                    <a:pt x="1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2349200" y="1499945"/>
              <a:ext cx="4640" cy="11206"/>
            </a:xfrm>
            <a:custGeom>
              <a:rect b="b" l="l" r="r" t="t"/>
              <a:pathLst>
                <a:path extrusionOk="0" h="256" w="106">
                  <a:moveTo>
                    <a:pt x="90" y="1"/>
                  </a:moveTo>
                  <a:lnTo>
                    <a:pt x="90" y="1"/>
                  </a:lnTo>
                  <a:cubicBezTo>
                    <a:pt x="0" y="61"/>
                    <a:pt x="16" y="165"/>
                    <a:pt x="16" y="255"/>
                  </a:cubicBezTo>
                  <a:cubicBezTo>
                    <a:pt x="106" y="195"/>
                    <a:pt x="90" y="91"/>
                    <a:pt x="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
            <p:cNvSpPr/>
            <p:nvPr/>
          </p:nvSpPr>
          <p:spPr>
            <a:xfrm>
              <a:off x="-1146530" y="1492723"/>
              <a:ext cx="5953" cy="7266"/>
            </a:xfrm>
            <a:custGeom>
              <a:rect b="b" l="l" r="r" t="t"/>
              <a:pathLst>
                <a:path extrusionOk="0" h="166" w="136">
                  <a:moveTo>
                    <a:pt x="136" y="0"/>
                  </a:moveTo>
                  <a:cubicBezTo>
                    <a:pt x="46" y="0"/>
                    <a:pt x="0" y="60"/>
                    <a:pt x="0" y="166"/>
                  </a:cubicBezTo>
                  <a:lnTo>
                    <a:pt x="60" y="166"/>
                  </a:lnTo>
                  <a:cubicBezTo>
                    <a:pt x="90" y="136"/>
                    <a:pt x="120" y="106"/>
                    <a:pt x="136" y="76"/>
                  </a:cubicBezTo>
                  <a:lnTo>
                    <a:pt x="1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6"/>
            <p:cNvSpPr/>
            <p:nvPr/>
          </p:nvSpPr>
          <p:spPr>
            <a:xfrm>
              <a:off x="-1992098" y="1868647"/>
              <a:ext cx="6610" cy="3546"/>
            </a:xfrm>
            <a:custGeom>
              <a:rect b="b" l="l" r="r" t="t"/>
              <a:pathLst>
                <a:path extrusionOk="0" h="81" w="151">
                  <a:moveTo>
                    <a:pt x="41" y="1"/>
                  </a:moveTo>
                  <a:cubicBezTo>
                    <a:pt x="28" y="1"/>
                    <a:pt x="14" y="3"/>
                    <a:pt x="1" y="6"/>
                  </a:cubicBezTo>
                  <a:cubicBezTo>
                    <a:pt x="46" y="66"/>
                    <a:pt x="91" y="81"/>
                    <a:pt x="151" y="81"/>
                  </a:cubicBezTo>
                  <a:cubicBezTo>
                    <a:pt x="128" y="23"/>
                    <a:pt x="86" y="1"/>
                    <a:pt x="4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
            <p:cNvSpPr/>
            <p:nvPr/>
          </p:nvSpPr>
          <p:spPr>
            <a:xfrm>
              <a:off x="-2309804" y="1496006"/>
              <a:ext cx="3327" cy="7923"/>
            </a:xfrm>
            <a:custGeom>
              <a:rect b="b" l="l" r="r" t="t"/>
              <a:pathLst>
                <a:path extrusionOk="0" h="181" w="76">
                  <a:moveTo>
                    <a:pt x="0" y="1"/>
                  </a:moveTo>
                  <a:cubicBezTo>
                    <a:pt x="0" y="75"/>
                    <a:pt x="16" y="135"/>
                    <a:pt x="76" y="181"/>
                  </a:cubicBezTo>
                  <a:cubicBezTo>
                    <a:pt x="76" y="105"/>
                    <a:pt x="60" y="45"/>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1860122" y="1846586"/>
              <a:ext cx="7266" cy="3458"/>
            </a:xfrm>
            <a:custGeom>
              <a:rect b="b" l="l" r="r" t="t"/>
              <a:pathLst>
                <a:path extrusionOk="0" h="79" w="166">
                  <a:moveTo>
                    <a:pt x="165" y="0"/>
                  </a:moveTo>
                  <a:cubicBezTo>
                    <a:pt x="105" y="0"/>
                    <a:pt x="45" y="15"/>
                    <a:pt x="1" y="75"/>
                  </a:cubicBezTo>
                  <a:cubicBezTo>
                    <a:pt x="14" y="77"/>
                    <a:pt x="26" y="79"/>
                    <a:pt x="38" y="79"/>
                  </a:cubicBezTo>
                  <a:cubicBezTo>
                    <a:pt x="91" y="79"/>
                    <a:pt x="129" y="50"/>
                    <a:pt x="1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1149813" y="1499945"/>
              <a:ext cx="3327" cy="7266"/>
            </a:xfrm>
            <a:custGeom>
              <a:rect b="b" l="l" r="r" t="t"/>
              <a:pathLst>
                <a:path extrusionOk="0" h="166" w="76">
                  <a:moveTo>
                    <a:pt x="75" y="1"/>
                  </a:moveTo>
                  <a:lnTo>
                    <a:pt x="75" y="1"/>
                  </a:lnTo>
                  <a:cubicBezTo>
                    <a:pt x="15" y="45"/>
                    <a:pt x="1" y="105"/>
                    <a:pt x="1" y="165"/>
                  </a:cubicBezTo>
                  <a:cubicBezTo>
                    <a:pt x="61" y="135"/>
                    <a:pt x="75" y="75"/>
                    <a:pt x="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1188552" y="1503228"/>
              <a:ext cx="6610" cy="3983"/>
            </a:xfrm>
            <a:custGeom>
              <a:rect b="b" l="l" r="r" t="t"/>
              <a:pathLst>
                <a:path extrusionOk="0" h="91" w="151">
                  <a:moveTo>
                    <a:pt x="150" y="0"/>
                  </a:moveTo>
                  <a:lnTo>
                    <a:pt x="150" y="0"/>
                  </a:lnTo>
                  <a:cubicBezTo>
                    <a:pt x="90" y="16"/>
                    <a:pt x="30" y="30"/>
                    <a:pt x="0" y="90"/>
                  </a:cubicBezTo>
                  <a:cubicBezTo>
                    <a:pt x="60" y="90"/>
                    <a:pt x="120" y="76"/>
                    <a:pt x="15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075661" y="1842646"/>
              <a:ext cx="5997" cy="3983"/>
            </a:xfrm>
            <a:custGeom>
              <a:rect b="b" l="l" r="r" t="t"/>
              <a:pathLst>
                <a:path extrusionOk="0" h="91" w="137">
                  <a:moveTo>
                    <a:pt x="1" y="0"/>
                  </a:moveTo>
                  <a:cubicBezTo>
                    <a:pt x="16" y="75"/>
                    <a:pt x="76" y="90"/>
                    <a:pt x="136" y="90"/>
                  </a:cubicBezTo>
                  <a:cubicBezTo>
                    <a:pt x="106" y="30"/>
                    <a:pt x="61" y="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1487217" y="1842646"/>
              <a:ext cx="3283" cy="7923"/>
            </a:xfrm>
            <a:custGeom>
              <a:rect b="b" l="l" r="r" t="t"/>
              <a:pathLst>
                <a:path extrusionOk="0" h="181" w="75">
                  <a:moveTo>
                    <a:pt x="75" y="0"/>
                  </a:moveTo>
                  <a:lnTo>
                    <a:pt x="75" y="0"/>
                  </a:lnTo>
                  <a:cubicBezTo>
                    <a:pt x="15" y="45"/>
                    <a:pt x="0" y="105"/>
                    <a:pt x="0" y="180"/>
                  </a:cubicBezTo>
                  <a:cubicBezTo>
                    <a:pt x="60" y="135"/>
                    <a:pt x="75" y="75"/>
                    <a:pt x="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a:off x="-1178703" y="1507168"/>
              <a:ext cx="3327" cy="7266"/>
            </a:xfrm>
            <a:custGeom>
              <a:rect b="b" l="l" r="r" t="t"/>
              <a:pathLst>
                <a:path extrusionOk="0" h="166" w="76">
                  <a:moveTo>
                    <a:pt x="75" y="0"/>
                  </a:moveTo>
                  <a:cubicBezTo>
                    <a:pt x="15" y="46"/>
                    <a:pt x="1" y="106"/>
                    <a:pt x="1" y="166"/>
                  </a:cubicBezTo>
                  <a:cubicBezTo>
                    <a:pt x="61" y="136"/>
                    <a:pt x="75" y="76"/>
                    <a:pt x="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6"/>
            <p:cNvSpPr/>
            <p:nvPr/>
          </p:nvSpPr>
          <p:spPr>
            <a:xfrm>
              <a:off x="-1464893" y="1799310"/>
              <a:ext cx="3283" cy="7222"/>
            </a:xfrm>
            <a:custGeom>
              <a:rect b="b" l="l" r="r" t="t"/>
              <a:pathLst>
                <a:path extrusionOk="0" h="165" w="75">
                  <a:moveTo>
                    <a:pt x="74" y="0"/>
                  </a:moveTo>
                  <a:cubicBezTo>
                    <a:pt x="14" y="30"/>
                    <a:pt x="0" y="90"/>
                    <a:pt x="0" y="165"/>
                  </a:cubicBezTo>
                  <a:cubicBezTo>
                    <a:pt x="60" y="135"/>
                    <a:pt x="74" y="60"/>
                    <a:pt x="7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2274348" y="1800142"/>
              <a:ext cx="6610" cy="4596"/>
            </a:xfrm>
            <a:custGeom>
              <a:rect b="b" l="l" r="r" t="t"/>
              <a:pathLst>
                <a:path extrusionOk="0" h="105" w="151">
                  <a:moveTo>
                    <a:pt x="75" y="0"/>
                  </a:moveTo>
                  <a:cubicBezTo>
                    <a:pt x="49" y="0"/>
                    <a:pt x="23" y="19"/>
                    <a:pt x="0" y="56"/>
                  </a:cubicBezTo>
                  <a:lnTo>
                    <a:pt x="0" y="71"/>
                  </a:lnTo>
                  <a:cubicBezTo>
                    <a:pt x="23" y="94"/>
                    <a:pt x="45" y="105"/>
                    <a:pt x="68" y="105"/>
                  </a:cubicBezTo>
                  <a:cubicBezTo>
                    <a:pt x="90" y="105"/>
                    <a:pt x="113" y="94"/>
                    <a:pt x="136" y="71"/>
                  </a:cubicBezTo>
                  <a:lnTo>
                    <a:pt x="150" y="56"/>
                  </a:lnTo>
                  <a:cubicBezTo>
                    <a:pt x="128" y="19"/>
                    <a:pt x="102" y="0"/>
                    <a:pt x="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a:off x="-1509542" y="1766481"/>
              <a:ext cx="3283" cy="7222"/>
            </a:xfrm>
            <a:custGeom>
              <a:rect b="b" l="l" r="r" t="t"/>
              <a:pathLst>
                <a:path extrusionOk="0" h="165" w="75">
                  <a:moveTo>
                    <a:pt x="0" y="1"/>
                  </a:moveTo>
                  <a:cubicBezTo>
                    <a:pt x="0" y="61"/>
                    <a:pt x="15" y="135"/>
                    <a:pt x="75" y="165"/>
                  </a:cubicBezTo>
                  <a:cubicBezTo>
                    <a:pt x="75" y="91"/>
                    <a:pt x="60" y="3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
            <p:cNvSpPr/>
            <p:nvPr/>
          </p:nvSpPr>
          <p:spPr>
            <a:xfrm>
              <a:off x="-1879163" y="1547220"/>
              <a:ext cx="3327" cy="7222"/>
            </a:xfrm>
            <a:custGeom>
              <a:rect b="b" l="l" r="r" t="t"/>
              <a:pathLst>
                <a:path extrusionOk="0" h="165" w="76">
                  <a:moveTo>
                    <a:pt x="0" y="1"/>
                  </a:moveTo>
                  <a:cubicBezTo>
                    <a:pt x="0" y="75"/>
                    <a:pt x="16" y="135"/>
                    <a:pt x="76" y="165"/>
                  </a:cubicBezTo>
                  <a:cubicBezTo>
                    <a:pt x="76" y="105"/>
                    <a:pt x="60" y="45"/>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
            <p:cNvSpPr/>
            <p:nvPr/>
          </p:nvSpPr>
          <p:spPr>
            <a:xfrm>
              <a:off x="-1872597" y="1568844"/>
              <a:ext cx="3327" cy="7923"/>
            </a:xfrm>
            <a:custGeom>
              <a:rect b="b" l="l" r="r" t="t"/>
              <a:pathLst>
                <a:path extrusionOk="0" h="181" w="76">
                  <a:moveTo>
                    <a:pt x="0" y="1"/>
                  </a:moveTo>
                  <a:cubicBezTo>
                    <a:pt x="0" y="76"/>
                    <a:pt x="16" y="136"/>
                    <a:pt x="76" y="181"/>
                  </a:cubicBezTo>
                  <a:cubicBezTo>
                    <a:pt x="76" y="106"/>
                    <a:pt x="60" y="46"/>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2181155" y="1682436"/>
              <a:ext cx="3370" cy="7266"/>
            </a:xfrm>
            <a:custGeom>
              <a:rect b="b" l="l" r="r" t="t"/>
              <a:pathLst>
                <a:path extrusionOk="0" h="166" w="77">
                  <a:moveTo>
                    <a:pt x="1" y="1"/>
                  </a:moveTo>
                  <a:cubicBezTo>
                    <a:pt x="1" y="75"/>
                    <a:pt x="16" y="135"/>
                    <a:pt x="76" y="165"/>
                  </a:cubicBezTo>
                  <a:cubicBezTo>
                    <a:pt x="76" y="91"/>
                    <a:pt x="61" y="3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2213284" y="1675213"/>
              <a:ext cx="3283" cy="7266"/>
            </a:xfrm>
            <a:custGeom>
              <a:rect b="b" l="l" r="r" t="t"/>
              <a:pathLst>
                <a:path extrusionOk="0" h="166" w="75">
                  <a:moveTo>
                    <a:pt x="0" y="0"/>
                  </a:moveTo>
                  <a:cubicBezTo>
                    <a:pt x="0" y="76"/>
                    <a:pt x="15" y="136"/>
                    <a:pt x="60" y="166"/>
                  </a:cubicBezTo>
                  <a:cubicBezTo>
                    <a:pt x="75" y="90"/>
                    <a:pt x="60" y="30"/>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1478025" y="1613493"/>
              <a:ext cx="3983" cy="7310"/>
            </a:xfrm>
            <a:custGeom>
              <a:rect b="b" l="l" r="r" t="t"/>
              <a:pathLst>
                <a:path extrusionOk="0" h="167" w="91">
                  <a:moveTo>
                    <a:pt x="0" y="1"/>
                  </a:moveTo>
                  <a:cubicBezTo>
                    <a:pt x="15" y="61"/>
                    <a:pt x="15" y="121"/>
                    <a:pt x="74" y="166"/>
                  </a:cubicBezTo>
                  <a:cubicBezTo>
                    <a:pt x="90" y="91"/>
                    <a:pt x="74" y="3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2216611" y="1668034"/>
              <a:ext cx="3370" cy="7222"/>
            </a:xfrm>
            <a:custGeom>
              <a:rect b="b" l="l" r="r" t="t"/>
              <a:pathLst>
                <a:path extrusionOk="0" h="165" w="77">
                  <a:moveTo>
                    <a:pt x="1" y="0"/>
                  </a:moveTo>
                  <a:cubicBezTo>
                    <a:pt x="1" y="60"/>
                    <a:pt x="16" y="120"/>
                    <a:pt x="76" y="164"/>
                  </a:cubicBezTo>
                  <a:cubicBezTo>
                    <a:pt x="76" y="90"/>
                    <a:pt x="61" y="3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1500349" y="1686375"/>
              <a:ext cx="3283" cy="3327"/>
            </a:xfrm>
            <a:custGeom>
              <a:rect b="b" l="l" r="r" t="t"/>
              <a:pathLst>
                <a:path extrusionOk="0" h="76" w="75">
                  <a:moveTo>
                    <a:pt x="0" y="1"/>
                  </a:moveTo>
                  <a:cubicBezTo>
                    <a:pt x="30" y="31"/>
                    <a:pt x="45" y="61"/>
                    <a:pt x="75" y="75"/>
                  </a:cubicBezTo>
                  <a:cubicBezTo>
                    <a:pt x="60" y="31"/>
                    <a:pt x="30" y="15"/>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a:off x="-1497110" y="1689658"/>
              <a:ext cx="3370" cy="3983"/>
            </a:xfrm>
            <a:custGeom>
              <a:rect b="b" l="l" r="r" t="t"/>
              <a:pathLst>
                <a:path extrusionOk="0" h="91" w="77">
                  <a:moveTo>
                    <a:pt x="1" y="0"/>
                  </a:moveTo>
                  <a:lnTo>
                    <a:pt x="1" y="0"/>
                  </a:lnTo>
                  <a:cubicBezTo>
                    <a:pt x="31" y="30"/>
                    <a:pt x="46" y="60"/>
                    <a:pt x="76" y="90"/>
                  </a:cubicBezTo>
                  <a:cubicBezTo>
                    <a:pt x="61" y="46"/>
                    <a:pt x="46" y="16"/>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a:off x="-1872597" y="1543894"/>
              <a:ext cx="3327" cy="3370"/>
            </a:xfrm>
            <a:custGeom>
              <a:rect b="b" l="l" r="r" t="t"/>
              <a:pathLst>
                <a:path extrusionOk="0" h="77" w="76">
                  <a:moveTo>
                    <a:pt x="0" y="1"/>
                  </a:moveTo>
                  <a:cubicBezTo>
                    <a:pt x="16" y="31"/>
                    <a:pt x="46" y="47"/>
                    <a:pt x="76" y="77"/>
                  </a:cubicBezTo>
                  <a:cubicBezTo>
                    <a:pt x="46" y="47"/>
                    <a:pt x="16" y="3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1875880" y="1539998"/>
              <a:ext cx="3327" cy="3940"/>
            </a:xfrm>
            <a:custGeom>
              <a:rect b="b" l="l" r="r" t="t"/>
              <a:pathLst>
                <a:path extrusionOk="0" h="90" w="76">
                  <a:moveTo>
                    <a:pt x="1" y="0"/>
                  </a:moveTo>
                  <a:cubicBezTo>
                    <a:pt x="15" y="30"/>
                    <a:pt x="45" y="60"/>
                    <a:pt x="75" y="90"/>
                  </a:cubicBezTo>
                  <a:cubicBezTo>
                    <a:pt x="45" y="60"/>
                    <a:pt x="15" y="3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1506303" y="1773659"/>
              <a:ext cx="2670" cy="3370"/>
            </a:xfrm>
            <a:custGeom>
              <a:rect b="b" l="l" r="r" t="t"/>
              <a:pathLst>
                <a:path extrusionOk="0" h="77" w="61">
                  <a:moveTo>
                    <a:pt x="1" y="1"/>
                  </a:moveTo>
                  <a:lnTo>
                    <a:pt x="1" y="1"/>
                  </a:lnTo>
                  <a:cubicBezTo>
                    <a:pt x="16" y="31"/>
                    <a:pt x="46" y="47"/>
                    <a:pt x="61" y="77"/>
                  </a:cubicBezTo>
                  <a:cubicBezTo>
                    <a:pt x="61" y="47"/>
                    <a:pt x="31" y="17"/>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2351126" y="1485500"/>
              <a:ext cx="2626" cy="3327"/>
            </a:xfrm>
            <a:custGeom>
              <a:rect b="b" l="l" r="r" t="t"/>
              <a:pathLst>
                <a:path extrusionOk="0" h="76" w="60">
                  <a:moveTo>
                    <a:pt x="60" y="1"/>
                  </a:moveTo>
                  <a:lnTo>
                    <a:pt x="60" y="1"/>
                  </a:lnTo>
                  <a:cubicBezTo>
                    <a:pt x="30" y="15"/>
                    <a:pt x="0" y="31"/>
                    <a:pt x="0" y="75"/>
                  </a:cubicBezTo>
                  <a:cubicBezTo>
                    <a:pt x="14" y="45"/>
                    <a:pt x="44" y="15"/>
                    <a:pt x="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2287480" y="1448774"/>
              <a:ext cx="3983" cy="3940"/>
            </a:xfrm>
            <a:custGeom>
              <a:rect b="b" l="l" r="r" t="t"/>
              <a:pathLst>
                <a:path extrusionOk="0" h="90" w="91">
                  <a:moveTo>
                    <a:pt x="90" y="90"/>
                  </a:moveTo>
                  <a:lnTo>
                    <a:pt x="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1181986" y="1514390"/>
              <a:ext cx="3327" cy="3983"/>
            </a:xfrm>
            <a:custGeom>
              <a:rect b="b" l="l" r="r" t="t"/>
              <a:pathLst>
                <a:path extrusionOk="0" h="91" w="76">
                  <a:moveTo>
                    <a:pt x="76" y="1"/>
                  </a:moveTo>
                  <a:cubicBezTo>
                    <a:pt x="46" y="31"/>
                    <a:pt x="30" y="61"/>
                    <a:pt x="0" y="91"/>
                  </a:cubicBezTo>
                  <a:cubicBezTo>
                    <a:pt x="30" y="61"/>
                    <a:pt x="46" y="31"/>
                    <a:pt x="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6"/>
            <p:cNvSpPr/>
            <p:nvPr/>
          </p:nvSpPr>
          <p:spPr>
            <a:xfrm>
              <a:off x="-1082227" y="1809816"/>
              <a:ext cx="2670" cy="3983"/>
            </a:xfrm>
            <a:custGeom>
              <a:rect b="b" l="l" r="r" t="t"/>
              <a:pathLst>
                <a:path extrusionOk="0" h="91" w="61">
                  <a:moveTo>
                    <a:pt x="1" y="0"/>
                  </a:moveTo>
                  <a:cubicBezTo>
                    <a:pt x="16" y="30"/>
                    <a:pt x="46" y="60"/>
                    <a:pt x="61" y="90"/>
                  </a:cubicBezTo>
                  <a:cubicBezTo>
                    <a:pt x="46" y="60"/>
                    <a:pt x="16" y="3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p:nvPr/>
          </p:nvSpPr>
          <p:spPr>
            <a:xfrm>
              <a:off x="-1088793" y="1817695"/>
              <a:ext cx="3370" cy="3283"/>
            </a:xfrm>
            <a:custGeom>
              <a:rect b="b" l="l" r="r" t="t"/>
              <a:pathLst>
                <a:path extrusionOk="0" h="75" w="77">
                  <a:moveTo>
                    <a:pt x="76" y="75"/>
                  </a:moveTo>
                  <a:lnTo>
                    <a:pt x="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1866031" y="1842646"/>
              <a:ext cx="2670" cy="3983"/>
            </a:xfrm>
            <a:custGeom>
              <a:rect b="b" l="l" r="r" t="t"/>
              <a:pathLst>
                <a:path extrusionOk="0" h="91" w="61">
                  <a:moveTo>
                    <a:pt x="60" y="0"/>
                  </a:moveTo>
                  <a:cubicBezTo>
                    <a:pt x="46" y="30"/>
                    <a:pt x="16" y="60"/>
                    <a:pt x="0" y="90"/>
                  </a:cubicBezTo>
                  <a:cubicBezTo>
                    <a:pt x="16" y="60"/>
                    <a:pt x="46" y="30"/>
                    <a:pt x="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a:off x="-1162945" y="1503228"/>
              <a:ext cx="3327" cy="3983"/>
            </a:xfrm>
            <a:custGeom>
              <a:rect b="b" l="l" r="r" t="t"/>
              <a:pathLst>
                <a:path extrusionOk="0" h="91" w="76">
                  <a:moveTo>
                    <a:pt x="1" y="90"/>
                  </a:moveTo>
                  <a:cubicBezTo>
                    <a:pt x="31" y="60"/>
                    <a:pt x="61" y="30"/>
                    <a:pt x="75" y="0"/>
                  </a:cubicBezTo>
                  <a:cubicBezTo>
                    <a:pt x="61" y="30"/>
                    <a:pt x="31" y="60"/>
                    <a:pt x="1" y="9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1175420" y="1503885"/>
              <a:ext cx="3327" cy="3327"/>
            </a:xfrm>
            <a:custGeom>
              <a:rect b="b" l="l" r="r" t="t"/>
              <a:pathLst>
                <a:path extrusionOk="0" h="76" w="76">
                  <a:moveTo>
                    <a:pt x="76" y="1"/>
                  </a:moveTo>
                  <a:cubicBezTo>
                    <a:pt x="46" y="31"/>
                    <a:pt x="30" y="61"/>
                    <a:pt x="0" y="75"/>
                  </a:cubicBezTo>
                  <a:cubicBezTo>
                    <a:pt x="30" y="61"/>
                    <a:pt x="46" y="31"/>
                    <a:pt x="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1181986" y="1500602"/>
              <a:ext cx="3327" cy="3327"/>
            </a:xfrm>
            <a:custGeom>
              <a:rect b="b" l="l" r="r" t="t"/>
              <a:pathLst>
                <a:path extrusionOk="0" h="76" w="76">
                  <a:moveTo>
                    <a:pt x="0" y="76"/>
                  </a:moveTo>
                  <a:cubicBezTo>
                    <a:pt x="30" y="46"/>
                    <a:pt x="46" y="16"/>
                    <a:pt x="76" y="0"/>
                  </a:cubicBezTo>
                  <a:cubicBezTo>
                    <a:pt x="46" y="16"/>
                    <a:pt x="30" y="46"/>
                    <a:pt x="0" y="76"/>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1069708" y="1846586"/>
              <a:ext cx="3283" cy="3283"/>
            </a:xfrm>
            <a:custGeom>
              <a:rect b="b" l="l" r="r" t="t"/>
              <a:pathLst>
                <a:path extrusionOk="0" h="75" w="75">
                  <a:moveTo>
                    <a:pt x="0" y="0"/>
                  </a:moveTo>
                  <a:lnTo>
                    <a:pt x="75" y="75"/>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1480651" y="1850525"/>
              <a:ext cx="2670" cy="3283"/>
            </a:xfrm>
            <a:custGeom>
              <a:rect b="b" l="l" r="r" t="t"/>
              <a:pathLst>
                <a:path extrusionOk="0" h="75" w="61">
                  <a:moveTo>
                    <a:pt x="0" y="75"/>
                  </a:moveTo>
                  <a:cubicBezTo>
                    <a:pt x="15" y="45"/>
                    <a:pt x="45" y="15"/>
                    <a:pt x="60" y="0"/>
                  </a:cubicBezTo>
                  <a:cubicBezTo>
                    <a:pt x="45" y="15"/>
                    <a:pt x="15" y="45"/>
                    <a:pt x="0" y="75"/>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1017881" y="1857091"/>
              <a:ext cx="2670" cy="4596"/>
            </a:xfrm>
            <a:custGeom>
              <a:rect b="b" l="l" r="r" t="t"/>
              <a:pathLst>
                <a:path extrusionOk="0" h="105" w="61">
                  <a:moveTo>
                    <a:pt x="0" y="0"/>
                  </a:moveTo>
                  <a:cubicBezTo>
                    <a:pt x="16" y="45"/>
                    <a:pt x="46" y="75"/>
                    <a:pt x="60" y="105"/>
                  </a:cubicBezTo>
                  <a:cubicBezTo>
                    <a:pt x="46" y="75"/>
                    <a:pt x="16" y="45"/>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1995337" y="1864970"/>
              <a:ext cx="3283" cy="3983"/>
            </a:xfrm>
            <a:custGeom>
              <a:rect b="b" l="l" r="r" t="t"/>
              <a:pathLst>
                <a:path extrusionOk="0" h="91" w="75">
                  <a:moveTo>
                    <a:pt x="0" y="0"/>
                  </a:moveTo>
                  <a:cubicBezTo>
                    <a:pt x="30" y="30"/>
                    <a:pt x="60" y="60"/>
                    <a:pt x="75" y="90"/>
                  </a:cubicBezTo>
                  <a:cubicBezTo>
                    <a:pt x="60" y="60"/>
                    <a:pt x="30" y="30"/>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1146530" y="1481560"/>
              <a:ext cx="3327" cy="3983"/>
            </a:xfrm>
            <a:custGeom>
              <a:rect b="b" l="l" r="r" t="t"/>
              <a:pathLst>
                <a:path extrusionOk="0" h="91" w="76">
                  <a:moveTo>
                    <a:pt x="0" y="91"/>
                  </a:moveTo>
                  <a:cubicBezTo>
                    <a:pt x="30" y="61"/>
                    <a:pt x="46" y="31"/>
                    <a:pt x="76" y="1"/>
                  </a:cubicBezTo>
                  <a:cubicBezTo>
                    <a:pt x="46" y="31"/>
                    <a:pt x="30" y="61"/>
                    <a:pt x="0" y="9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1015254" y="1883355"/>
              <a:ext cx="3370" cy="3283"/>
            </a:xfrm>
            <a:custGeom>
              <a:rect b="b" l="l" r="r" t="t"/>
              <a:pathLst>
                <a:path extrusionOk="0" h="75" w="77">
                  <a:moveTo>
                    <a:pt x="76" y="74"/>
                  </a:moveTo>
                  <a:cubicBezTo>
                    <a:pt x="60" y="44"/>
                    <a:pt x="30" y="30"/>
                    <a:pt x="0" y="0"/>
                  </a:cubicBezTo>
                  <a:cubicBezTo>
                    <a:pt x="30" y="30"/>
                    <a:pt x="60" y="44"/>
                    <a:pt x="76" y="7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1150470" y="1485500"/>
              <a:ext cx="3983" cy="3983"/>
            </a:xfrm>
            <a:custGeom>
              <a:rect b="b" l="l" r="r" t="t"/>
              <a:pathLst>
                <a:path extrusionOk="0" h="91" w="91">
                  <a:moveTo>
                    <a:pt x="16" y="1"/>
                  </a:moveTo>
                  <a:cubicBezTo>
                    <a:pt x="16" y="1"/>
                    <a:pt x="16" y="15"/>
                    <a:pt x="0" y="31"/>
                  </a:cubicBezTo>
                  <a:cubicBezTo>
                    <a:pt x="0" y="45"/>
                    <a:pt x="0" y="61"/>
                    <a:pt x="16" y="75"/>
                  </a:cubicBezTo>
                  <a:lnTo>
                    <a:pt x="16" y="91"/>
                  </a:lnTo>
                  <a:cubicBezTo>
                    <a:pt x="46" y="61"/>
                    <a:pt x="60" y="31"/>
                    <a:pt x="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6"/>
            <p:cNvSpPr/>
            <p:nvPr/>
          </p:nvSpPr>
          <p:spPr>
            <a:xfrm>
              <a:off x="-1011927" y="1886594"/>
              <a:ext cx="3283" cy="3983"/>
            </a:xfrm>
            <a:custGeom>
              <a:rect b="b" l="l" r="r" t="t"/>
              <a:pathLst>
                <a:path extrusionOk="0" h="91" w="75">
                  <a:moveTo>
                    <a:pt x="74" y="90"/>
                  </a:moveTo>
                  <a:cubicBezTo>
                    <a:pt x="60" y="60"/>
                    <a:pt x="30" y="30"/>
                    <a:pt x="0" y="0"/>
                  </a:cubicBezTo>
                  <a:cubicBezTo>
                    <a:pt x="30" y="30"/>
                    <a:pt x="60" y="60"/>
                    <a:pt x="74" y="9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
            <p:cNvSpPr/>
            <p:nvPr/>
          </p:nvSpPr>
          <p:spPr>
            <a:xfrm>
              <a:off x="-1072334" y="1828201"/>
              <a:ext cx="5909" cy="7222"/>
            </a:xfrm>
            <a:custGeom>
              <a:rect b="b" l="l" r="r" t="t"/>
              <a:pathLst>
                <a:path extrusionOk="0" h="165" w="135">
                  <a:moveTo>
                    <a:pt x="75" y="0"/>
                  </a:moveTo>
                  <a:cubicBezTo>
                    <a:pt x="45" y="30"/>
                    <a:pt x="15" y="60"/>
                    <a:pt x="0" y="90"/>
                  </a:cubicBezTo>
                  <a:cubicBezTo>
                    <a:pt x="30" y="150"/>
                    <a:pt x="75" y="165"/>
                    <a:pt x="135" y="165"/>
                  </a:cubicBezTo>
                  <a:cubicBezTo>
                    <a:pt x="135" y="105"/>
                    <a:pt x="120" y="45"/>
                    <a:pt x="7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1076274" y="1828201"/>
              <a:ext cx="3283" cy="3983"/>
            </a:xfrm>
            <a:custGeom>
              <a:rect b="b" l="l" r="r" t="t"/>
              <a:pathLst>
                <a:path extrusionOk="0" h="91" w="75">
                  <a:moveTo>
                    <a:pt x="0" y="0"/>
                  </a:moveTo>
                  <a:cubicBezTo>
                    <a:pt x="30" y="30"/>
                    <a:pt x="60" y="60"/>
                    <a:pt x="75" y="90"/>
                  </a:cubicBezTo>
                  <a:cubicBezTo>
                    <a:pt x="60" y="60"/>
                    <a:pt x="30" y="30"/>
                    <a:pt x="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1066469" y="1835380"/>
              <a:ext cx="1357" cy="1795"/>
            </a:xfrm>
            <a:custGeom>
              <a:rect b="b" l="l" r="r" t="t"/>
              <a:pathLst>
                <a:path extrusionOk="0" h="41" w="31">
                  <a:moveTo>
                    <a:pt x="1" y="1"/>
                  </a:moveTo>
                  <a:lnTo>
                    <a:pt x="1" y="1"/>
                  </a:lnTo>
                  <a:cubicBezTo>
                    <a:pt x="11" y="29"/>
                    <a:pt x="20" y="40"/>
                    <a:pt x="25" y="40"/>
                  </a:cubicBezTo>
                  <a:cubicBezTo>
                    <a:pt x="29" y="40"/>
                    <a:pt x="31" y="36"/>
                    <a:pt x="31" y="31"/>
                  </a:cubicBezTo>
                  <a:cubicBezTo>
                    <a:pt x="31" y="16"/>
                    <a:pt x="16" y="16"/>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1168855" y="1489440"/>
              <a:ext cx="3327" cy="3327"/>
            </a:xfrm>
            <a:custGeom>
              <a:rect b="b" l="l" r="r" t="t"/>
              <a:pathLst>
                <a:path extrusionOk="0" h="76" w="76">
                  <a:moveTo>
                    <a:pt x="76" y="1"/>
                  </a:moveTo>
                  <a:cubicBezTo>
                    <a:pt x="46" y="31"/>
                    <a:pt x="16" y="45"/>
                    <a:pt x="0" y="75"/>
                  </a:cubicBezTo>
                  <a:cubicBezTo>
                    <a:pt x="16" y="45"/>
                    <a:pt x="46" y="31"/>
                    <a:pt x="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6"/>
            <p:cNvSpPr/>
            <p:nvPr/>
          </p:nvSpPr>
          <p:spPr>
            <a:xfrm>
              <a:off x="-1153096" y="1485500"/>
              <a:ext cx="3327" cy="3983"/>
            </a:xfrm>
            <a:custGeom>
              <a:rect b="b" l="l" r="r" t="t"/>
              <a:pathLst>
                <a:path extrusionOk="0" h="91" w="76">
                  <a:moveTo>
                    <a:pt x="76" y="1"/>
                  </a:moveTo>
                  <a:cubicBezTo>
                    <a:pt x="60" y="31"/>
                    <a:pt x="30" y="61"/>
                    <a:pt x="0" y="91"/>
                  </a:cubicBezTo>
                  <a:cubicBezTo>
                    <a:pt x="30" y="91"/>
                    <a:pt x="46" y="91"/>
                    <a:pt x="76" y="75"/>
                  </a:cubicBezTo>
                  <a:lnTo>
                    <a:pt x="7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6"/>
            <p:cNvSpPr/>
            <p:nvPr/>
          </p:nvSpPr>
          <p:spPr>
            <a:xfrm>
              <a:off x="-1823352" y="1857704"/>
              <a:ext cx="2014" cy="1357"/>
            </a:xfrm>
            <a:custGeom>
              <a:rect b="b" l="l" r="r" t="t"/>
              <a:pathLst>
                <a:path extrusionOk="0" h="31" w="46">
                  <a:moveTo>
                    <a:pt x="45" y="1"/>
                  </a:moveTo>
                  <a:lnTo>
                    <a:pt x="45" y="1"/>
                  </a:lnTo>
                  <a:cubicBezTo>
                    <a:pt x="15" y="16"/>
                    <a:pt x="1" y="16"/>
                    <a:pt x="31" y="31"/>
                  </a:cubicBezTo>
                  <a:lnTo>
                    <a:pt x="4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
            <p:cNvSpPr/>
            <p:nvPr/>
          </p:nvSpPr>
          <p:spPr>
            <a:xfrm>
              <a:off x="-2341978" y="1463176"/>
              <a:ext cx="3327" cy="3983"/>
            </a:xfrm>
            <a:custGeom>
              <a:rect b="b" l="l" r="r" t="t"/>
              <a:pathLst>
                <a:path extrusionOk="0" h="91" w="76">
                  <a:moveTo>
                    <a:pt x="75" y="1"/>
                  </a:moveTo>
                  <a:cubicBezTo>
                    <a:pt x="45" y="31"/>
                    <a:pt x="31" y="61"/>
                    <a:pt x="1" y="91"/>
                  </a:cubicBezTo>
                  <a:cubicBezTo>
                    <a:pt x="31" y="61"/>
                    <a:pt x="45" y="31"/>
                    <a:pt x="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2345261" y="1467115"/>
              <a:ext cx="3327" cy="3983"/>
            </a:xfrm>
            <a:custGeom>
              <a:rect b="b" l="l" r="r" t="t"/>
              <a:pathLst>
                <a:path extrusionOk="0" h="91" w="76">
                  <a:moveTo>
                    <a:pt x="76" y="1"/>
                  </a:moveTo>
                  <a:cubicBezTo>
                    <a:pt x="60" y="31"/>
                    <a:pt x="30" y="61"/>
                    <a:pt x="0" y="91"/>
                  </a:cubicBezTo>
                  <a:cubicBezTo>
                    <a:pt x="30" y="61"/>
                    <a:pt x="60" y="31"/>
                    <a:pt x="7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6"/>
            <p:cNvSpPr/>
            <p:nvPr/>
          </p:nvSpPr>
          <p:spPr>
            <a:xfrm>
              <a:off x="-1143904" y="1496006"/>
              <a:ext cx="3327" cy="3983"/>
            </a:xfrm>
            <a:custGeom>
              <a:rect b="b" l="l" r="r" t="t"/>
              <a:pathLst>
                <a:path extrusionOk="0" h="91" w="76">
                  <a:moveTo>
                    <a:pt x="0" y="91"/>
                  </a:moveTo>
                  <a:cubicBezTo>
                    <a:pt x="30" y="61"/>
                    <a:pt x="60" y="31"/>
                    <a:pt x="76" y="1"/>
                  </a:cubicBezTo>
                  <a:cubicBezTo>
                    <a:pt x="60" y="31"/>
                    <a:pt x="30" y="61"/>
                    <a:pt x="0" y="9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
            <p:cNvSpPr/>
            <p:nvPr/>
          </p:nvSpPr>
          <p:spPr>
            <a:xfrm>
              <a:off x="-2007857" y="1813537"/>
              <a:ext cx="16502" cy="11031"/>
            </a:xfrm>
            <a:custGeom>
              <a:rect b="b" l="l" r="r" t="t"/>
              <a:pathLst>
                <a:path extrusionOk="0" h="252" w="377">
                  <a:moveTo>
                    <a:pt x="283" y="0"/>
                  </a:moveTo>
                  <a:cubicBezTo>
                    <a:pt x="189" y="0"/>
                    <a:pt x="95" y="25"/>
                    <a:pt x="1" y="95"/>
                  </a:cubicBezTo>
                  <a:cubicBezTo>
                    <a:pt x="13" y="222"/>
                    <a:pt x="87" y="251"/>
                    <a:pt x="168" y="251"/>
                  </a:cubicBezTo>
                  <a:cubicBezTo>
                    <a:pt x="192" y="251"/>
                    <a:pt x="217" y="249"/>
                    <a:pt x="241" y="245"/>
                  </a:cubicBezTo>
                  <a:cubicBezTo>
                    <a:pt x="376" y="230"/>
                    <a:pt x="376" y="125"/>
                    <a:pt x="361" y="5"/>
                  </a:cubicBezTo>
                  <a:cubicBezTo>
                    <a:pt x="335" y="2"/>
                    <a:pt x="309" y="0"/>
                    <a:pt x="28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
            <p:cNvSpPr/>
            <p:nvPr/>
          </p:nvSpPr>
          <p:spPr>
            <a:xfrm>
              <a:off x="-2278944" y="1803250"/>
              <a:ext cx="16415" cy="17115"/>
            </a:xfrm>
            <a:custGeom>
              <a:rect b="b" l="l" r="r" t="t"/>
              <a:pathLst>
                <a:path extrusionOk="0" h="391" w="375">
                  <a:moveTo>
                    <a:pt x="105" y="0"/>
                  </a:moveTo>
                  <a:cubicBezTo>
                    <a:pt x="1" y="135"/>
                    <a:pt x="91" y="255"/>
                    <a:pt x="105" y="390"/>
                  </a:cubicBezTo>
                  <a:cubicBezTo>
                    <a:pt x="255" y="300"/>
                    <a:pt x="375" y="210"/>
                    <a:pt x="24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16"/>
          <p:cNvGrpSpPr/>
          <p:nvPr/>
        </p:nvGrpSpPr>
        <p:grpSpPr>
          <a:xfrm>
            <a:off x="875760" y="3052481"/>
            <a:ext cx="620694" cy="620239"/>
            <a:chOff x="186275" y="1898162"/>
            <a:chExt cx="1348163" cy="1347175"/>
          </a:xfrm>
        </p:grpSpPr>
        <p:sp>
          <p:nvSpPr>
            <p:cNvPr id="239" name="Google Shape;239;p16"/>
            <p:cNvSpPr/>
            <p:nvPr/>
          </p:nvSpPr>
          <p:spPr>
            <a:xfrm>
              <a:off x="186275" y="1898162"/>
              <a:ext cx="1348163" cy="1347175"/>
            </a:xfrm>
            <a:custGeom>
              <a:rect b="b" l="l" r="r" t="t"/>
              <a:pathLst>
                <a:path extrusionOk="0" h="21806" w="21822">
                  <a:moveTo>
                    <a:pt x="10904" y="0"/>
                  </a:moveTo>
                  <a:cubicBezTo>
                    <a:pt x="4889" y="0"/>
                    <a:pt x="0" y="4875"/>
                    <a:pt x="0" y="10904"/>
                  </a:cubicBezTo>
                  <a:cubicBezTo>
                    <a:pt x="0" y="16917"/>
                    <a:pt x="4889" y="21806"/>
                    <a:pt x="10904" y="21806"/>
                  </a:cubicBezTo>
                  <a:cubicBezTo>
                    <a:pt x="16933" y="21806"/>
                    <a:pt x="21822" y="16917"/>
                    <a:pt x="21822" y="10904"/>
                  </a:cubicBezTo>
                  <a:cubicBezTo>
                    <a:pt x="21822" y="4875"/>
                    <a:pt x="16933" y="0"/>
                    <a:pt x="109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268752" y="1979652"/>
              <a:ext cx="1183211" cy="1183272"/>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16"/>
          <p:cNvGrpSpPr/>
          <p:nvPr/>
        </p:nvGrpSpPr>
        <p:grpSpPr>
          <a:xfrm>
            <a:off x="1086664" y="3264976"/>
            <a:ext cx="198974" cy="195062"/>
            <a:chOff x="1490050" y="3805975"/>
            <a:chExt cx="491900" cy="482350"/>
          </a:xfrm>
        </p:grpSpPr>
        <p:sp>
          <p:nvSpPr>
            <p:cNvPr id="242" name="Google Shape;242;p16"/>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43" name="Google Shape;243;p16"/>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44" name="Google Shape;244;p16"/>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245" name="Google Shape;245;p16"/>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246" name="Google Shape;246;p16"/>
          <p:cNvSpPr/>
          <p:nvPr/>
        </p:nvSpPr>
        <p:spPr>
          <a:xfrm rot="5400000">
            <a:off x="7684513" y="3052475"/>
            <a:ext cx="408724" cy="992279"/>
          </a:xfrm>
          <a:custGeom>
            <a:rect b="b" l="l" r="r" t="t"/>
            <a:pathLst>
              <a:path extrusionOk="0" h="7065" w="2910">
                <a:moveTo>
                  <a:pt x="1456" y="0"/>
                </a:moveTo>
                <a:cubicBezTo>
                  <a:pt x="660" y="0"/>
                  <a:pt x="0" y="660"/>
                  <a:pt x="0" y="1455"/>
                </a:cubicBezTo>
                <a:lnTo>
                  <a:pt x="0" y="1635"/>
                </a:lnTo>
                <a:lnTo>
                  <a:pt x="330" y="1635"/>
                </a:lnTo>
                <a:lnTo>
                  <a:pt x="330" y="1455"/>
                </a:lnTo>
                <a:cubicBezTo>
                  <a:pt x="330" y="840"/>
                  <a:pt x="840" y="330"/>
                  <a:pt x="1456" y="330"/>
                </a:cubicBezTo>
                <a:cubicBezTo>
                  <a:pt x="2086" y="330"/>
                  <a:pt x="2595" y="840"/>
                  <a:pt x="2595" y="1455"/>
                </a:cubicBezTo>
                <a:lnTo>
                  <a:pt x="2595" y="6149"/>
                </a:lnTo>
                <a:cubicBezTo>
                  <a:pt x="2595" y="6464"/>
                  <a:pt x="2325" y="6734"/>
                  <a:pt x="1996" y="6734"/>
                </a:cubicBezTo>
                <a:lnTo>
                  <a:pt x="1860" y="6734"/>
                </a:lnTo>
                <a:cubicBezTo>
                  <a:pt x="1530" y="6734"/>
                  <a:pt x="1260" y="6464"/>
                  <a:pt x="1260" y="6149"/>
                </a:cubicBezTo>
                <a:lnTo>
                  <a:pt x="1260" y="2115"/>
                </a:lnTo>
                <a:cubicBezTo>
                  <a:pt x="1260" y="2025"/>
                  <a:pt x="1186" y="1950"/>
                  <a:pt x="1096" y="1950"/>
                </a:cubicBezTo>
                <a:cubicBezTo>
                  <a:pt x="1006" y="1950"/>
                  <a:pt x="946" y="2025"/>
                  <a:pt x="946" y="2115"/>
                </a:cubicBezTo>
                <a:lnTo>
                  <a:pt x="946" y="6149"/>
                </a:lnTo>
                <a:cubicBezTo>
                  <a:pt x="946" y="6644"/>
                  <a:pt x="1350" y="7064"/>
                  <a:pt x="1860" y="7064"/>
                </a:cubicBezTo>
                <a:lnTo>
                  <a:pt x="1996" y="7064"/>
                </a:lnTo>
                <a:cubicBezTo>
                  <a:pt x="2505" y="7064"/>
                  <a:pt x="2910" y="6644"/>
                  <a:pt x="2910" y="6149"/>
                </a:cubicBezTo>
                <a:lnTo>
                  <a:pt x="2910" y="1455"/>
                </a:lnTo>
                <a:cubicBezTo>
                  <a:pt x="2910" y="660"/>
                  <a:pt x="2265" y="0"/>
                  <a:pt x="1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r>
              <a:rPr lang="en"/>
              <a:t> </a:t>
            </a:r>
            <a:endParaRPr/>
          </a:p>
        </p:txBody>
      </p:sp>
      <p:sp>
        <p:nvSpPr>
          <p:cNvPr id="252" name="Google Shape;252;p17"/>
          <p:cNvSpPr txBox="1"/>
          <p:nvPr>
            <p:ph idx="1" type="body"/>
          </p:nvPr>
        </p:nvSpPr>
        <p:spPr>
          <a:xfrm>
            <a:off x="715100" y="1381225"/>
            <a:ext cx="7715700" cy="3187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Bellota Text"/>
              <a:buChar char="●"/>
            </a:pPr>
            <a:r>
              <a:rPr lang="en"/>
              <a:t>This template contains an assortment of complementary infographic resources for the </a:t>
            </a:r>
            <a:r>
              <a:rPr b="1" lang="en">
                <a:uFill>
                  <a:noFill/>
                </a:uFill>
                <a:hlinkClick r:id="rId3"/>
              </a:rPr>
              <a:t>Vintage Torn Paper Aesthetic Agency</a:t>
            </a:r>
            <a:r>
              <a:rPr lang="en"/>
              <a:t> presentation.</a:t>
            </a:r>
            <a:endParaRPr/>
          </a:p>
          <a:p>
            <a:pPr indent="-317500" lvl="0" marL="457200" rtl="0" algn="l">
              <a:spcBef>
                <a:spcPts val="0"/>
              </a:spcBef>
              <a:spcAft>
                <a:spcPts val="0"/>
              </a:spcAft>
              <a:buSzPts val="1400"/>
              <a:buFont typeface="Bellota Text"/>
              <a:buChar char="●"/>
            </a:pPr>
            <a:r>
              <a:rPr lang="en"/>
              <a:t>These infographics are adapted to the style of the aforementioned presentation, so you can insert them easily and have them completely integrated at once. You just need to do the following:</a:t>
            </a:r>
            <a:endParaRPr/>
          </a:p>
          <a:p>
            <a:pPr indent="-317500" lvl="1" marL="914400" rtl="0" algn="l">
              <a:spcBef>
                <a:spcPts val="0"/>
              </a:spcBef>
              <a:spcAft>
                <a:spcPts val="0"/>
              </a:spcAft>
              <a:buClr>
                <a:schemeClr val="dk1"/>
              </a:buClr>
              <a:buSzPts val="1400"/>
              <a:buFont typeface="Bellota Text"/>
              <a:buChar char="○"/>
            </a:pPr>
            <a:r>
              <a:rPr lang="en"/>
              <a:t>Select the element that you want to copy</a:t>
            </a:r>
            <a:endParaRPr/>
          </a:p>
          <a:p>
            <a:pPr indent="-317500" lvl="1" marL="914400" rtl="0" algn="l">
              <a:spcBef>
                <a:spcPts val="0"/>
              </a:spcBef>
              <a:spcAft>
                <a:spcPts val="0"/>
              </a:spcAft>
              <a:buClr>
                <a:schemeClr val="dk1"/>
              </a:buClr>
              <a:buSzPts val="1400"/>
              <a:buFont typeface="Bellota Text"/>
              <a:buChar char="○"/>
            </a:pPr>
            <a:r>
              <a:rPr lang="en"/>
              <a:t>Right-click and choose “Copy”</a:t>
            </a:r>
            <a:endParaRPr/>
          </a:p>
          <a:p>
            <a:pPr indent="-317500" lvl="1" marL="914400" rtl="0" algn="l">
              <a:spcBef>
                <a:spcPts val="0"/>
              </a:spcBef>
              <a:spcAft>
                <a:spcPts val="0"/>
              </a:spcAft>
              <a:buClr>
                <a:schemeClr val="dk1"/>
              </a:buClr>
              <a:buSzPts val="1400"/>
              <a:buFont typeface="Bellota Text"/>
              <a:buChar char="○"/>
            </a:pPr>
            <a:r>
              <a:rPr lang="en"/>
              <a:t>Go to the slide where you want the element to appear</a:t>
            </a:r>
            <a:endParaRPr/>
          </a:p>
          <a:p>
            <a:pPr indent="-317500" lvl="1" marL="914400" rtl="0" algn="l">
              <a:spcBef>
                <a:spcPts val="0"/>
              </a:spcBef>
              <a:spcAft>
                <a:spcPts val="0"/>
              </a:spcAft>
              <a:buClr>
                <a:schemeClr val="dk1"/>
              </a:buClr>
              <a:buSzPts val="1400"/>
              <a:buFont typeface="Bellota Text"/>
              <a:buChar char="○"/>
            </a:pPr>
            <a:r>
              <a:rPr lang="en"/>
              <a:t>Right-click and choose “Paste”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8"/>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258" name="Google Shape;258;p18"/>
          <p:cNvGrpSpPr/>
          <p:nvPr/>
        </p:nvGrpSpPr>
        <p:grpSpPr>
          <a:xfrm>
            <a:off x="5502125" y="1729974"/>
            <a:ext cx="667500" cy="667500"/>
            <a:chOff x="5502125" y="1729974"/>
            <a:chExt cx="667500" cy="667500"/>
          </a:xfrm>
        </p:grpSpPr>
        <p:sp>
          <p:nvSpPr>
            <p:cNvPr id="259" name="Google Shape;259;p18"/>
            <p:cNvSpPr/>
            <p:nvPr/>
          </p:nvSpPr>
          <p:spPr>
            <a:xfrm>
              <a:off x="5502125" y="1729974"/>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4"/>
                  </a:solidFill>
                  <a:latin typeface="Bellefair"/>
                  <a:ea typeface="Bellefair"/>
                  <a:cs typeface="Bellefair"/>
                  <a:sym typeface="Bellefair"/>
                </a:rPr>
                <a:t>01</a:t>
              </a:r>
              <a:endParaRPr sz="2000">
                <a:solidFill>
                  <a:schemeClr val="accent4"/>
                </a:solidFill>
                <a:latin typeface="Bellefair"/>
                <a:ea typeface="Bellefair"/>
                <a:cs typeface="Bellefair"/>
                <a:sym typeface="Bellefair"/>
              </a:endParaRPr>
            </a:p>
          </p:txBody>
        </p:sp>
        <p:sp>
          <p:nvSpPr>
            <p:cNvPr id="260" name="Google Shape;260;p18"/>
            <p:cNvSpPr/>
            <p:nvPr/>
          </p:nvSpPr>
          <p:spPr>
            <a:xfrm>
              <a:off x="5546525" y="1774400"/>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261" name="Google Shape;261;p18"/>
          <p:cNvGrpSpPr/>
          <p:nvPr/>
        </p:nvGrpSpPr>
        <p:grpSpPr>
          <a:xfrm>
            <a:off x="6373725" y="1729974"/>
            <a:ext cx="667500" cy="667500"/>
            <a:chOff x="6373725" y="1729974"/>
            <a:chExt cx="667500" cy="667500"/>
          </a:xfrm>
        </p:grpSpPr>
        <p:sp>
          <p:nvSpPr>
            <p:cNvPr id="262" name="Google Shape;262;p18"/>
            <p:cNvSpPr/>
            <p:nvPr/>
          </p:nvSpPr>
          <p:spPr>
            <a:xfrm>
              <a:off x="6373725" y="1729974"/>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accent4"/>
                  </a:solidFill>
                  <a:latin typeface="Bellefair"/>
                  <a:ea typeface="Bellefair"/>
                  <a:cs typeface="Bellefair"/>
                  <a:sym typeface="Bellefair"/>
                </a:rPr>
                <a:t>02</a:t>
              </a:r>
              <a:endParaRPr sz="2000">
                <a:solidFill>
                  <a:schemeClr val="accent4"/>
                </a:solidFill>
                <a:latin typeface="Bellefair"/>
                <a:ea typeface="Bellefair"/>
                <a:cs typeface="Bellefair"/>
                <a:sym typeface="Bellefair"/>
              </a:endParaRPr>
            </a:p>
          </p:txBody>
        </p:sp>
        <p:sp>
          <p:nvSpPr>
            <p:cNvPr id="263" name="Google Shape;263;p18"/>
            <p:cNvSpPr/>
            <p:nvPr/>
          </p:nvSpPr>
          <p:spPr>
            <a:xfrm>
              <a:off x="6418125" y="1774400"/>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264" name="Google Shape;264;p18"/>
          <p:cNvGrpSpPr/>
          <p:nvPr/>
        </p:nvGrpSpPr>
        <p:grpSpPr>
          <a:xfrm>
            <a:off x="5502125" y="3143374"/>
            <a:ext cx="667500" cy="667500"/>
            <a:chOff x="5502125" y="3143374"/>
            <a:chExt cx="667500" cy="667500"/>
          </a:xfrm>
        </p:grpSpPr>
        <p:sp>
          <p:nvSpPr>
            <p:cNvPr id="265" name="Google Shape;265;p18"/>
            <p:cNvSpPr/>
            <p:nvPr/>
          </p:nvSpPr>
          <p:spPr>
            <a:xfrm>
              <a:off x="5502125" y="3143374"/>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4"/>
                  </a:solidFill>
                  <a:latin typeface="Bellefair"/>
                  <a:ea typeface="Bellefair"/>
                  <a:cs typeface="Bellefair"/>
                  <a:sym typeface="Bellefair"/>
                </a:rPr>
                <a:t>03</a:t>
              </a:r>
              <a:endParaRPr sz="2000">
                <a:solidFill>
                  <a:schemeClr val="accent4"/>
                </a:solidFill>
                <a:latin typeface="Bellefair"/>
                <a:ea typeface="Bellefair"/>
                <a:cs typeface="Bellefair"/>
                <a:sym typeface="Bellefair"/>
              </a:endParaRPr>
            </a:p>
          </p:txBody>
        </p:sp>
        <p:sp>
          <p:nvSpPr>
            <p:cNvPr id="266" name="Google Shape;266;p18"/>
            <p:cNvSpPr/>
            <p:nvPr/>
          </p:nvSpPr>
          <p:spPr>
            <a:xfrm>
              <a:off x="5546525" y="3187800"/>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267" name="Google Shape;267;p18"/>
          <p:cNvGrpSpPr/>
          <p:nvPr/>
        </p:nvGrpSpPr>
        <p:grpSpPr>
          <a:xfrm>
            <a:off x="6373725" y="3143374"/>
            <a:ext cx="667500" cy="667500"/>
            <a:chOff x="6373725" y="3143374"/>
            <a:chExt cx="667500" cy="667500"/>
          </a:xfrm>
        </p:grpSpPr>
        <p:sp>
          <p:nvSpPr>
            <p:cNvPr id="268" name="Google Shape;268;p18"/>
            <p:cNvSpPr/>
            <p:nvPr/>
          </p:nvSpPr>
          <p:spPr>
            <a:xfrm>
              <a:off x="6373725" y="3143374"/>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accent4"/>
                  </a:solidFill>
                  <a:latin typeface="Bellefair"/>
                  <a:ea typeface="Bellefair"/>
                  <a:cs typeface="Bellefair"/>
                  <a:sym typeface="Bellefair"/>
                </a:rPr>
                <a:t>04</a:t>
              </a:r>
              <a:endParaRPr sz="2000">
                <a:solidFill>
                  <a:schemeClr val="accent4"/>
                </a:solidFill>
                <a:latin typeface="Bellefair"/>
                <a:ea typeface="Bellefair"/>
                <a:cs typeface="Bellefair"/>
                <a:sym typeface="Bellefair"/>
              </a:endParaRPr>
            </a:p>
          </p:txBody>
        </p:sp>
        <p:sp>
          <p:nvSpPr>
            <p:cNvPr id="269" name="Google Shape;269;p18"/>
            <p:cNvSpPr/>
            <p:nvPr/>
          </p:nvSpPr>
          <p:spPr>
            <a:xfrm>
              <a:off x="6418125" y="3187800"/>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270" name="Google Shape;270;p18"/>
          <p:cNvGrpSpPr/>
          <p:nvPr/>
        </p:nvGrpSpPr>
        <p:grpSpPr>
          <a:xfrm>
            <a:off x="4113736" y="1840550"/>
            <a:ext cx="1877400" cy="1041425"/>
            <a:chOff x="4113736" y="1840550"/>
            <a:chExt cx="1877400" cy="1041425"/>
          </a:xfrm>
        </p:grpSpPr>
        <p:sp>
          <p:nvSpPr>
            <p:cNvPr id="271" name="Google Shape;271;p18"/>
            <p:cNvSpPr txBox="1"/>
            <p:nvPr/>
          </p:nvSpPr>
          <p:spPr>
            <a:xfrm>
              <a:off x="4113736" y="1840550"/>
              <a:ext cx="1388400" cy="446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272" name="Google Shape;272;p18"/>
            <p:cNvSpPr txBox="1"/>
            <p:nvPr/>
          </p:nvSpPr>
          <p:spPr>
            <a:xfrm>
              <a:off x="4113736" y="2397475"/>
              <a:ext cx="1877400" cy="484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grpSp>
      <p:grpSp>
        <p:nvGrpSpPr>
          <p:cNvPr id="273" name="Google Shape;273;p18"/>
          <p:cNvGrpSpPr/>
          <p:nvPr/>
        </p:nvGrpSpPr>
        <p:grpSpPr>
          <a:xfrm>
            <a:off x="6552225" y="1840550"/>
            <a:ext cx="1877400" cy="1041425"/>
            <a:chOff x="6552225" y="1840550"/>
            <a:chExt cx="1877400" cy="1041425"/>
          </a:xfrm>
        </p:grpSpPr>
        <p:sp>
          <p:nvSpPr>
            <p:cNvPr id="274" name="Google Shape;274;p18"/>
            <p:cNvSpPr txBox="1"/>
            <p:nvPr/>
          </p:nvSpPr>
          <p:spPr>
            <a:xfrm>
              <a:off x="7041225" y="1840550"/>
              <a:ext cx="1388400" cy="446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275" name="Google Shape;275;p18"/>
            <p:cNvSpPr txBox="1"/>
            <p:nvPr/>
          </p:nvSpPr>
          <p:spPr>
            <a:xfrm>
              <a:off x="6552225" y="2397475"/>
              <a:ext cx="1877400" cy="48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grpSp>
      <p:grpSp>
        <p:nvGrpSpPr>
          <p:cNvPr id="276" name="Google Shape;276;p18"/>
          <p:cNvGrpSpPr/>
          <p:nvPr/>
        </p:nvGrpSpPr>
        <p:grpSpPr>
          <a:xfrm>
            <a:off x="4113736" y="3253950"/>
            <a:ext cx="1877400" cy="1041425"/>
            <a:chOff x="4113736" y="3253950"/>
            <a:chExt cx="1877400" cy="1041425"/>
          </a:xfrm>
        </p:grpSpPr>
        <p:sp>
          <p:nvSpPr>
            <p:cNvPr id="277" name="Google Shape;277;p18"/>
            <p:cNvSpPr txBox="1"/>
            <p:nvPr/>
          </p:nvSpPr>
          <p:spPr>
            <a:xfrm>
              <a:off x="4113736" y="3253950"/>
              <a:ext cx="1388400" cy="446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278" name="Google Shape;278;p18"/>
            <p:cNvSpPr txBox="1"/>
            <p:nvPr/>
          </p:nvSpPr>
          <p:spPr>
            <a:xfrm>
              <a:off x="4113736" y="3810875"/>
              <a:ext cx="1877400" cy="484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Mars is full of iron oxide dust</a:t>
              </a:r>
              <a:endParaRPr>
                <a:solidFill>
                  <a:srgbClr val="9C786B"/>
                </a:solidFill>
                <a:latin typeface="Bellota Text"/>
                <a:ea typeface="Bellota Text"/>
                <a:cs typeface="Bellota Text"/>
                <a:sym typeface="Bellota Text"/>
              </a:endParaRPr>
            </a:p>
          </p:txBody>
        </p:sp>
      </p:grpSp>
      <p:grpSp>
        <p:nvGrpSpPr>
          <p:cNvPr id="279" name="Google Shape;279;p18"/>
          <p:cNvGrpSpPr/>
          <p:nvPr/>
        </p:nvGrpSpPr>
        <p:grpSpPr>
          <a:xfrm>
            <a:off x="6552225" y="3253950"/>
            <a:ext cx="1877400" cy="1041425"/>
            <a:chOff x="6552225" y="3253950"/>
            <a:chExt cx="1877400" cy="1041425"/>
          </a:xfrm>
        </p:grpSpPr>
        <p:sp>
          <p:nvSpPr>
            <p:cNvPr id="280" name="Google Shape;280;p18"/>
            <p:cNvSpPr txBox="1"/>
            <p:nvPr/>
          </p:nvSpPr>
          <p:spPr>
            <a:xfrm>
              <a:off x="7041225" y="3253950"/>
              <a:ext cx="1388400" cy="446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400">
                  <a:solidFill>
                    <a:srgbClr val="9C786B"/>
                  </a:solidFill>
                  <a:latin typeface="Bellefair"/>
                  <a:ea typeface="Bellefair"/>
                  <a:cs typeface="Bellefair"/>
                  <a:sym typeface="Bellefair"/>
                </a:rPr>
                <a:t>Saturn</a:t>
              </a:r>
              <a:endParaRPr sz="2400">
                <a:solidFill>
                  <a:srgbClr val="9C786B"/>
                </a:solidFill>
                <a:latin typeface="Bellefair"/>
                <a:ea typeface="Bellefair"/>
                <a:cs typeface="Bellefair"/>
                <a:sym typeface="Bellefair"/>
              </a:endParaRPr>
            </a:p>
          </p:txBody>
        </p:sp>
        <p:sp>
          <p:nvSpPr>
            <p:cNvPr id="281" name="Google Shape;281;p18"/>
            <p:cNvSpPr txBox="1"/>
            <p:nvPr/>
          </p:nvSpPr>
          <p:spPr>
            <a:xfrm>
              <a:off x="6552225" y="3810875"/>
              <a:ext cx="1877400" cy="48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Saturn was named after a Roman god</a:t>
              </a:r>
              <a:endParaRPr>
                <a:solidFill>
                  <a:srgbClr val="9C786B"/>
                </a:solidFill>
                <a:latin typeface="Bellota Text"/>
                <a:ea typeface="Bellota Text"/>
                <a:cs typeface="Bellota Text"/>
                <a:sym typeface="Bellota Text"/>
              </a:endParaRPr>
            </a:p>
            <a:p>
              <a:pPr indent="0" lvl="0" marL="0" rtl="0" algn="l">
                <a:lnSpc>
                  <a:spcPct val="100000"/>
                </a:lnSpc>
                <a:spcBef>
                  <a:spcPts val="0"/>
                </a:spcBef>
                <a:spcAft>
                  <a:spcPts val="0"/>
                </a:spcAft>
                <a:buNone/>
              </a:pPr>
              <a:r>
                <a:t/>
              </a:r>
              <a:endParaRPr>
                <a:solidFill>
                  <a:srgbClr val="9C786B"/>
                </a:solidFill>
                <a:latin typeface="Bellota Text"/>
                <a:ea typeface="Bellota Text"/>
                <a:cs typeface="Bellota Text"/>
                <a:sym typeface="Bellota Text"/>
              </a:endParaRPr>
            </a:p>
          </p:txBody>
        </p:sp>
      </p:grpSp>
      <p:sp>
        <p:nvSpPr>
          <p:cNvPr id="282" name="Google Shape;282;p18"/>
          <p:cNvSpPr/>
          <p:nvPr/>
        </p:nvSpPr>
        <p:spPr>
          <a:xfrm>
            <a:off x="803150" y="1548800"/>
            <a:ext cx="2927999" cy="2658189"/>
          </a:xfrm>
          <a:custGeom>
            <a:rect b="b" l="l" r="r" t="t"/>
            <a:pathLst>
              <a:path extrusionOk="0" h="32529" w="37898">
                <a:moveTo>
                  <a:pt x="36368" y="3314"/>
                </a:moveTo>
                <a:lnTo>
                  <a:pt x="25780" y="3314"/>
                </a:lnTo>
                <a:lnTo>
                  <a:pt x="25780" y="2504"/>
                </a:lnTo>
                <a:cubicBezTo>
                  <a:pt x="25780" y="1110"/>
                  <a:pt x="24656" y="1"/>
                  <a:pt x="23276" y="1"/>
                </a:cubicBezTo>
                <a:lnTo>
                  <a:pt x="14638" y="1"/>
                </a:lnTo>
                <a:cubicBezTo>
                  <a:pt x="13258" y="1"/>
                  <a:pt x="12133" y="1110"/>
                  <a:pt x="12133" y="2504"/>
                </a:cubicBezTo>
                <a:lnTo>
                  <a:pt x="12133" y="3314"/>
                </a:lnTo>
                <a:lnTo>
                  <a:pt x="1545" y="3314"/>
                </a:lnTo>
                <a:cubicBezTo>
                  <a:pt x="690" y="3314"/>
                  <a:pt x="1" y="4004"/>
                  <a:pt x="1" y="4844"/>
                </a:cubicBezTo>
                <a:lnTo>
                  <a:pt x="1" y="30985"/>
                </a:lnTo>
                <a:cubicBezTo>
                  <a:pt x="1" y="31839"/>
                  <a:pt x="690" y="32529"/>
                  <a:pt x="1545" y="32529"/>
                </a:cubicBezTo>
                <a:lnTo>
                  <a:pt x="36368" y="32529"/>
                </a:lnTo>
                <a:cubicBezTo>
                  <a:pt x="37208" y="32529"/>
                  <a:pt x="37898" y="31839"/>
                  <a:pt x="37898" y="30985"/>
                </a:cubicBezTo>
                <a:lnTo>
                  <a:pt x="37898" y="4844"/>
                </a:lnTo>
                <a:cubicBezTo>
                  <a:pt x="37898" y="4004"/>
                  <a:pt x="37208" y="3314"/>
                  <a:pt x="36368" y="3314"/>
                </a:cubicBezTo>
                <a:close/>
                <a:moveTo>
                  <a:pt x="18957" y="885"/>
                </a:moveTo>
                <a:cubicBezTo>
                  <a:pt x="19511" y="885"/>
                  <a:pt x="19961" y="1335"/>
                  <a:pt x="19961" y="1890"/>
                </a:cubicBezTo>
                <a:cubicBezTo>
                  <a:pt x="19961" y="2444"/>
                  <a:pt x="19511" y="2894"/>
                  <a:pt x="18957" y="2894"/>
                </a:cubicBezTo>
                <a:cubicBezTo>
                  <a:pt x="18401" y="2894"/>
                  <a:pt x="17951" y="2444"/>
                  <a:pt x="17951" y="1890"/>
                </a:cubicBezTo>
                <a:cubicBezTo>
                  <a:pt x="17951" y="1335"/>
                  <a:pt x="18401" y="885"/>
                  <a:pt x="18957" y="8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p:nvPr/>
        </p:nvSpPr>
        <p:spPr>
          <a:xfrm>
            <a:off x="945615" y="1948310"/>
            <a:ext cx="2644146" cy="2128741"/>
          </a:xfrm>
          <a:custGeom>
            <a:rect b="b" l="l" r="r" t="t"/>
            <a:pathLst>
              <a:path extrusionOk="0" h="26050" w="34224">
                <a:moveTo>
                  <a:pt x="181" y="1"/>
                </a:moveTo>
                <a:cubicBezTo>
                  <a:pt x="76" y="1"/>
                  <a:pt x="1" y="91"/>
                  <a:pt x="1" y="181"/>
                </a:cubicBezTo>
                <a:lnTo>
                  <a:pt x="1" y="25870"/>
                </a:lnTo>
                <a:cubicBezTo>
                  <a:pt x="1" y="25976"/>
                  <a:pt x="76" y="26050"/>
                  <a:pt x="181" y="26050"/>
                </a:cubicBezTo>
                <a:lnTo>
                  <a:pt x="34044" y="26050"/>
                </a:lnTo>
                <a:cubicBezTo>
                  <a:pt x="34134" y="26050"/>
                  <a:pt x="34224" y="25976"/>
                  <a:pt x="34224" y="25870"/>
                </a:cubicBezTo>
                <a:lnTo>
                  <a:pt x="34224" y="181"/>
                </a:lnTo>
                <a:cubicBezTo>
                  <a:pt x="34224" y="91"/>
                  <a:pt x="34134" y="1"/>
                  <a:pt x="34044" y="1"/>
                </a:cubicBezTo>
                <a:close/>
              </a:path>
            </a:pathLst>
          </a:custGeom>
          <a:solidFill>
            <a:srgbClr val="E2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 name="Google Shape;284;p18"/>
          <p:cNvGrpSpPr/>
          <p:nvPr/>
        </p:nvGrpSpPr>
        <p:grpSpPr>
          <a:xfrm>
            <a:off x="1016175" y="1986050"/>
            <a:ext cx="2503200" cy="1953075"/>
            <a:chOff x="1016175" y="1986050"/>
            <a:chExt cx="2503200" cy="1953075"/>
          </a:xfrm>
        </p:grpSpPr>
        <p:sp>
          <p:nvSpPr>
            <p:cNvPr id="285" name="Google Shape;285;p18"/>
            <p:cNvSpPr txBox="1"/>
            <p:nvPr/>
          </p:nvSpPr>
          <p:spPr>
            <a:xfrm>
              <a:off x="1201798" y="1986050"/>
              <a:ext cx="2131800" cy="507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Introduction</a:t>
              </a:r>
              <a:endParaRPr sz="2400">
                <a:solidFill>
                  <a:srgbClr val="9C786B"/>
                </a:solidFill>
                <a:latin typeface="Bellefair"/>
                <a:ea typeface="Bellefair"/>
                <a:cs typeface="Bellefair"/>
                <a:sym typeface="Bellefair"/>
              </a:endParaRPr>
            </a:p>
          </p:txBody>
        </p:sp>
        <p:sp>
          <p:nvSpPr>
            <p:cNvPr id="286" name="Google Shape;286;p18"/>
            <p:cNvSpPr txBox="1"/>
            <p:nvPr/>
          </p:nvSpPr>
          <p:spPr>
            <a:xfrm>
              <a:off x="1016175" y="2493725"/>
              <a:ext cx="2503200" cy="144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This can be the part of the presentation where you can introduce your company or agency. Keep it short and go straight to the point. Your audience will appreciate it</a:t>
              </a:r>
              <a:endParaRPr>
                <a:solidFill>
                  <a:srgbClr val="9C786B"/>
                </a:solidFill>
                <a:latin typeface="Bellota Text"/>
                <a:ea typeface="Bellota Text"/>
                <a:cs typeface="Bellota Text"/>
                <a:sym typeface="Bellota Tex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cxnSp>
        <p:nvCxnSpPr>
          <p:cNvPr id="291" name="Google Shape;291;p19"/>
          <p:cNvCxnSpPr>
            <a:stCxn id="292" idx="0"/>
            <a:endCxn id="293" idx="2"/>
          </p:cNvCxnSpPr>
          <p:nvPr/>
        </p:nvCxnSpPr>
        <p:spPr>
          <a:xfrm flipH="1" rot="5400000">
            <a:off x="864825" y="2868575"/>
            <a:ext cx="1727100" cy="334200"/>
          </a:xfrm>
          <a:prstGeom prst="bentConnector3">
            <a:avLst>
              <a:gd fmla="val 28250" name="adj1"/>
            </a:avLst>
          </a:prstGeom>
          <a:noFill/>
          <a:ln cap="flat" cmpd="sng" w="19050">
            <a:solidFill>
              <a:schemeClr val="dk1"/>
            </a:solidFill>
            <a:prstDash val="solid"/>
            <a:round/>
            <a:headEnd len="med" w="med" type="none"/>
            <a:tailEnd len="med" w="med" type="none"/>
          </a:ln>
        </p:spPr>
      </p:cxnSp>
      <p:cxnSp>
        <p:nvCxnSpPr>
          <p:cNvPr id="294" name="Google Shape;294;p19"/>
          <p:cNvCxnSpPr>
            <a:stCxn id="292" idx="0"/>
            <a:endCxn id="295" idx="2"/>
          </p:cNvCxnSpPr>
          <p:nvPr/>
        </p:nvCxnSpPr>
        <p:spPr>
          <a:xfrm rot="-5400000">
            <a:off x="2181225" y="2638775"/>
            <a:ext cx="974700" cy="1546200"/>
          </a:xfrm>
          <a:prstGeom prst="bentConnector3">
            <a:avLst>
              <a:gd fmla="val 49993" name="adj1"/>
            </a:avLst>
          </a:prstGeom>
          <a:noFill/>
          <a:ln cap="flat" cmpd="sng" w="19050">
            <a:solidFill>
              <a:schemeClr val="dk1"/>
            </a:solidFill>
            <a:prstDash val="solid"/>
            <a:round/>
            <a:headEnd len="med" w="med" type="none"/>
            <a:tailEnd len="med" w="med" type="none"/>
          </a:ln>
        </p:spPr>
      </p:cxnSp>
      <p:cxnSp>
        <p:nvCxnSpPr>
          <p:cNvPr id="296" name="Google Shape;296;p19"/>
          <p:cNvCxnSpPr>
            <a:stCxn id="292" idx="0"/>
            <a:endCxn id="297" idx="1"/>
          </p:cNvCxnSpPr>
          <p:nvPr/>
        </p:nvCxnSpPr>
        <p:spPr>
          <a:xfrm rot="-5400000">
            <a:off x="2941725" y="2365775"/>
            <a:ext cx="487200" cy="2579700"/>
          </a:xfrm>
          <a:prstGeom prst="bentConnector2">
            <a:avLst/>
          </a:prstGeom>
          <a:noFill/>
          <a:ln cap="flat" cmpd="sng" w="19050">
            <a:solidFill>
              <a:schemeClr val="dk1"/>
            </a:solidFill>
            <a:prstDash val="solid"/>
            <a:round/>
            <a:headEnd len="med" w="med" type="none"/>
            <a:tailEnd len="med" w="med" type="none"/>
          </a:ln>
        </p:spPr>
      </p:cxnSp>
      <p:sp>
        <p:nvSpPr>
          <p:cNvPr id="298" name="Google Shape;298;p19"/>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299" name="Google Shape;299;p19"/>
          <p:cNvGrpSpPr/>
          <p:nvPr/>
        </p:nvGrpSpPr>
        <p:grpSpPr>
          <a:xfrm>
            <a:off x="714410" y="1530818"/>
            <a:ext cx="1693637" cy="752493"/>
            <a:chOff x="296725" y="1656799"/>
            <a:chExt cx="4651571" cy="1685314"/>
          </a:xfrm>
        </p:grpSpPr>
        <p:sp>
          <p:nvSpPr>
            <p:cNvPr id="300" name="Google Shape;300;p1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 name="Google Shape;304;p19"/>
          <p:cNvGrpSpPr/>
          <p:nvPr/>
        </p:nvGrpSpPr>
        <p:grpSpPr>
          <a:xfrm>
            <a:off x="2594735" y="2283293"/>
            <a:ext cx="1693637" cy="752493"/>
            <a:chOff x="296725" y="1656799"/>
            <a:chExt cx="4651571" cy="1685314"/>
          </a:xfrm>
        </p:grpSpPr>
        <p:sp>
          <p:nvSpPr>
            <p:cNvPr id="305" name="Google Shape;305;p1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19"/>
          <p:cNvGrpSpPr/>
          <p:nvPr/>
        </p:nvGrpSpPr>
        <p:grpSpPr>
          <a:xfrm>
            <a:off x="4475060" y="3035768"/>
            <a:ext cx="1693637" cy="752493"/>
            <a:chOff x="296725" y="1656799"/>
            <a:chExt cx="4651571" cy="1685314"/>
          </a:xfrm>
        </p:grpSpPr>
        <p:sp>
          <p:nvSpPr>
            <p:cNvPr id="310" name="Google Shape;310;p1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19"/>
          <p:cNvGrpSpPr/>
          <p:nvPr/>
        </p:nvGrpSpPr>
        <p:grpSpPr>
          <a:xfrm>
            <a:off x="714386" y="1641779"/>
            <a:ext cx="3865764" cy="530400"/>
            <a:chOff x="714386" y="1641779"/>
            <a:chExt cx="3865764" cy="530400"/>
          </a:xfrm>
        </p:grpSpPr>
        <p:sp>
          <p:nvSpPr>
            <p:cNvPr id="293" name="Google Shape;293;p19"/>
            <p:cNvSpPr txBox="1"/>
            <p:nvPr/>
          </p:nvSpPr>
          <p:spPr>
            <a:xfrm>
              <a:off x="714386" y="1641779"/>
              <a:ext cx="1693800" cy="53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315" name="Google Shape;315;p19"/>
            <p:cNvSpPr txBox="1"/>
            <p:nvPr/>
          </p:nvSpPr>
          <p:spPr>
            <a:xfrm>
              <a:off x="2594750" y="1643200"/>
              <a:ext cx="19854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the second planet from the Sun</a:t>
              </a:r>
              <a:endParaRPr>
                <a:solidFill>
                  <a:schemeClr val="dk1"/>
                </a:solidFill>
                <a:latin typeface="Bellota Text"/>
                <a:ea typeface="Bellota Text"/>
                <a:cs typeface="Bellota Text"/>
                <a:sym typeface="Bellota Text"/>
              </a:endParaRPr>
            </a:p>
          </p:txBody>
        </p:sp>
      </p:grpSp>
      <p:grpSp>
        <p:nvGrpSpPr>
          <p:cNvPr id="316" name="Google Shape;316;p19"/>
          <p:cNvGrpSpPr/>
          <p:nvPr/>
        </p:nvGrpSpPr>
        <p:grpSpPr>
          <a:xfrm>
            <a:off x="2594711" y="2394254"/>
            <a:ext cx="3865714" cy="530400"/>
            <a:chOff x="2594711" y="2394254"/>
            <a:chExt cx="3865714" cy="530400"/>
          </a:xfrm>
        </p:grpSpPr>
        <p:sp>
          <p:nvSpPr>
            <p:cNvPr id="295" name="Google Shape;295;p19"/>
            <p:cNvSpPr txBox="1"/>
            <p:nvPr/>
          </p:nvSpPr>
          <p:spPr>
            <a:xfrm>
              <a:off x="2594711" y="2394254"/>
              <a:ext cx="1693800" cy="53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317" name="Google Shape;317;p19"/>
            <p:cNvSpPr txBox="1"/>
            <p:nvPr/>
          </p:nvSpPr>
          <p:spPr>
            <a:xfrm>
              <a:off x="4475025" y="2394950"/>
              <a:ext cx="19854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Mercury is the closest planet to the Sun</a:t>
              </a:r>
              <a:endParaRPr>
                <a:solidFill>
                  <a:schemeClr val="dk1"/>
                </a:solidFill>
                <a:latin typeface="Bellota Text"/>
                <a:ea typeface="Bellota Text"/>
                <a:cs typeface="Bellota Text"/>
                <a:sym typeface="Bellota Text"/>
              </a:endParaRPr>
            </a:p>
          </p:txBody>
        </p:sp>
      </p:grpSp>
      <p:grpSp>
        <p:nvGrpSpPr>
          <p:cNvPr id="318" name="Google Shape;318;p19"/>
          <p:cNvGrpSpPr/>
          <p:nvPr/>
        </p:nvGrpSpPr>
        <p:grpSpPr>
          <a:xfrm>
            <a:off x="4475036" y="3146729"/>
            <a:ext cx="3865714" cy="530400"/>
            <a:chOff x="4475036" y="3146729"/>
            <a:chExt cx="3865714" cy="530400"/>
          </a:xfrm>
        </p:grpSpPr>
        <p:sp>
          <p:nvSpPr>
            <p:cNvPr id="297" name="Google Shape;297;p19"/>
            <p:cNvSpPr txBox="1"/>
            <p:nvPr/>
          </p:nvSpPr>
          <p:spPr>
            <a:xfrm>
              <a:off x="4475036" y="3146729"/>
              <a:ext cx="1693800" cy="53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Saturn</a:t>
              </a:r>
              <a:endParaRPr sz="2400">
                <a:solidFill>
                  <a:srgbClr val="9C786B"/>
                </a:solidFill>
                <a:latin typeface="Bellefair"/>
                <a:ea typeface="Bellefair"/>
                <a:cs typeface="Bellefair"/>
                <a:sym typeface="Bellefair"/>
              </a:endParaRPr>
            </a:p>
          </p:txBody>
        </p:sp>
        <p:sp>
          <p:nvSpPr>
            <p:cNvPr id="319" name="Google Shape;319;p19"/>
            <p:cNvSpPr txBox="1"/>
            <p:nvPr/>
          </p:nvSpPr>
          <p:spPr>
            <a:xfrm>
              <a:off x="6355350" y="3148150"/>
              <a:ext cx="19854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composed of hydrogen and helium</a:t>
              </a:r>
              <a:endParaRPr>
                <a:solidFill>
                  <a:schemeClr val="dk1"/>
                </a:solidFill>
                <a:latin typeface="Bellota Text"/>
                <a:ea typeface="Bellota Text"/>
                <a:cs typeface="Bellota Text"/>
                <a:sym typeface="Bellota Text"/>
              </a:endParaRPr>
            </a:p>
          </p:txBody>
        </p:sp>
      </p:grpSp>
      <p:grpSp>
        <p:nvGrpSpPr>
          <p:cNvPr id="320" name="Google Shape;320;p19"/>
          <p:cNvGrpSpPr/>
          <p:nvPr/>
        </p:nvGrpSpPr>
        <p:grpSpPr>
          <a:xfrm>
            <a:off x="714371" y="3788243"/>
            <a:ext cx="2262059" cy="752493"/>
            <a:chOff x="296725" y="1656799"/>
            <a:chExt cx="4651571" cy="1685314"/>
          </a:xfrm>
        </p:grpSpPr>
        <p:sp>
          <p:nvSpPr>
            <p:cNvPr id="321" name="Google Shape;321;p1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9"/>
          <p:cNvSpPr txBox="1"/>
          <p:nvPr/>
        </p:nvSpPr>
        <p:spPr>
          <a:xfrm>
            <a:off x="814575" y="3899225"/>
            <a:ext cx="2161800" cy="53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9C786B"/>
                </a:solidFill>
                <a:latin typeface="Bellefair"/>
                <a:ea typeface="Bellefair"/>
                <a:cs typeface="Bellefair"/>
                <a:sym typeface="Bellefair"/>
              </a:rPr>
              <a:t>Aesthetic agency</a:t>
            </a:r>
            <a:endParaRPr sz="2400">
              <a:solidFill>
                <a:srgbClr val="9C786B"/>
              </a:solidFill>
              <a:latin typeface="Bellefair"/>
              <a:ea typeface="Bellefair"/>
              <a:cs typeface="Bellefair"/>
              <a:sym typeface="Bellefair"/>
            </a:endParaRPr>
          </a:p>
        </p:txBody>
      </p:sp>
      <p:cxnSp>
        <p:nvCxnSpPr>
          <p:cNvPr id="325" name="Google Shape;325;p19"/>
          <p:cNvCxnSpPr>
            <a:stCxn id="293" idx="3"/>
            <a:endCxn id="315" idx="1"/>
          </p:cNvCxnSpPr>
          <p:nvPr/>
        </p:nvCxnSpPr>
        <p:spPr>
          <a:xfrm>
            <a:off x="2408186" y="1906979"/>
            <a:ext cx="186600" cy="0"/>
          </a:xfrm>
          <a:prstGeom prst="straightConnector1">
            <a:avLst/>
          </a:prstGeom>
          <a:noFill/>
          <a:ln cap="flat" cmpd="sng" w="19050">
            <a:solidFill>
              <a:schemeClr val="dk1"/>
            </a:solidFill>
            <a:prstDash val="solid"/>
            <a:round/>
            <a:headEnd len="med" w="med" type="none"/>
            <a:tailEnd len="med" w="med" type="none"/>
          </a:ln>
        </p:spPr>
      </p:cxnSp>
      <p:cxnSp>
        <p:nvCxnSpPr>
          <p:cNvPr id="326" name="Google Shape;326;p19"/>
          <p:cNvCxnSpPr>
            <a:stCxn id="295" idx="3"/>
            <a:endCxn id="317" idx="1"/>
          </p:cNvCxnSpPr>
          <p:nvPr/>
        </p:nvCxnSpPr>
        <p:spPr>
          <a:xfrm flipH="1" rot="10800000">
            <a:off x="4288511" y="2658854"/>
            <a:ext cx="186600" cy="600"/>
          </a:xfrm>
          <a:prstGeom prst="straightConnector1">
            <a:avLst/>
          </a:prstGeom>
          <a:noFill/>
          <a:ln cap="flat" cmpd="sng" w="19050">
            <a:solidFill>
              <a:schemeClr val="dk1"/>
            </a:solidFill>
            <a:prstDash val="solid"/>
            <a:round/>
            <a:headEnd len="med" w="med" type="none"/>
            <a:tailEnd len="med" w="med" type="none"/>
          </a:ln>
        </p:spPr>
      </p:cxnSp>
      <p:cxnSp>
        <p:nvCxnSpPr>
          <p:cNvPr id="327" name="Google Shape;327;p19"/>
          <p:cNvCxnSpPr>
            <a:stCxn id="297" idx="3"/>
            <a:endCxn id="319" idx="1"/>
          </p:cNvCxnSpPr>
          <p:nvPr/>
        </p:nvCxnSpPr>
        <p:spPr>
          <a:xfrm>
            <a:off x="6168836" y="3411929"/>
            <a:ext cx="1866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0"/>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333" name="Google Shape;333;p20"/>
          <p:cNvSpPr/>
          <p:nvPr/>
        </p:nvSpPr>
        <p:spPr>
          <a:xfrm>
            <a:off x="3398788" y="35392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0"/>
          <p:cNvSpPr/>
          <p:nvPr/>
        </p:nvSpPr>
        <p:spPr>
          <a:xfrm>
            <a:off x="3398788" y="25731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0"/>
          <p:cNvSpPr/>
          <p:nvPr/>
        </p:nvSpPr>
        <p:spPr>
          <a:xfrm>
            <a:off x="3398788" y="16070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0"/>
          <p:cNvSpPr/>
          <p:nvPr/>
        </p:nvSpPr>
        <p:spPr>
          <a:xfrm>
            <a:off x="5135613" y="35392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0"/>
          <p:cNvSpPr/>
          <p:nvPr/>
        </p:nvSpPr>
        <p:spPr>
          <a:xfrm>
            <a:off x="5135613" y="25731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0"/>
          <p:cNvSpPr/>
          <p:nvPr/>
        </p:nvSpPr>
        <p:spPr>
          <a:xfrm>
            <a:off x="5135613" y="1607038"/>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9" name="Google Shape;339;p20"/>
          <p:cNvCxnSpPr>
            <a:stCxn id="335" idx="6"/>
            <a:endCxn id="338" idx="2"/>
          </p:cNvCxnSpPr>
          <p:nvPr/>
        </p:nvCxnSpPr>
        <p:spPr>
          <a:xfrm>
            <a:off x="4008388" y="1911838"/>
            <a:ext cx="1127100" cy="600"/>
          </a:xfrm>
          <a:prstGeom prst="bentConnector3">
            <a:avLst>
              <a:gd fmla="val 50006" name="adj1"/>
            </a:avLst>
          </a:prstGeom>
          <a:noFill/>
          <a:ln cap="flat" cmpd="sng" w="19050">
            <a:solidFill>
              <a:schemeClr val="lt2"/>
            </a:solidFill>
            <a:prstDash val="solid"/>
            <a:round/>
            <a:headEnd len="med" w="med" type="none"/>
            <a:tailEnd len="med" w="med" type="none"/>
          </a:ln>
        </p:spPr>
      </p:cxnSp>
      <p:cxnSp>
        <p:nvCxnSpPr>
          <p:cNvPr id="340" name="Google Shape;340;p20"/>
          <p:cNvCxnSpPr>
            <a:stCxn id="338" idx="4"/>
            <a:endCxn id="334" idx="0"/>
          </p:cNvCxnSpPr>
          <p:nvPr/>
        </p:nvCxnSpPr>
        <p:spPr>
          <a:xfrm rot="5400000">
            <a:off x="4393863" y="1526488"/>
            <a:ext cx="356400" cy="1736700"/>
          </a:xfrm>
          <a:prstGeom prst="bentConnector3">
            <a:avLst>
              <a:gd fmla="val 50014" name="adj1"/>
            </a:avLst>
          </a:prstGeom>
          <a:noFill/>
          <a:ln cap="flat" cmpd="sng" w="19050">
            <a:solidFill>
              <a:schemeClr val="lt2"/>
            </a:solidFill>
            <a:prstDash val="solid"/>
            <a:round/>
            <a:headEnd len="med" w="med" type="none"/>
            <a:tailEnd len="med" w="med" type="none"/>
          </a:ln>
        </p:spPr>
      </p:cxnSp>
      <p:cxnSp>
        <p:nvCxnSpPr>
          <p:cNvPr id="341" name="Google Shape;341;p20"/>
          <p:cNvCxnSpPr>
            <a:stCxn id="334" idx="6"/>
            <a:endCxn id="337" idx="2"/>
          </p:cNvCxnSpPr>
          <p:nvPr/>
        </p:nvCxnSpPr>
        <p:spPr>
          <a:xfrm>
            <a:off x="4008388" y="2877938"/>
            <a:ext cx="1127100" cy="600"/>
          </a:xfrm>
          <a:prstGeom prst="bentConnector3">
            <a:avLst>
              <a:gd fmla="val 50006" name="adj1"/>
            </a:avLst>
          </a:prstGeom>
          <a:noFill/>
          <a:ln cap="flat" cmpd="sng" w="19050">
            <a:solidFill>
              <a:schemeClr val="lt2"/>
            </a:solidFill>
            <a:prstDash val="solid"/>
            <a:round/>
            <a:headEnd len="med" w="med" type="none"/>
            <a:tailEnd len="med" w="med" type="none"/>
          </a:ln>
        </p:spPr>
      </p:cxnSp>
      <p:cxnSp>
        <p:nvCxnSpPr>
          <p:cNvPr id="342" name="Google Shape;342;p20"/>
          <p:cNvCxnSpPr>
            <a:stCxn id="337" idx="4"/>
            <a:endCxn id="333" idx="0"/>
          </p:cNvCxnSpPr>
          <p:nvPr/>
        </p:nvCxnSpPr>
        <p:spPr>
          <a:xfrm rot="5400000">
            <a:off x="4393863" y="2492588"/>
            <a:ext cx="356400" cy="1736700"/>
          </a:xfrm>
          <a:prstGeom prst="bentConnector3">
            <a:avLst>
              <a:gd fmla="val 50014" name="adj1"/>
            </a:avLst>
          </a:prstGeom>
          <a:noFill/>
          <a:ln cap="flat" cmpd="sng" w="19050">
            <a:solidFill>
              <a:schemeClr val="lt2"/>
            </a:solidFill>
            <a:prstDash val="solid"/>
            <a:round/>
            <a:headEnd len="med" w="med" type="none"/>
            <a:tailEnd len="med" w="med" type="none"/>
          </a:ln>
        </p:spPr>
      </p:cxnSp>
      <p:cxnSp>
        <p:nvCxnSpPr>
          <p:cNvPr id="343" name="Google Shape;343;p20"/>
          <p:cNvCxnSpPr>
            <a:stCxn id="333" idx="6"/>
            <a:endCxn id="336" idx="2"/>
          </p:cNvCxnSpPr>
          <p:nvPr/>
        </p:nvCxnSpPr>
        <p:spPr>
          <a:xfrm>
            <a:off x="4008388" y="3844038"/>
            <a:ext cx="1127100" cy="600"/>
          </a:xfrm>
          <a:prstGeom prst="bentConnector3">
            <a:avLst>
              <a:gd fmla="val 50006" name="adj1"/>
            </a:avLst>
          </a:prstGeom>
          <a:noFill/>
          <a:ln cap="flat" cmpd="sng" w="19050">
            <a:solidFill>
              <a:schemeClr val="lt2"/>
            </a:solidFill>
            <a:prstDash val="solid"/>
            <a:round/>
            <a:headEnd len="med" w="med" type="none"/>
            <a:tailEnd len="med" w="med" type="none"/>
          </a:ln>
        </p:spPr>
      </p:cxnSp>
      <p:grpSp>
        <p:nvGrpSpPr>
          <p:cNvPr id="344" name="Google Shape;344;p20"/>
          <p:cNvGrpSpPr/>
          <p:nvPr/>
        </p:nvGrpSpPr>
        <p:grpSpPr>
          <a:xfrm>
            <a:off x="3533961" y="1720452"/>
            <a:ext cx="339253" cy="339253"/>
            <a:chOff x="5660400" y="238125"/>
            <a:chExt cx="481825" cy="481825"/>
          </a:xfrm>
        </p:grpSpPr>
        <p:sp>
          <p:nvSpPr>
            <p:cNvPr id="345" name="Google Shape;345;p20"/>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46" name="Google Shape;346;p20"/>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347" name="Google Shape;347;p20"/>
          <p:cNvGrpSpPr/>
          <p:nvPr/>
        </p:nvGrpSpPr>
        <p:grpSpPr>
          <a:xfrm>
            <a:off x="5270786" y="2708277"/>
            <a:ext cx="339253" cy="339253"/>
            <a:chOff x="6235400" y="249400"/>
            <a:chExt cx="481825" cy="481825"/>
          </a:xfrm>
        </p:grpSpPr>
        <p:sp>
          <p:nvSpPr>
            <p:cNvPr id="348" name="Google Shape;348;p20"/>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49" name="Google Shape;349;p20"/>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0" name="Google Shape;350;p20"/>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1" name="Google Shape;351;p20"/>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2" name="Google Shape;352;p20"/>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353" name="Google Shape;353;p20"/>
          <p:cNvGrpSpPr/>
          <p:nvPr/>
        </p:nvGrpSpPr>
        <p:grpSpPr>
          <a:xfrm>
            <a:off x="3533961" y="2728853"/>
            <a:ext cx="339253" cy="298169"/>
            <a:chOff x="4467200" y="877100"/>
            <a:chExt cx="481825" cy="423475"/>
          </a:xfrm>
        </p:grpSpPr>
        <p:sp>
          <p:nvSpPr>
            <p:cNvPr id="354" name="Google Shape;354;p20"/>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5" name="Google Shape;355;p20"/>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6" name="Google Shape;356;p20"/>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57" name="Google Shape;357;p20"/>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358" name="Google Shape;358;p20"/>
          <p:cNvGrpSpPr/>
          <p:nvPr/>
        </p:nvGrpSpPr>
        <p:grpSpPr>
          <a:xfrm>
            <a:off x="5291319" y="3674411"/>
            <a:ext cx="298186" cy="339253"/>
            <a:chOff x="6264525" y="842250"/>
            <a:chExt cx="423500" cy="481825"/>
          </a:xfrm>
        </p:grpSpPr>
        <p:sp>
          <p:nvSpPr>
            <p:cNvPr id="359" name="Google Shape;359;p20"/>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0" name="Google Shape;360;p20"/>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1" name="Google Shape;361;p20"/>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2" name="Google Shape;362;p20"/>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3" name="Google Shape;363;p20"/>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4" name="Google Shape;364;p20"/>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5" name="Google Shape;365;p20"/>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366" name="Google Shape;366;p20"/>
          <p:cNvGrpSpPr/>
          <p:nvPr/>
        </p:nvGrpSpPr>
        <p:grpSpPr>
          <a:xfrm>
            <a:off x="5270786" y="1742211"/>
            <a:ext cx="339253" cy="339253"/>
            <a:chOff x="4456875" y="1435075"/>
            <a:chExt cx="481825" cy="481825"/>
          </a:xfrm>
        </p:grpSpPr>
        <p:sp>
          <p:nvSpPr>
            <p:cNvPr id="367" name="Google Shape;367;p20"/>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8" name="Google Shape;368;p20"/>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69" name="Google Shape;369;p20"/>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0" name="Google Shape;370;p20"/>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1" name="Google Shape;371;p20"/>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2" name="Google Shape;372;p20"/>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3" name="Google Shape;373;p20"/>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4" name="Google Shape;374;p20"/>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5" name="Google Shape;375;p20"/>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6" name="Google Shape;376;p20"/>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7" name="Google Shape;377;p20"/>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8" name="Google Shape;378;p20"/>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79" name="Google Shape;379;p20"/>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0" name="Google Shape;380;p20"/>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1" name="Google Shape;381;p20"/>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2" name="Google Shape;382;p20"/>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3" name="Google Shape;383;p20"/>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4" name="Google Shape;384;p20"/>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385" name="Google Shape;385;p20"/>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386" name="Google Shape;386;p20"/>
          <p:cNvSpPr/>
          <p:nvPr/>
        </p:nvSpPr>
        <p:spPr>
          <a:xfrm>
            <a:off x="3536751" y="3686125"/>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387" name="Google Shape;387;p20"/>
          <p:cNvGrpSpPr/>
          <p:nvPr/>
        </p:nvGrpSpPr>
        <p:grpSpPr>
          <a:xfrm>
            <a:off x="713700" y="3392350"/>
            <a:ext cx="1986000" cy="903300"/>
            <a:chOff x="713700" y="3392350"/>
            <a:chExt cx="1986000" cy="903300"/>
          </a:xfrm>
        </p:grpSpPr>
        <p:sp>
          <p:nvSpPr>
            <p:cNvPr id="388" name="Google Shape;388;p20"/>
            <p:cNvSpPr txBox="1"/>
            <p:nvPr/>
          </p:nvSpPr>
          <p:spPr>
            <a:xfrm>
              <a:off x="713700" y="3392350"/>
              <a:ext cx="1986000" cy="375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Bellefair"/>
                  <a:ea typeface="Bellefair"/>
                  <a:cs typeface="Bellefair"/>
                  <a:sym typeface="Bellefair"/>
                </a:rPr>
                <a:t>Saturn</a:t>
              </a:r>
              <a:endParaRPr sz="2400">
                <a:solidFill>
                  <a:schemeClr val="dk1"/>
                </a:solidFill>
                <a:latin typeface="Bellefair"/>
                <a:ea typeface="Bellefair"/>
                <a:cs typeface="Bellefair"/>
                <a:sym typeface="Bellefair"/>
              </a:endParaRPr>
            </a:p>
          </p:txBody>
        </p:sp>
        <p:sp>
          <p:nvSpPr>
            <p:cNvPr id="389" name="Google Shape;389;p20"/>
            <p:cNvSpPr txBox="1"/>
            <p:nvPr/>
          </p:nvSpPr>
          <p:spPr>
            <a:xfrm>
              <a:off x="713700" y="3767950"/>
              <a:ext cx="1986000" cy="527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Bellota Text"/>
                  <a:ea typeface="Bellota Text"/>
                  <a:cs typeface="Bellota Text"/>
                  <a:sym typeface="Bellota Text"/>
                </a:rPr>
                <a:t>It’s composed of hydrogen and helium</a:t>
              </a:r>
              <a:endParaRPr>
                <a:solidFill>
                  <a:schemeClr val="dk1"/>
                </a:solidFill>
                <a:latin typeface="Bellota Text"/>
                <a:ea typeface="Bellota Text"/>
                <a:cs typeface="Bellota Text"/>
                <a:sym typeface="Bellota Text"/>
              </a:endParaRPr>
            </a:p>
          </p:txBody>
        </p:sp>
      </p:grpSp>
      <p:grpSp>
        <p:nvGrpSpPr>
          <p:cNvPr id="390" name="Google Shape;390;p20"/>
          <p:cNvGrpSpPr/>
          <p:nvPr/>
        </p:nvGrpSpPr>
        <p:grpSpPr>
          <a:xfrm>
            <a:off x="713700" y="2426250"/>
            <a:ext cx="1986000" cy="903300"/>
            <a:chOff x="713700" y="2426250"/>
            <a:chExt cx="1986000" cy="903300"/>
          </a:xfrm>
        </p:grpSpPr>
        <p:sp>
          <p:nvSpPr>
            <p:cNvPr id="391" name="Google Shape;391;p20"/>
            <p:cNvSpPr txBox="1"/>
            <p:nvPr/>
          </p:nvSpPr>
          <p:spPr>
            <a:xfrm>
              <a:off x="713700" y="2426250"/>
              <a:ext cx="1986000" cy="375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Bellefair"/>
                  <a:ea typeface="Bellefair"/>
                  <a:cs typeface="Bellefair"/>
                  <a:sym typeface="Bellefair"/>
                </a:rPr>
                <a:t>Mercury</a:t>
              </a:r>
              <a:endParaRPr sz="2400">
                <a:solidFill>
                  <a:schemeClr val="dk1"/>
                </a:solidFill>
                <a:latin typeface="Bellefair"/>
                <a:ea typeface="Bellefair"/>
                <a:cs typeface="Bellefair"/>
                <a:sym typeface="Bellefair"/>
              </a:endParaRPr>
            </a:p>
          </p:txBody>
        </p:sp>
        <p:sp>
          <p:nvSpPr>
            <p:cNvPr id="392" name="Google Shape;392;p20"/>
            <p:cNvSpPr txBox="1"/>
            <p:nvPr/>
          </p:nvSpPr>
          <p:spPr>
            <a:xfrm>
              <a:off x="713700" y="2801850"/>
              <a:ext cx="1986000" cy="527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Bellota Text"/>
                  <a:ea typeface="Bellota Text"/>
                  <a:cs typeface="Bellota Text"/>
                  <a:sym typeface="Bellota Text"/>
                </a:rPr>
                <a:t>Mercury is the closest planet to the Sun</a:t>
              </a:r>
              <a:endParaRPr>
                <a:solidFill>
                  <a:schemeClr val="dk1"/>
                </a:solidFill>
                <a:latin typeface="Bellota Text"/>
                <a:ea typeface="Bellota Text"/>
                <a:cs typeface="Bellota Text"/>
                <a:sym typeface="Bellota Text"/>
              </a:endParaRPr>
            </a:p>
          </p:txBody>
        </p:sp>
      </p:grpSp>
      <p:grpSp>
        <p:nvGrpSpPr>
          <p:cNvPr id="393" name="Google Shape;393;p20"/>
          <p:cNvGrpSpPr/>
          <p:nvPr/>
        </p:nvGrpSpPr>
        <p:grpSpPr>
          <a:xfrm>
            <a:off x="713700" y="1460150"/>
            <a:ext cx="1986000" cy="903300"/>
            <a:chOff x="713700" y="1460150"/>
            <a:chExt cx="1986000" cy="903300"/>
          </a:xfrm>
        </p:grpSpPr>
        <p:sp>
          <p:nvSpPr>
            <p:cNvPr id="394" name="Google Shape;394;p20"/>
            <p:cNvSpPr txBox="1"/>
            <p:nvPr/>
          </p:nvSpPr>
          <p:spPr>
            <a:xfrm>
              <a:off x="713700" y="1460150"/>
              <a:ext cx="1986000" cy="375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chemeClr val="dk1"/>
                  </a:solidFill>
                  <a:latin typeface="Bellefair"/>
                  <a:ea typeface="Bellefair"/>
                  <a:cs typeface="Bellefair"/>
                  <a:sym typeface="Bellefair"/>
                </a:rPr>
                <a:t>Venus</a:t>
              </a:r>
              <a:endParaRPr sz="2400">
                <a:solidFill>
                  <a:schemeClr val="dk1"/>
                </a:solidFill>
                <a:latin typeface="Bellefair"/>
                <a:ea typeface="Bellefair"/>
                <a:cs typeface="Bellefair"/>
                <a:sym typeface="Bellefair"/>
              </a:endParaRPr>
            </a:p>
          </p:txBody>
        </p:sp>
        <p:sp>
          <p:nvSpPr>
            <p:cNvPr id="395" name="Google Shape;395;p20"/>
            <p:cNvSpPr txBox="1"/>
            <p:nvPr/>
          </p:nvSpPr>
          <p:spPr>
            <a:xfrm>
              <a:off x="713700" y="1835750"/>
              <a:ext cx="1986000" cy="527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a:solidFill>
                    <a:schemeClr val="dk1"/>
                  </a:solidFill>
                  <a:latin typeface="Bellota Text"/>
                  <a:ea typeface="Bellota Text"/>
                  <a:cs typeface="Bellota Text"/>
                  <a:sym typeface="Bellota Text"/>
                </a:rPr>
                <a:t>It’s the second planet from the Sun</a:t>
              </a:r>
              <a:endParaRPr>
                <a:solidFill>
                  <a:schemeClr val="dk1"/>
                </a:solidFill>
                <a:latin typeface="Bellota Text"/>
                <a:ea typeface="Bellota Text"/>
                <a:cs typeface="Bellota Text"/>
                <a:sym typeface="Bellota Text"/>
              </a:endParaRPr>
            </a:p>
          </p:txBody>
        </p:sp>
      </p:grpSp>
      <p:grpSp>
        <p:nvGrpSpPr>
          <p:cNvPr id="396" name="Google Shape;396;p20"/>
          <p:cNvGrpSpPr/>
          <p:nvPr/>
        </p:nvGrpSpPr>
        <p:grpSpPr>
          <a:xfrm>
            <a:off x="6444300" y="3392350"/>
            <a:ext cx="1986000" cy="903300"/>
            <a:chOff x="6444300" y="3392350"/>
            <a:chExt cx="1986000" cy="903300"/>
          </a:xfrm>
        </p:grpSpPr>
        <p:sp>
          <p:nvSpPr>
            <p:cNvPr id="397" name="Google Shape;397;p20"/>
            <p:cNvSpPr txBox="1"/>
            <p:nvPr/>
          </p:nvSpPr>
          <p:spPr>
            <a:xfrm>
              <a:off x="6444300" y="3392350"/>
              <a:ext cx="1986000" cy="37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Neptune</a:t>
              </a:r>
              <a:endParaRPr sz="2400">
                <a:solidFill>
                  <a:schemeClr val="dk1"/>
                </a:solidFill>
                <a:latin typeface="Bellefair"/>
                <a:ea typeface="Bellefair"/>
                <a:cs typeface="Bellefair"/>
                <a:sym typeface="Bellefair"/>
              </a:endParaRPr>
            </a:p>
          </p:txBody>
        </p:sp>
        <p:sp>
          <p:nvSpPr>
            <p:cNvPr id="398" name="Google Shape;398;p20"/>
            <p:cNvSpPr txBox="1"/>
            <p:nvPr/>
          </p:nvSpPr>
          <p:spPr>
            <a:xfrm>
              <a:off x="6444300" y="3767950"/>
              <a:ext cx="19860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Neptune is the farthest planet from the Sun</a:t>
              </a:r>
              <a:endParaRPr>
                <a:solidFill>
                  <a:schemeClr val="dk1"/>
                </a:solidFill>
                <a:latin typeface="Bellota Text"/>
                <a:ea typeface="Bellota Text"/>
                <a:cs typeface="Bellota Text"/>
                <a:sym typeface="Bellota Text"/>
              </a:endParaRPr>
            </a:p>
          </p:txBody>
        </p:sp>
      </p:grpSp>
      <p:grpSp>
        <p:nvGrpSpPr>
          <p:cNvPr id="399" name="Google Shape;399;p20"/>
          <p:cNvGrpSpPr/>
          <p:nvPr/>
        </p:nvGrpSpPr>
        <p:grpSpPr>
          <a:xfrm>
            <a:off x="6444300" y="2426250"/>
            <a:ext cx="1986000" cy="903300"/>
            <a:chOff x="6444300" y="2426250"/>
            <a:chExt cx="1986000" cy="903300"/>
          </a:xfrm>
        </p:grpSpPr>
        <p:sp>
          <p:nvSpPr>
            <p:cNvPr id="400" name="Google Shape;400;p20"/>
            <p:cNvSpPr txBox="1"/>
            <p:nvPr/>
          </p:nvSpPr>
          <p:spPr>
            <a:xfrm>
              <a:off x="6444300" y="2426250"/>
              <a:ext cx="1986000" cy="37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Mars</a:t>
              </a:r>
              <a:endParaRPr sz="2400">
                <a:solidFill>
                  <a:schemeClr val="dk1"/>
                </a:solidFill>
                <a:latin typeface="Bellefair"/>
                <a:ea typeface="Bellefair"/>
                <a:cs typeface="Bellefair"/>
                <a:sym typeface="Bellefair"/>
              </a:endParaRPr>
            </a:p>
          </p:txBody>
        </p:sp>
        <p:sp>
          <p:nvSpPr>
            <p:cNvPr id="401" name="Google Shape;401;p20"/>
            <p:cNvSpPr txBox="1"/>
            <p:nvPr/>
          </p:nvSpPr>
          <p:spPr>
            <a:xfrm>
              <a:off x="6444300" y="2801850"/>
              <a:ext cx="19860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Mars is actually a very cold place</a:t>
              </a:r>
              <a:endParaRPr>
                <a:solidFill>
                  <a:schemeClr val="dk1"/>
                </a:solidFill>
                <a:latin typeface="Bellota Text"/>
                <a:ea typeface="Bellota Text"/>
                <a:cs typeface="Bellota Text"/>
                <a:sym typeface="Bellota Text"/>
              </a:endParaRPr>
            </a:p>
          </p:txBody>
        </p:sp>
      </p:grpSp>
      <p:grpSp>
        <p:nvGrpSpPr>
          <p:cNvPr id="402" name="Google Shape;402;p20"/>
          <p:cNvGrpSpPr/>
          <p:nvPr/>
        </p:nvGrpSpPr>
        <p:grpSpPr>
          <a:xfrm>
            <a:off x="6444300" y="1460150"/>
            <a:ext cx="1986000" cy="903300"/>
            <a:chOff x="6444300" y="1460150"/>
            <a:chExt cx="1986000" cy="903300"/>
          </a:xfrm>
        </p:grpSpPr>
        <p:sp>
          <p:nvSpPr>
            <p:cNvPr id="403" name="Google Shape;403;p20"/>
            <p:cNvSpPr txBox="1"/>
            <p:nvPr/>
          </p:nvSpPr>
          <p:spPr>
            <a:xfrm>
              <a:off x="6444300" y="1460150"/>
              <a:ext cx="1986000" cy="37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Jupiter</a:t>
              </a:r>
              <a:endParaRPr sz="2400">
                <a:solidFill>
                  <a:schemeClr val="dk1"/>
                </a:solidFill>
                <a:latin typeface="Bellefair"/>
                <a:ea typeface="Bellefair"/>
                <a:cs typeface="Bellefair"/>
                <a:sym typeface="Bellefair"/>
              </a:endParaRPr>
            </a:p>
          </p:txBody>
        </p:sp>
        <p:sp>
          <p:nvSpPr>
            <p:cNvPr id="404" name="Google Shape;404;p20"/>
            <p:cNvSpPr txBox="1"/>
            <p:nvPr/>
          </p:nvSpPr>
          <p:spPr>
            <a:xfrm>
              <a:off x="6444300" y="1835750"/>
              <a:ext cx="19860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p:txBody>
        </p:sp>
      </p:grpSp>
      <p:cxnSp>
        <p:nvCxnSpPr>
          <p:cNvPr id="405" name="Google Shape;405;p20"/>
          <p:cNvCxnSpPr>
            <a:stCxn id="335" idx="2"/>
            <a:endCxn id="394" idx="3"/>
          </p:cNvCxnSpPr>
          <p:nvPr/>
        </p:nvCxnSpPr>
        <p:spPr>
          <a:xfrm rot="10800000">
            <a:off x="2699788" y="16478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cxnSp>
        <p:nvCxnSpPr>
          <p:cNvPr id="406" name="Google Shape;406;p20"/>
          <p:cNvCxnSpPr>
            <a:stCxn id="334" idx="2"/>
            <a:endCxn id="391" idx="3"/>
          </p:cNvCxnSpPr>
          <p:nvPr/>
        </p:nvCxnSpPr>
        <p:spPr>
          <a:xfrm rot="10800000">
            <a:off x="2699788" y="26139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cxnSp>
        <p:nvCxnSpPr>
          <p:cNvPr id="407" name="Google Shape;407;p20"/>
          <p:cNvCxnSpPr>
            <a:stCxn id="333" idx="2"/>
            <a:endCxn id="388" idx="3"/>
          </p:cNvCxnSpPr>
          <p:nvPr/>
        </p:nvCxnSpPr>
        <p:spPr>
          <a:xfrm rot="10800000">
            <a:off x="2699788" y="35800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cxnSp>
        <p:nvCxnSpPr>
          <p:cNvPr id="408" name="Google Shape;408;p20"/>
          <p:cNvCxnSpPr>
            <a:stCxn id="336" idx="6"/>
            <a:endCxn id="397" idx="1"/>
          </p:cNvCxnSpPr>
          <p:nvPr/>
        </p:nvCxnSpPr>
        <p:spPr>
          <a:xfrm flipH="1" rot="10800000">
            <a:off x="5745213" y="35800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cxnSp>
        <p:nvCxnSpPr>
          <p:cNvPr id="409" name="Google Shape;409;p20"/>
          <p:cNvCxnSpPr>
            <a:stCxn id="337" idx="6"/>
            <a:endCxn id="400" idx="1"/>
          </p:cNvCxnSpPr>
          <p:nvPr/>
        </p:nvCxnSpPr>
        <p:spPr>
          <a:xfrm flipH="1" rot="10800000">
            <a:off x="5745213" y="26139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cxnSp>
        <p:nvCxnSpPr>
          <p:cNvPr id="410" name="Google Shape;410;p20"/>
          <p:cNvCxnSpPr>
            <a:stCxn id="338" idx="6"/>
            <a:endCxn id="403" idx="1"/>
          </p:cNvCxnSpPr>
          <p:nvPr/>
        </p:nvCxnSpPr>
        <p:spPr>
          <a:xfrm flipH="1" rot="10800000">
            <a:off x="5745213" y="1647838"/>
            <a:ext cx="699000" cy="264000"/>
          </a:xfrm>
          <a:prstGeom prst="bentConnector3">
            <a:avLst>
              <a:gd fmla="val 50006" name="adj1"/>
            </a:avLst>
          </a:prstGeom>
          <a:noFill/>
          <a:ln cap="flat" cmpd="sng" w="19050">
            <a:solidFill>
              <a:schemeClr val="lt2"/>
            </a:solidFill>
            <a:prstDash val="solid"/>
            <a:round/>
            <a:headEnd len="med" w="med" type="none"/>
            <a:tailEnd len="med" w="med" type="oval"/>
          </a:ln>
        </p:spPr>
      </p:cxnSp>
      <p:sp>
        <p:nvSpPr>
          <p:cNvPr id="411" name="Google Shape;411;p20"/>
          <p:cNvSpPr txBox="1"/>
          <p:nvPr/>
        </p:nvSpPr>
        <p:spPr>
          <a:xfrm>
            <a:off x="3680600" y="4148950"/>
            <a:ext cx="1784700" cy="41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Our values</a:t>
            </a:r>
            <a:endParaRPr sz="2400">
              <a:solidFill>
                <a:srgbClr val="9C786B"/>
              </a:solidFill>
              <a:latin typeface="Bellefair"/>
              <a:ea typeface="Bellefair"/>
              <a:cs typeface="Bellefair"/>
              <a:sym typeface="Bellefai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1"/>
          <p:cNvSpPr/>
          <p:nvPr/>
        </p:nvSpPr>
        <p:spPr>
          <a:xfrm>
            <a:off x="6276307" y="309176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714307" y="309176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6276307" y="142951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1"/>
          <p:cNvSpPr/>
          <p:nvPr/>
        </p:nvSpPr>
        <p:spPr>
          <a:xfrm>
            <a:off x="714307" y="142951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 </a:t>
            </a:r>
            <a:endParaRPr/>
          </a:p>
        </p:txBody>
      </p:sp>
      <p:grpSp>
        <p:nvGrpSpPr>
          <p:cNvPr id="421" name="Google Shape;421;p21"/>
          <p:cNvGrpSpPr/>
          <p:nvPr/>
        </p:nvGrpSpPr>
        <p:grpSpPr>
          <a:xfrm>
            <a:off x="3140775" y="1339113"/>
            <a:ext cx="819300" cy="819300"/>
            <a:chOff x="3140775" y="1339113"/>
            <a:chExt cx="819300" cy="819300"/>
          </a:xfrm>
        </p:grpSpPr>
        <p:sp>
          <p:nvSpPr>
            <p:cNvPr id="422" name="Google Shape;422;p21"/>
            <p:cNvSpPr/>
            <p:nvPr/>
          </p:nvSpPr>
          <p:spPr>
            <a:xfrm>
              <a:off x="3140775" y="1339113"/>
              <a:ext cx="819300" cy="81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3190854" y="138916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 name="Google Shape;424;p21"/>
          <p:cNvGrpSpPr/>
          <p:nvPr/>
        </p:nvGrpSpPr>
        <p:grpSpPr>
          <a:xfrm>
            <a:off x="3380342" y="1599835"/>
            <a:ext cx="340204" cy="298116"/>
            <a:chOff x="3380342" y="1599835"/>
            <a:chExt cx="340204" cy="298116"/>
          </a:xfrm>
        </p:grpSpPr>
        <p:sp>
          <p:nvSpPr>
            <p:cNvPr id="425" name="Google Shape;425;p21"/>
            <p:cNvSpPr/>
            <p:nvPr/>
          </p:nvSpPr>
          <p:spPr>
            <a:xfrm>
              <a:off x="3679813" y="1719092"/>
              <a:ext cx="39729" cy="19908"/>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26" name="Google Shape;426;p21"/>
            <p:cNvSpPr/>
            <p:nvPr/>
          </p:nvSpPr>
          <p:spPr>
            <a:xfrm>
              <a:off x="3678810" y="1659437"/>
              <a:ext cx="41736" cy="39799"/>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27" name="Google Shape;427;p21"/>
            <p:cNvSpPr/>
            <p:nvPr/>
          </p:nvSpPr>
          <p:spPr>
            <a:xfrm>
              <a:off x="3678810" y="1758820"/>
              <a:ext cx="41736" cy="39799"/>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28" name="Google Shape;428;p21"/>
            <p:cNvSpPr/>
            <p:nvPr/>
          </p:nvSpPr>
          <p:spPr>
            <a:xfrm>
              <a:off x="3380342" y="1599835"/>
              <a:ext cx="278929" cy="298116"/>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429" name="Google Shape;429;p21"/>
          <p:cNvGrpSpPr/>
          <p:nvPr/>
        </p:nvGrpSpPr>
        <p:grpSpPr>
          <a:xfrm>
            <a:off x="5183933" y="1339113"/>
            <a:ext cx="819300" cy="819300"/>
            <a:chOff x="5183933" y="1339113"/>
            <a:chExt cx="819300" cy="819300"/>
          </a:xfrm>
        </p:grpSpPr>
        <p:sp>
          <p:nvSpPr>
            <p:cNvPr id="430" name="Google Shape;430;p21"/>
            <p:cNvSpPr/>
            <p:nvPr/>
          </p:nvSpPr>
          <p:spPr>
            <a:xfrm>
              <a:off x="5183933" y="1339113"/>
              <a:ext cx="819300" cy="81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1"/>
            <p:cNvSpPr/>
            <p:nvPr/>
          </p:nvSpPr>
          <p:spPr>
            <a:xfrm>
              <a:off x="5234012" y="138916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21"/>
          <p:cNvGrpSpPr/>
          <p:nvPr/>
        </p:nvGrpSpPr>
        <p:grpSpPr>
          <a:xfrm>
            <a:off x="5421893" y="1579239"/>
            <a:ext cx="343442" cy="339288"/>
            <a:chOff x="5421893" y="1579239"/>
            <a:chExt cx="343442" cy="339288"/>
          </a:xfrm>
        </p:grpSpPr>
        <p:sp>
          <p:nvSpPr>
            <p:cNvPr id="433" name="Google Shape;433;p21"/>
            <p:cNvSpPr/>
            <p:nvPr/>
          </p:nvSpPr>
          <p:spPr>
            <a:xfrm>
              <a:off x="5421893" y="1884590"/>
              <a:ext cx="39130" cy="33938"/>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34" name="Google Shape;434;p21"/>
            <p:cNvSpPr/>
            <p:nvPr/>
          </p:nvSpPr>
          <p:spPr>
            <a:xfrm>
              <a:off x="5464034" y="1842168"/>
              <a:ext cx="42492" cy="34166"/>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35" name="Google Shape;435;p21"/>
            <p:cNvSpPr/>
            <p:nvPr/>
          </p:nvSpPr>
          <p:spPr>
            <a:xfrm>
              <a:off x="5434814" y="1579239"/>
              <a:ext cx="317109" cy="176905"/>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36" name="Google Shape;436;p21"/>
            <p:cNvSpPr/>
            <p:nvPr/>
          </p:nvSpPr>
          <p:spPr>
            <a:xfrm>
              <a:off x="5588642" y="1593990"/>
              <a:ext cx="176694" cy="313501"/>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37" name="Google Shape;437;p21"/>
            <p:cNvSpPr/>
            <p:nvPr/>
          </p:nvSpPr>
          <p:spPr>
            <a:xfrm>
              <a:off x="5517281" y="1655106"/>
              <a:ext cx="172522" cy="170762"/>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438" name="Google Shape;438;p21"/>
          <p:cNvGrpSpPr/>
          <p:nvPr/>
        </p:nvGrpSpPr>
        <p:grpSpPr>
          <a:xfrm>
            <a:off x="3140767" y="3001363"/>
            <a:ext cx="819300" cy="819300"/>
            <a:chOff x="3140767" y="3001363"/>
            <a:chExt cx="819300" cy="819300"/>
          </a:xfrm>
        </p:grpSpPr>
        <p:sp>
          <p:nvSpPr>
            <p:cNvPr id="439" name="Google Shape;439;p21"/>
            <p:cNvSpPr/>
            <p:nvPr/>
          </p:nvSpPr>
          <p:spPr>
            <a:xfrm>
              <a:off x="3140767" y="3001363"/>
              <a:ext cx="819300" cy="81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3190846" y="3051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 name="Google Shape;441;p21"/>
          <p:cNvGrpSpPr/>
          <p:nvPr/>
        </p:nvGrpSpPr>
        <p:grpSpPr>
          <a:xfrm>
            <a:off x="3397768" y="3221603"/>
            <a:ext cx="305386" cy="338602"/>
            <a:chOff x="3397768" y="3221603"/>
            <a:chExt cx="305386" cy="338602"/>
          </a:xfrm>
        </p:grpSpPr>
        <p:sp>
          <p:nvSpPr>
            <p:cNvPr id="442" name="Google Shape;442;p21"/>
            <p:cNvSpPr/>
            <p:nvPr/>
          </p:nvSpPr>
          <p:spPr>
            <a:xfrm>
              <a:off x="3616426" y="3281223"/>
              <a:ext cx="39764" cy="19891"/>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43" name="Google Shape;443;p21"/>
            <p:cNvSpPr/>
            <p:nvPr/>
          </p:nvSpPr>
          <p:spPr>
            <a:xfrm>
              <a:off x="3515599" y="3221603"/>
              <a:ext cx="32670" cy="39764"/>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44" name="Google Shape;444;p21"/>
            <p:cNvSpPr/>
            <p:nvPr/>
          </p:nvSpPr>
          <p:spPr>
            <a:xfrm>
              <a:off x="3585199" y="3221603"/>
              <a:ext cx="32670" cy="39764"/>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45" name="Google Shape;445;p21"/>
            <p:cNvSpPr/>
            <p:nvPr/>
          </p:nvSpPr>
          <p:spPr>
            <a:xfrm>
              <a:off x="3477278" y="3281223"/>
              <a:ext cx="39782" cy="19891"/>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46" name="Google Shape;446;p21"/>
            <p:cNvSpPr/>
            <p:nvPr/>
          </p:nvSpPr>
          <p:spPr>
            <a:xfrm>
              <a:off x="3397768" y="3381293"/>
              <a:ext cx="59655" cy="178912"/>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47" name="Google Shape;447;p21"/>
            <p:cNvSpPr/>
            <p:nvPr/>
          </p:nvSpPr>
          <p:spPr>
            <a:xfrm>
              <a:off x="3477278" y="3281909"/>
              <a:ext cx="225875" cy="278296"/>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448" name="Google Shape;448;p21"/>
          <p:cNvGrpSpPr/>
          <p:nvPr/>
        </p:nvGrpSpPr>
        <p:grpSpPr>
          <a:xfrm>
            <a:off x="5183925" y="3001363"/>
            <a:ext cx="819300" cy="819300"/>
            <a:chOff x="5183925" y="3001363"/>
            <a:chExt cx="819300" cy="819300"/>
          </a:xfrm>
        </p:grpSpPr>
        <p:sp>
          <p:nvSpPr>
            <p:cNvPr id="449" name="Google Shape;449;p21"/>
            <p:cNvSpPr/>
            <p:nvPr/>
          </p:nvSpPr>
          <p:spPr>
            <a:xfrm>
              <a:off x="5183925" y="3001363"/>
              <a:ext cx="819300" cy="819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5234004" y="3051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21"/>
          <p:cNvGrpSpPr/>
          <p:nvPr/>
        </p:nvGrpSpPr>
        <p:grpSpPr>
          <a:xfrm>
            <a:off x="5483959" y="3297365"/>
            <a:ext cx="219345" cy="227301"/>
            <a:chOff x="5483959" y="3297365"/>
            <a:chExt cx="219345" cy="227301"/>
          </a:xfrm>
        </p:grpSpPr>
        <p:sp>
          <p:nvSpPr>
            <p:cNvPr id="452" name="Google Shape;452;p21"/>
            <p:cNvSpPr/>
            <p:nvPr/>
          </p:nvSpPr>
          <p:spPr>
            <a:xfrm>
              <a:off x="5483959" y="3379780"/>
              <a:ext cx="60341" cy="144886"/>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53" name="Google Shape;453;p21"/>
            <p:cNvSpPr/>
            <p:nvPr/>
          </p:nvSpPr>
          <p:spPr>
            <a:xfrm>
              <a:off x="5564156" y="3338608"/>
              <a:ext cx="59655" cy="186058"/>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454" name="Google Shape;454;p21"/>
            <p:cNvSpPr/>
            <p:nvPr/>
          </p:nvSpPr>
          <p:spPr>
            <a:xfrm>
              <a:off x="5643666" y="3297365"/>
              <a:ext cx="59637" cy="227301"/>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455" name="Google Shape;455;p21"/>
          <p:cNvGrpSpPr/>
          <p:nvPr/>
        </p:nvGrpSpPr>
        <p:grpSpPr>
          <a:xfrm>
            <a:off x="981749" y="1525575"/>
            <a:ext cx="1618500" cy="1361600"/>
            <a:chOff x="981827" y="1525575"/>
            <a:chExt cx="1618500" cy="1361600"/>
          </a:xfrm>
        </p:grpSpPr>
        <p:sp>
          <p:nvSpPr>
            <p:cNvPr id="456" name="Google Shape;456;p21"/>
            <p:cNvSpPr txBox="1"/>
            <p:nvPr/>
          </p:nvSpPr>
          <p:spPr>
            <a:xfrm>
              <a:off x="981827" y="1525575"/>
              <a:ext cx="16185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2019</a:t>
              </a:r>
              <a:endParaRPr sz="2400">
                <a:solidFill>
                  <a:srgbClr val="9C786B"/>
                </a:solidFill>
                <a:latin typeface="Bellefair"/>
                <a:ea typeface="Bellefair"/>
                <a:cs typeface="Bellefair"/>
                <a:sym typeface="Bellefair"/>
              </a:endParaRPr>
            </a:p>
          </p:txBody>
        </p:sp>
        <p:sp>
          <p:nvSpPr>
            <p:cNvPr id="457" name="Google Shape;457;p21"/>
            <p:cNvSpPr txBox="1"/>
            <p:nvPr/>
          </p:nvSpPr>
          <p:spPr>
            <a:xfrm>
              <a:off x="981828" y="2134775"/>
              <a:ext cx="1618500" cy="75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grpSp>
      <p:grpSp>
        <p:nvGrpSpPr>
          <p:cNvPr id="458" name="Google Shape;458;p21"/>
          <p:cNvGrpSpPr/>
          <p:nvPr/>
        </p:nvGrpSpPr>
        <p:grpSpPr>
          <a:xfrm>
            <a:off x="6543725" y="1525574"/>
            <a:ext cx="1618512" cy="1361601"/>
            <a:chOff x="6543803" y="1525574"/>
            <a:chExt cx="1618512" cy="1361601"/>
          </a:xfrm>
        </p:grpSpPr>
        <p:sp>
          <p:nvSpPr>
            <p:cNvPr id="459" name="Google Shape;459;p21"/>
            <p:cNvSpPr txBox="1"/>
            <p:nvPr/>
          </p:nvSpPr>
          <p:spPr>
            <a:xfrm>
              <a:off x="6543815" y="1525574"/>
              <a:ext cx="16185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2020</a:t>
              </a:r>
              <a:endParaRPr sz="2400">
                <a:solidFill>
                  <a:srgbClr val="9C786B"/>
                </a:solidFill>
                <a:latin typeface="Bellefair"/>
                <a:ea typeface="Bellefair"/>
                <a:cs typeface="Bellefair"/>
                <a:sym typeface="Bellefair"/>
              </a:endParaRPr>
            </a:p>
          </p:txBody>
        </p:sp>
        <p:sp>
          <p:nvSpPr>
            <p:cNvPr id="460" name="Google Shape;460;p21"/>
            <p:cNvSpPr txBox="1"/>
            <p:nvPr/>
          </p:nvSpPr>
          <p:spPr>
            <a:xfrm>
              <a:off x="6543803" y="2134775"/>
              <a:ext cx="1618500" cy="75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grpSp>
      <p:grpSp>
        <p:nvGrpSpPr>
          <p:cNvPr id="461" name="Google Shape;461;p21"/>
          <p:cNvGrpSpPr/>
          <p:nvPr/>
        </p:nvGrpSpPr>
        <p:grpSpPr>
          <a:xfrm>
            <a:off x="981749" y="3187824"/>
            <a:ext cx="1618500" cy="1361601"/>
            <a:chOff x="981827" y="3187824"/>
            <a:chExt cx="1618500" cy="1361601"/>
          </a:xfrm>
        </p:grpSpPr>
        <p:sp>
          <p:nvSpPr>
            <p:cNvPr id="462" name="Google Shape;462;p21"/>
            <p:cNvSpPr txBox="1"/>
            <p:nvPr/>
          </p:nvSpPr>
          <p:spPr>
            <a:xfrm>
              <a:off x="981827" y="3187824"/>
              <a:ext cx="16185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2021</a:t>
              </a:r>
              <a:endParaRPr sz="2400">
                <a:solidFill>
                  <a:srgbClr val="9C786B"/>
                </a:solidFill>
                <a:latin typeface="Bellefair"/>
                <a:ea typeface="Bellefair"/>
                <a:cs typeface="Bellefair"/>
                <a:sym typeface="Bellefair"/>
              </a:endParaRPr>
            </a:p>
          </p:txBody>
        </p:sp>
        <p:sp>
          <p:nvSpPr>
            <p:cNvPr id="463" name="Google Shape;463;p21"/>
            <p:cNvSpPr txBox="1"/>
            <p:nvPr/>
          </p:nvSpPr>
          <p:spPr>
            <a:xfrm>
              <a:off x="981828" y="3797025"/>
              <a:ext cx="1618500" cy="75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Despite being red, Mars is actually a cold place</a:t>
              </a:r>
              <a:endParaRPr>
                <a:solidFill>
                  <a:srgbClr val="9C786B"/>
                </a:solidFill>
                <a:latin typeface="Bellota Text"/>
                <a:ea typeface="Bellota Text"/>
                <a:cs typeface="Bellota Text"/>
                <a:sym typeface="Bellota Text"/>
              </a:endParaRPr>
            </a:p>
          </p:txBody>
        </p:sp>
      </p:grpSp>
      <p:grpSp>
        <p:nvGrpSpPr>
          <p:cNvPr id="464" name="Google Shape;464;p21"/>
          <p:cNvGrpSpPr/>
          <p:nvPr/>
        </p:nvGrpSpPr>
        <p:grpSpPr>
          <a:xfrm>
            <a:off x="6543725" y="3187825"/>
            <a:ext cx="1618529" cy="1361600"/>
            <a:chOff x="6543803" y="3187825"/>
            <a:chExt cx="1618529" cy="1361600"/>
          </a:xfrm>
        </p:grpSpPr>
        <p:sp>
          <p:nvSpPr>
            <p:cNvPr id="465" name="Google Shape;465;p21"/>
            <p:cNvSpPr txBox="1"/>
            <p:nvPr/>
          </p:nvSpPr>
          <p:spPr>
            <a:xfrm>
              <a:off x="6543831" y="3187825"/>
              <a:ext cx="16185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2022</a:t>
              </a:r>
              <a:endParaRPr sz="2400">
                <a:solidFill>
                  <a:srgbClr val="9C786B"/>
                </a:solidFill>
                <a:latin typeface="Bellefair"/>
                <a:ea typeface="Bellefair"/>
                <a:cs typeface="Bellefair"/>
                <a:sym typeface="Bellefair"/>
              </a:endParaRPr>
            </a:p>
          </p:txBody>
        </p:sp>
        <p:sp>
          <p:nvSpPr>
            <p:cNvPr id="466" name="Google Shape;466;p21"/>
            <p:cNvSpPr txBox="1"/>
            <p:nvPr/>
          </p:nvSpPr>
          <p:spPr>
            <a:xfrm>
              <a:off x="6543803" y="3797025"/>
              <a:ext cx="1618500" cy="75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Saturn is a gas giant and has several rings</a:t>
              </a:r>
              <a:endParaRPr>
                <a:solidFill>
                  <a:srgbClr val="9C786B"/>
                </a:solidFill>
                <a:latin typeface="Bellota Text"/>
                <a:ea typeface="Bellota Text"/>
                <a:cs typeface="Bellota Text"/>
                <a:sym typeface="Bellota Text"/>
              </a:endParaRPr>
            </a:p>
          </p:txBody>
        </p:sp>
      </p:grpSp>
      <p:cxnSp>
        <p:nvCxnSpPr>
          <p:cNvPr id="467" name="Google Shape;467;p21"/>
          <p:cNvCxnSpPr>
            <a:stCxn id="422" idx="6"/>
            <a:endCxn id="430" idx="2"/>
          </p:cNvCxnSpPr>
          <p:nvPr/>
        </p:nvCxnSpPr>
        <p:spPr>
          <a:xfrm>
            <a:off x="3960075" y="1748763"/>
            <a:ext cx="1224000" cy="0"/>
          </a:xfrm>
          <a:prstGeom prst="straightConnector1">
            <a:avLst/>
          </a:prstGeom>
          <a:noFill/>
          <a:ln cap="flat" cmpd="sng" w="19050">
            <a:solidFill>
              <a:schemeClr val="lt2"/>
            </a:solidFill>
            <a:prstDash val="solid"/>
            <a:round/>
            <a:headEnd len="med" w="med" type="none"/>
            <a:tailEnd len="med" w="med" type="none"/>
          </a:ln>
        </p:spPr>
      </p:cxnSp>
      <p:cxnSp>
        <p:nvCxnSpPr>
          <p:cNvPr id="468" name="Google Shape;468;p21"/>
          <p:cNvCxnSpPr>
            <a:stCxn id="430" idx="4"/>
            <a:endCxn id="439" idx="0"/>
          </p:cNvCxnSpPr>
          <p:nvPr/>
        </p:nvCxnSpPr>
        <p:spPr>
          <a:xfrm rot="5400000">
            <a:off x="4150433" y="1558263"/>
            <a:ext cx="843000" cy="2043300"/>
          </a:xfrm>
          <a:prstGeom prst="bentConnector3">
            <a:avLst>
              <a:gd fmla="val 49997" name="adj1"/>
            </a:avLst>
          </a:prstGeom>
          <a:noFill/>
          <a:ln cap="flat" cmpd="sng" w="19050">
            <a:solidFill>
              <a:schemeClr val="lt2"/>
            </a:solidFill>
            <a:prstDash val="solid"/>
            <a:round/>
            <a:headEnd len="med" w="med" type="none"/>
            <a:tailEnd len="med" w="med" type="none"/>
          </a:ln>
        </p:spPr>
      </p:cxnSp>
      <p:cxnSp>
        <p:nvCxnSpPr>
          <p:cNvPr id="469" name="Google Shape;469;p21"/>
          <p:cNvCxnSpPr>
            <a:stCxn id="439" idx="6"/>
            <a:endCxn id="449" idx="2"/>
          </p:cNvCxnSpPr>
          <p:nvPr/>
        </p:nvCxnSpPr>
        <p:spPr>
          <a:xfrm>
            <a:off x="3960067" y="3411013"/>
            <a:ext cx="1224000" cy="0"/>
          </a:xfrm>
          <a:prstGeom prst="straightConnector1">
            <a:avLst/>
          </a:prstGeom>
          <a:noFill/>
          <a:ln cap="flat" cmpd="sng" w="19050">
            <a:solidFill>
              <a:schemeClr val="lt2"/>
            </a:solidFill>
            <a:prstDash val="solid"/>
            <a:round/>
            <a:headEnd len="med" w="med" type="none"/>
            <a:tailEnd len="med" w="med" type="none"/>
          </a:ln>
        </p:spPr>
      </p:cxnSp>
      <p:sp>
        <p:nvSpPr>
          <p:cNvPr id="470" name="Google Shape;470;p21"/>
          <p:cNvSpPr txBox="1"/>
          <p:nvPr/>
        </p:nvSpPr>
        <p:spPr>
          <a:xfrm>
            <a:off x="3383250" y="4038475"/>
            <a:ext cx="2377500" cy="53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Our evolution</a:t>
            </a:r>
            <a:endParaRPr sz="2400">
              <a:solidFill>
                <a:srgbClr val="9C786B"/>
              </a:solidFill>
              <a:latin typeface="Bellefair"/>
              <a:ea typeface="Bellefair"/>
              <a:cs typeface="Bellefair"/>
              <a:sym typeface="Bellefa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cxnSp>
        <p:nvCxnSpPr>
          <p:cNvPr id="475" name="Google Shape;475;p22"/>
          <p:cNvCxnSpPr>
            <a:stCxn id="476" idx="3"/>
            <a:endCxn id="477" idx="1"/>
          </p:cNvCxnSpPr>
          <p:nvPr/>
        </p:nvCxnSpPr>
        <p:spPr>
          <a:xfrm flipH="1" rot="10800000">
            <a:off x="2297087" y="1836447"/>
            <a:ext cx="416100" cy="1050600"/>
          </a:xfrm>
          <a:prstGeom prst="bentConnector3">
            <a:avLst>
              <a:gd fmla="val 50017" name="adj1"/>
            </a:avLst>
          </a:prstGeom>
          <a:noFill/>
          <a:ln cap="flat" cmpd="sng" w="19050">
            <a:solidFill>
              <a:schemeClr val="dk1"/>
            </a:solidFill>
            <a:prstDash val="solid"/>
            <a:round/>
            <a:headEnd len="med" w="med" type="none"/>
            <a:tailEnd len="med" w="med" type="none"/>
          </a:ln>
        </p:spPr>
      </p:cxnSp>
      <p:cxnSp>
        <p:nvCxnSpPr>
          <p:cNvPr id="478" name="Google Shape;478;p22"/>
          <p:cNvCxnSpPr>
            <a:stCxn id="476" idx="3"/>
            <a:endCxn id="479" idx="1"/>
          </p:cNvCxnSpPr>
          <p:nvPr/>
        </p:nvCxnSpPr>
        <p:spPr>
          <a:xfrm>
            <a:off x="2297087" y="2887047"/>
            <a:ext cx="416100" cy="600"/>
          </a:xfrm>
          <a:prstGeom prst="bentConnector3">
            <a:avLst>
              <a:gd fmla="val 50017" name="adj1"/>
            </a:avLst>
          </a:prstGeom>
          <a:noFill/>
          <a:ln cap="flat" cmpd="sng" w="19050">
            <a:solidFill>
              <a:schemeClr val="dk1"/>
            </a:solidFill>
            <a:prstDash val="solid"/>
            <a:round/>
            <a:headEnd len="med" w="med" type="none"/>
            <a:tailEnd len="med" w="med" type="none"/>
          </a:ln>
        </p:spPr>
      </p:cxnSp>
      <p:cxnSp>
        <p:nvCxnSpPr>
          <p:cNvPr id="480" name="Google Shape;480;p22"/>
          <p:cNvCxnSpPr>
            <a:stCxn id="476" idx="3"/>
            <a:endCxn id="481" idx="1"/>
          </p:cNvCxnSpPr>
          <p:nvPr/>
        </p:nvCxnSpPr>
        <p:spPr>
          <a:xfrm>
            <a:off x="2297087" y="2887047"/>
            <a:ext cx="416100" cy="1050300"/>
          </a:xfrm>
          <a:prstGeom prst="bentConnector3">
            <a:avLst>
              <a:gd fmla="val 50017" name="adj1"/>
            </a:avLst>
          </a:prstGeom>
          <a:noFill/>
          <a:ln cap="flat" cmpd="sng" w="19050">
            <a:solidFill>
              <a:schemeClr val="dk1"/>
            </a:solidFill>
            <a:prstDash val="solid"/>
            <a:round/>
            <a:headEnd len="med" w="med" type="none"/>
            <a:tailEnd len="med" w="med" type="none"/>
          </a:ln>
        </p:spPr>
      </p:cxnSp>
      <p:cxnSp>
        <p:nvCxnSpPr>
          <p:cNvPr id="482" name="Google Shape;482;p22"/>
          <p:cNvCxnSpPr>
            <a:stCxn id="479" idx="3"/>
            <a:endCxn id="483" idx="1"/>
          </p:cNvCxnSpPr>
          <p:nvPr/>
        </p:nvCxnSpPr>
        <p:spPr>
          <a:xfrm>
            <a:off x="4829225" y="2886963"/>
            <a:ext cx="268200" cy="0"/>
          </a:xfrm>
          <a:prstGeom prst="straightConnector1">
            <a:avLst/>
          </a:prstGeom>
          <a:noFill/>
          <a:ln cap="flat" cmpd="sng" w="19050">
            <a:solidFill>
              <a:schemeClr val="dk1"/>
            </a:solidFill>
            <a:prstDash val="solid"/>
            <a:round/>
            <a:headEnd len="med" w="med" type="none"/>
            <a:tailEnd len="med" w="med" type="none"/>
          </a:ln>
        </p:spPr>
      </p:cxnSp>
      <p:cxnSp>
        <p:nvCxnSpPr>
          <p:cNvPr id="484" name="Google Shape;484;p22"/>
          <p:cNvCxnSpPr>
            <a:stCxn id="477" idx="3"/>
            <a:endCxn id="485" idx="1"/>
          </p:cNvCxnSpPr>
          <p:nvPr/>
        </p:nvCxnSpPr>
        <p:spPr>
          <a:xfrm>
            <a:off x="4829225" y="1836550"/>
            <a:ext cx="268200" cy="0"/>
          </a:xfrm>
          <a:prstGeom prst="straightConnector1">
            <a:avLst/>
          </a:prstGeom>
          <a:noFill/>
          <a:ln cap="flat" cmpd="sng" w="19050">
            <a:solidFill>
              <a:schemeClr val="dk1"/>
            </a:solidFill>
            <a:prstDash val="solid"/>
            <a:round/>
            <a:headEnd len="med" w="med" type="none"/>
            <a:tailEnd len="med" w="med" type="none"/>
          </a:ln>
        </p:spPr>
      </p:cxnSp>
      <p:cxnSp>
        <p:nvCxnSpPr>
          <p:cNvPr id="486" name="Google Shape;486;p22"/>
          <p:cNvCxnSpPr>
            <a:stCxn id="481" idx="3"/>
            <a:endCxn id="487" idx="1"/>
          </p:cNvCxnSpPr>
          <p:nvPr/>
        </p:nvCxnSpPr>
        <p:spPr>
          <a:xfrm>
            <a:off x="4829225" y="3937375"/>
            <a:ext cx="268200" cy="0"/>
          </a:xfrm>
          <a:prstGeom prst="straightConnector1">
            <a:avLst/>
          </a:prstGeom>
          <a:noFill/>
          <a:ln cap="flat" cmpd="sng" w="19050">
            <a:solidFill>
              <a:schemeClr val="dk1"/>
            </a:solidFill>
            <a:prstDash val="solid"/>
            <a:round/>
            <a:headEnd len="med" w="med" type="none"/>
            <a:tailEnd len="med" w="med" type="none"/>
          </a:ln>
        </p:spPr>
      </p:cxnSp>
      <p:sp>
        <p:nvSpPr>
          <p:cNvPr id="488" name="Google Shape;488;p22"/>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489" name="Google Shape;489;p22"/>
          <p:cNvGrpSpPr/>
          <p:nvPr/>
        </p:nvGrpSpPr>
        <p:grpSpPr>
          <a:xfrm>
            <a:off x="845629" y="2009491"/>
            <a:ext cx="1451273" cy="1843413"/>
            <a:chOff x="6087600" y="1624881"/>
            <a:chExt cx="2565900" cy="3259217"/>
          </a:xfrm>
        </p:grpSpPr>
        <p:sp>
          <p:nvSpPr>
            <p:cNvPr id="490" name="Google Shape;490;p22"/>
            <p:cNvSpPr/>
            <p:nvPr/>
          </p:nvSpPr>
          <p:spPr>
            <a:xfrm>
              <a:off x="6087600" y="1624881"/>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6087600" y="3344156"/>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2"/>
            <p:cNvSpPr/>
            <p:nvPr/>
          </p:nvSpPr>
          <p:spPr>
            <a:xfrm>
              <a:off x="6087600" y="2281425"/>
              <a:ext cx="2565900" cy="1781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3" name="Google Shape;493;p22"/>
          <p:cNvSpPr/>
          <p:nvPr/>
        </p:nvSpPr>
        <p:spPr>
          <a:xfrm>
            <a:off x="1933501" y="1921200"/>
            <a:ext cx="161204" cy="391187"/>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2"/>
          <p:cNvSpPr txBox="1"/>
          <p:nvPr/>
        </p:nvSpPr>
        <p:spPr>
          <a:xfrm>
            <a:off x="845687" y="2456247"/>
            <a:ext cx="1451400" cy="86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What sets us apart?</a:t>
            </a:r>
            <a:endParaRPr sz="2400">
              <a:solidFill>
                <a:srgbClr val="9C786B"/>
              </a:solidFill>
              <a:latin typeface="Bellefair"/>
              <a:ea typeface="Bellefair"/>
              <a:cs typeface="Bellefair"/>
              <a:sym typeface="Bellefair"/>
            </a:endParaRPr>
          </a:p>
        </p:txBody>
      </p:sp>
      <p:sp>
        <p:nvSpPr>
          <p:cNvPr id="494" name="Google Shape;494;p22"/>
          <p:cNvSpPr/>
          <p:nvPr/>
        </p:nvSpPr>
        <p:spPr>
          <a:xfrm>
            <a:off x="2713323" y="1517285"/>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2713323" y="2567697"/>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2"/>
          <p:cNvSpPr/>
          <p:nvPr/>
        </p:nvSpPr>
        <p:spPr>
          <a:xfrm>
            <a:off x="2713323" y="361811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 name="Google Shape;497;p22"/>
          <p:cNvGrpSpPr/>
          <p:nvPr/>
        </p:nvGrpSpPr>
        <p:grpSpPr>
          <a:xfrm>
            <a:off x="2713325" y="1517275"/>
            <a:ext cx="5585100" cy="638700"/>
            <a:chOff x="2713325" y="1517275"/>
            <a:chExt cx="5585100" cy="638700"/>
          </a:xfrm>
        </p:grpSpPr>
        <p:sp>
          <p:nvSpPr>
            <p:cNvPr id="477" name="Google Shape;477;p22"/>
            <p:cNvSpPr txBox="1"/>
            <p:nvPr/>
          </p:nvSpPr>
          <p:spPr>
            <a:xfrm>
              <a:off x="2713325" y="1613350"/>
              <a:ext cx="21159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485" name="Google Shape;485;p22"/>
            <p:cNvSpPr txBox="1"/>
            <p:nvPr/>
          </p:nvSpPr>
          <p:spPr>
            <a:xfrm>
              <a:off x="5097425" y="1517275"/>
              <a:ext cx="3201000" cy="6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9C786B"/>
                  </a:solidFill>
                  <a:latin typeface="Bellota Text"/>
                  <a:ea typeface="Bellota Text"/>
                  <a:cs typeface="Bellota Text"/>
                  <a:sym typeface="Bellota Text"/>
                </a:rPr>
                <a:t>It's the fourth-brightest object in the night sky. It was named after the Roman god of the skies</a:t>
              </a:r>
              <a:endParaRPr>
                <a:solidFill>
                  <a:srgbClr val="9C786B"/>
                </a:solidFill>
                <a:latin typeface="Bellota Text"/>
                <a:ea typeface="Bellota Text"/>
                <a:cs typeface="Bellota Text"/>
                <a:sym typeface="Bellota Text"/>
              </a:endParaRPr>
            </a:p>
          </p:txBody>
        </p:sp>
      </p:grpSp>
      <p:grpSp>
        <p:nvGrpSpPr>
          <p:cNvPr id="498" name="Google Shape;498;p22"/>
          <p:cNvGrpSpPr/>
          <p:nvPr/>
        </p:nvGrpSpPr>
        <p:grpSpPr>
          <a:xfrm>
            <a:off x="2713325" y="2567700"/>
            <a:ext cx="5583900" cy="638700"/>
            <a:chOff x="2713325" y="2567700"/>
            <a:chExt cx="5583900" cy="638700"/>
          </a:xfrm>
        </p:grpSpPr>
        <p:sp>
          <p:nvSpPr>
            <p:cNvPr id="479" name="Google Shape;479;p22"/>
            <p:cNvSpPr txBox="1"/>
            <p:nvPr/>
          </p:nvSpPr>
          <p:spPr>
            <a:xfrm>
              <a:off x="2713325" y="2663763"/>
              <a:ext cx="21159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Neptune</a:t>
              </a:r>
              <a:endParaRPr sz="2400">
                <a:solidFill>
                  <a:srgbClr val="9C786B"/>
                </a:solidFill>
                <a:latin typeface="Bellefair"/>
                <a:ea typeface="Bellefair"/>
                <a:cs typeface="Bellefair"/>
                <a:sym typeface="Bellefair"/>
              </a:endParaRPr>
            </a:p>
          </p:txBody>
        </p:sp>
        <p:sp>
          <p:nvSpPr>
            <p:cNvPr id="483" name="Google Shape;483;p22"/>
            <p:cNvSpPr txBox="1"/>
            <p:nvPr/>
          </p:nvSpPr>
          <p:spPr>
            <a:xfrm>
              <a:off x="5097425" y="2567700"/>
              <a:ext cx="3199800" cy="63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9C786B"/>
                  </a:solidFill>
                  <a:latin typeface="Bellota Text"/>
                  <a:ea typeface="Bellota Text"/>
                  <a:cs typeface="Bellota Text"/>
                  <a:sym typeface="Bellota Text"/>
                </a:rPr>
                <a:t>Neptune is the farthest planet from the Sun and the fourth-largest by diameter in the Solar System</a:t>
              </a:r>
              <a:endParaRPr>
                <a:solidFill>
                  <a:srgbClr val="9C786B"/>
                </a:solidFill>
                <a:latin typeface="Bellota Text"/>
                <a:ea typeface="Bellota Text"/>
                <a:cs typeface="Bellota Text"/>
                <a:sym typeface="Bellota Text"/>
              </a:endParaRPr>
            </a:p>
          </p:txBody>
        </p:sp>
      </p:grpSp>
      <p:grpSp>
        <p:nvGrpSpPr>
          <p:cNvPr id="499" name="Google Shape;499;p22"/>
          <p:cNvGrpSpPr/>
          <p:nvPr/>
        </p:nvGrpSpPr>
        <p:grpSpPr>
          <a:xfrm>
            <a:off x="2713325" y="3618100"/>
            <a:ext cx="5584900" cy="638400"/>
            <a:chOff x="2713325" y="3618100"/>
            <a:chExt cx="5584900" cy="638400"/>
          </a:xfrm>
        </p:grpSpPr>
        <p:sp>
          <p:nvSpPr>
            <p:cNvPr id="481" name="Google Shape;481;p22"/>
            <p:cNvSpPr txBox="1"/>
            <p:nvPr/>
          </p:nvSpPr>
          <p:spPr>
            <a:xfrm>
              <a:off x="2713325" y="3714175"/>
              <a:ext cx="21159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487" name="Google Shape;487;p22"/>
            <p:cNvSpPr txBox="1"/>
            <p:nvPr/>
          </p:nvSpPr>
          <p:spPr>
            <a:xfrm>
              <a:off x="5097525" y="3618100"/>
              <a:ext cx="3200700" cy="638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9C786B"/>
                  </a:solidFill>
                  <a:latin typeface="Bellota Text"/>
                  <a:ea typeface="Bellota Text"/>
                  <a:cs typeface="Bellota Text"/>
                  <a:sym typeface="Bellota Text"/>
                </a:rPr>
                <a:t>Despite being red, Mars is a very cold planet. It’s full of iron oxide dust, giving the planet its reddish cast</a:t>
              </a:r>
              <a:endParaRPr>
                <a:solidFill>
                  <a:srgbClr val="9C786B"/>
                </a:solidFill>
                <a:latin typeface="Bellota Text"/>
                <a:ea typeface="Bellota Text"/>
                <a:cs typeface="Bellota Text"/>
                <a:sym typeface="Bellota Tex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3"/>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505" name="Google Shape;505;p23"/>
          <p:cNvSpPr/>
          <p:nvPr/>
        </p:nvSpPr>
        <p:spPr>
          <a:xfrm>
            <a:off x="3071555" y="1749696"/>
            <a:ext cx="3000891" cy="889861"/>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txBox="1"/>
          <p:nvPr/>
        </p:nvSpPr>
        <p:spPr>
          <a:xfrm>
            <a:off x="3291000" y="1845775"/>
            <a:ext cx="2562000" cy="667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rgbClr val="9C786B"/>
                </a:solidFill>
                <a:latin typeface="Bellefair"/>
                <a:ea typeface="Bellefair"/>
                <a:cs typeface="Bellefair"/>
                <a:sym typeface="Bellefair"/>
              </a:rPr>
              <a:t>What do we do?</a:t>
            </a:r>
            <a:endParaRPr sz="2400">
              <a:solidFill>
                <a:srgbClr val="9C786B"/>
              </a:solidFill>
              <a:latin typeface="Bellefair"/>
              <a:ea typeface="Bellefair"/>
              <a:cs typeface="Bellefair"/>
              <a:sym typeface="Bellefair"/>
            </a:endParaRPr>
          </a:p>
        </p:txBody>
      </p:sp>
      <p:grpSp>
        <p:nvGrpSpPr>
          <p:cNvPr id="507" name="Google Shape;507;p23"/>
          <p:cNvGrpSpPr/>
          <p:nvPr/>
        </p:nvGrpSpPr>
        <p:grpSpPr>
          <a:xfrm>
            <a:off x="1999344" y="1785218"/>
            <a:ext cx="819414" cy="818813"/>
            <a:chOff x="186275" y="1898162"/>
            <a:chExt cx="1348163" cy="1347175"/>
          </a:xfrm>
        </p:grpSpPr>
        <p:sp>
          <p:nvSpPr>
            <p:cNvPr id="508" name="Google Shape;508;p23"/>
            <p:cNvSpPr/>
            <p:nvPr/>
          </p:nvSpPr>
          <p:spPr>
            <a:xfrm>
              <a:off x="186275" y="1898162"/>
              <a:ext cx="1348163" cy="1347175"/>
            </a:xfrm>
            <a:custGeom>
              <a:rect b="b" l="l" r="r" t="t"/>
              <a:pathLst>
                <a:path extrusionOk="0" h="21806" w="21822">
                  <a:moveTo>
                    <a:pt x="10904" y="0"/>
                  </a:moveTo>
                  <a:cubicBezTo>
                    <a:pt x="4889" y="0"/>
                    <a:pt x="0" y="4875"/>
                    <a:pt x="0" y="10904"/>
                  </a:cubicBezTo>
                  <a:cubicBezTo>
                    <a:pt x="0" y="16917"/>
                    <a:pt x="4889" y="21806"/>
                    <a:pt x="10904" y="21806"/>
                  </a:cubicBezTo>
                  <a:cubicBezTo>
                    <a:pt x="16933" y="21806"/>
                    <a:pt x="21822" y="16917"/>
                    <a:pt x="21822" y="10904"/>
                  </a:cubicBezTo>
                  <a:cubicBezTo>
                    <a:pt x="21822" y="4875"/>
                    <a:pt x="16933" y="0"/>
                    <a:pt x="10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268752" y="1979652"/>
              <a:ext cx="1183211" cy="1183272"/>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 name="Google Shape;510;p23"/>
          <p:cNvGrpSpPr/>
          <p:nvPr/>
        </p:nvGrpSpPr>
        <p:grpSpPr>
          <a:xfrm>
            <a:off x="2233877" y="2040942"/>
            <a:ext cx="350346" cy="307365"/>
            <a:chOff x="1054950" y="2380900"/>
            <a:chExt cx="269725" cy="235800"/>
          </a:xfrm>
        </p:grpSpPr>
        <p:sp>
          <p:nvSpPr>
            <p:cNvPr id="511" name="Google Shape;511;p23"/>
            <p:cNvSpPr/>
            <p:nvPr/>
          </p:nvSpPr>
          <p:spPr>
            <a:xfrm>
              <a:off x="1166275" y="2380900"/>
              <a:ext cx="126850" cy="219925"/>
            </a:xfrm>
            <a:custGeom>
              <a:rect b="b" l="l" r="r" t="t"/>
              <a:pathLst>
                <a:path extrusionOk="0" h="8797" w="5074">
                  <a:moveTo>
                    <a:pt x="4759" y="1"/>
                  </a:moveTo>
                  <a:cubicBezTo>
                    <a:pt x="4676" y="1"/>
                    <a:pt x="4597" y="32"/>
                    <a:pt x="4549" y="96"/>
                  </a:cubicBezTo>
                  <a:cubicBezTo>
                    <a:pt x="4526" y="120"/>
                    <a:pt x="2263" y="2287"/>
                    <a:pt x="1" y="2501"/>
                  </a:cubicBezTo>
                  <a:lnTo>
                    <a:pt x="1" y="6311"/>
                  </a:lnTo>
                  <a:cubicBezTo>
                    <a:pt x="2263" y="6502"/>
                    <a:pt x="4526" y="8669"/>
                    <a:pt x="4549" y="8693"/>
                  </a:cubicBezTo>
                  <a:cubicBezTo>
                    <a:pt x="4613" y="8764"/>
                    <a:pt x="4692" y="8796"/>
                    <a:pt x="4770" y="8796"/>
                  </a:cubicBezTo>
                  <a:cubicBezTo>
                    <a:pt x="4925" y="8796"/>
                    <a:pt x="5073" y="8669"/>
                    <a:pt x="5073" y="8479"/>
                  </a:cubicBezTo>
                  <a:lnTo>
                    <a:pt x="5073" y="310"/>
                  </a:lnTo>
                  <a:cubicBezTo>
                    <a:pt x="5073" y="191"/>
                    <a:pt x="5002" y="72"/>
                    <a:pt x="4883" y="24"/>
                  </a:cubicBezTo>
                  <a:cubicBezTo>
                    <a:pt x="4843" y="9"/>
                    <a:pt x="4801" y="1"/>
                    <a:pt x="47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1309175" y="2463650"/>
              <a:ext cx="15500" cy="54200"/>
            </a:xfrm>
            <a:custGeom>
              <a:rect b="b" l="l" r="r" t="t"/>
              <a:pathLst>
                <a:path extrusionOk="0" h="2168" w="620">
                  <a:moveTo>
                    <a:pt x="0" y="1"/>
                  </a:moveTo>
                  <a:lnTo>
                    <a:pt x="0" y="2168"/>
                  </a:lnTo>
                  <a:cubicBezTo>
                    <a:pt x="381" y="1954"/>
                    <a:pt x="619" y="1525"/>
                    <a:pt x="619" y="1096"/>
                  </a:cubicBezTo>
                  <a:cubicBezTo>
                    <a:pt x="619" y="644"/>
                    <a:pt x="381" y="215"/>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1097225" y="2552950"/>
              <a:ext cx="83375" cy="63750"/>
            </a:xfrm>
            <a:custGeom>
              <a:rect b="b" l="l" r="r" t="t"/>
              <a:pathLst>
                <a:path extrusionOk="0" h="2550" w="3335">
                  <a:moveTo>
                    <a:pt x="0" y="1"/>
                  </a:moveTo>
                  <a:lnTo>
                    <a:pt x="0" y="1"/>
                  </a:lnTo>
                  <a:cubicBezTo>
                    <a:pt x="119" y="811"/>
                    <a:pt x="310" y="1597"/>
                    <a:pt x="596" y="2335"/>
                  </a:cubicBezTo>
                  <a:cubicBezTo>
                    <a:pt x="643" y="2478"/>
                    <a:pt x="762" y="2549"/>
                    <a:pt x="905" y="2549"/>
                  </a:cubicBezTo>
                  <a:lnTo>
                    <a:pt x="2477" y="2549"/>
                  </a:lnTo>
                  <a:cubicBezTo>
                    <a:pt x="2715" y="2549"/>
                    <a:pt x="2858" y="2287"/>
                    <a:pt x="2739" y="2073"/>
                  </a:cubicBezTo>
                  <a:cubicBezTo>
                    <a:pt x="2596" y="1811"/>
                    <a:pt x="2477" y="1549"/>
                    <a:pt x="2358" y="1287"/>
                  </a:cubicBezTo>
                  <a:lnTo>
                    <a:pt x="3001" y="1287"/>
                  </a:lnTo>
                  <a:cubicBezTo>
                    <a:pt x="3096" y="1287"/>
                    <a:pt x="3191" y="1239"/>
                    <a:pt x="3239" y="1168"/>
                  </a:cubicBezTo>
                  <a:cubicBezTo>
                    <a:pt x="3311" y="1073"/>
                    <a:pt x="3334" y="977"/>
                    <a:pt x="3287" y="882"/>
                  </a:cubicBezTo>
                  <a:cubicBezTo>
                    <a:pt x="3215" y="620"/>
                    <a:pt x="3144" y="358"/>
                    <a:pt x="3120" y="96"/>
                  </a:cubicBezTo>
                  <a:cubicBezTo>
                    <a:pt x="2906" y="49"/>
                    <a:pt x="2691" y="25"/>
                    <a:pt x="2477" y="25"/>
                  </a:cubicBezTo>
                  <a:cubicBezTo>
                    <a:pt x="2501" y="239"/>
                    <a:pt x="2525" y="453"/>
                    <a:pt x="2572" y="668"/>
                  </a:cubicBezTo>
                  <a:lnTo>
                    <a:pt x="2120" y="668"/>
                  </a:lnTo>
                  <a:cubicBezTo>
                    <a:pt x="2048" y="453"/>
                    <a:pt x="1977" y="239"/>
                    <a:pt x="1929" y="25"/>
                  </a:cubicBezTo>
                  <a:lnTo>
                    <a:pt x="262" y="25"/>
                  </a:lnTo>
                  <a:cubicBezTo>
                    <a:pt x="167" y="25"/>
                    <a:pt x="96" y="25"/>
                    <a:pt x="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1054950" y="2443400"/>
              <a:ext cx="95875" cy="94750"/>
            </a:xfrm>
            <a:custGeom>
              <a:rect b="b" l="l" r="r" t="t"/>
              <a:pathLst>
                <a:path extrusionOk="0" h="3790" w="3835">
                  <a:moveTo>
                    <a:pt x="1910" y="1"/>
                  </a:moveTo>
                  <a:cubicBezTo>
                    <a:pt x="858" y="1"/>
                    <a:pt x="0" y="849"/>
                    <a:pt x="0" y="1906"/>
                  </a:cubicBezTo>
                  <a:cubicBezTo>
                    <a:pt x="0" y="2949"/>
                    <a:pt x="858" y="3789"/>
                    <a:pt x="1892" y="3789"/>
                  </a:cubicBezTo>
                  <a:cubicBezTo>
                    <a:pt x="1920" y="3789"/>
                    <a:pt x="1949" y="3789"/>
                    <a:pt x="1977" y="3788"/>
                  </a:cubicBezTo>
                  <a:lnTo>
                    <a:pt x="3835" y="3788"/>
                  </a:lnTo>
                  <a:lnTo>
                    <a:pt x="3835" y="1"/>
                  </a:lnTo>
                  <a:lnTo>
                    <a:pt x="1953" y="1"/>
                  </a:lnTo>
                  <a:cubicBezTo>
                    <a:pt x="1939" y="1"/>
                    <a:pt x="1924" y="1"/>
                    <a:pt x="191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 name="Google Shape;515;p23"/>
          <p:cNvGrpSpPr/>
          <p:nvPr/>
        </p:nvGrpSpPr>
        <p:grpSpPr>
          <a:xfrm>
            <a:off x="6325224" y="1785218"/>
            <a:ext cx="819414" cy="818813"/>
            <a:chOff x="186275" y="1898162"/>
            <a:chExt cx="1348163" cy="1347175"/>
          </a:xfrm>
        </p:grpSpPr>
        <p:sp>
          <p:nvSpPr>
            <p:cNvPr id="516" name="Google Shape;516;p23"/>
            <p:cNvSpPr/>
            <p:nvPr/>
          </p:nvSpPr>
          <p:spPr>
            <a:xfrm>
              <a:off x="186275" y="1898162"/>
              <a:ext cx="1348163" cy="1347175"/>
            </a:xfrm>
            <a:custGeom>
              <a:rect b="b" l="l" r="r" t="t"/>
              <a:pathLst>
                <a:path extrusionOk="0" h="21806" w="21822">
                  <a:moveTo>
                    <a:pt x="10904" y="0"/>
                  </a:moveTo>
                  <a:cubicBezTo>
                    <a:pt x="4889" y="0"/>
                    <a:pt x="0" y="4875"/>
                    <a:pt x="0" y="10904"/>
                  </a:cubicBezTo>
                  <a:cubicBezTo>
                    <a:pt x="0" y="16917"/>
                    <a:pt x="4889" y="21806"/>
                    <a:pt x="10904" y="21806"/>
                  </a:cubicBezTo>
                  <a:cubicBezTo>
                    <a:pt x="16933" y="21806"/>
                    <a:pt x="21822" y="16917"/>
                    <a:pt x="21822" y="10904"/>
                  </a:cubicBezTo>
                  <a:cubicBezTo>
                    <a:pt x="21822" y="4875"/>
                    <a:pt x="16933" y="0"/>
                    <a:pt x="109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268752" y="1979652"/>
              <a:ext cx="1183211" cy="1183272"/>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8" name="Google Shape;518;p23"/>
          <p:cNvSpPr/>
          <p:nvPr/>
        </p:nvSpPr>
        <p:spPr>
          <a:xfrm>
            <a:off x="6553572" y="2019304"/>
            <a:ext cx="362718" cy="350642"/>
          </a:xfrm>
          <a:custGeom>
            <a:rect b="b" l="l" r="r" t="t"/>
            <a:pathLst>
              <a:path extrusionOk="0" h="10760" w="11170">
                <a:moveTo>
                  <a:pt x="9070" y="1"/>
                </a:moveTo>
                <a:cubicBezTo>
                  <a:pt x="8985" y="1"/>
                  <a:pt x="8904" y="40"/>
                  <a:pt x="8835" y="92"/>
                </a:cubicBezTo>
                <a:lnTo>
                  <a:pt x="7359" y="1592"/>
                </a:lnTo>
                <a:cubicBezTo>
                  <a:pt x="7287" y="1663"/>
                  <a:pt x="7264" y="1735"/>
                  <a:pt x="7264" y="1830"/>
                </a:cubicBezTo>
                <a:lnTo>
                  <a:pt x="7383" y="3330"/>
                </a:lnTo>
                <a:lnTo>
                  <a:pt x="7168" y="3545"/>
                </a:lnTo>
                <a:cubicBezTo>
                  <a:pt x="6399" y="2877"/>
                  <a:pt x="5446" y="2548"/>
                  <a:pt x="4494" y="2548"/>
                </a:cubicBezTo>
                <a:cubicBezTo>
                  <a:pt x="3444" y="2548"/>
                  <a:pt x="2395" y="2948"/>
                  <a:pt x="1596" y="3735"/>
                </a:cubicBezTo>
                <a:cubicBezTo>
                  <a:pt x="96" y="5259"/>
                  <a:pt x="0" y="7688"/>
                  <a:pt x="1381" y="9308"/>
                </a:cubicBezTo>
                <a:cubicBezTo>
                  <a:pt x="2199" y="10263"/>
                  <a:pt x="3354" y="10760"/>
                  <a:pt x="4515" y="10760"/>
                </a:cubicBezTo>
                <a:cubicBezTo>
                  <a:pt x="5350" y="10760"/>
                  <a:pt x="6189" y="10503"/>
                  <a:pt x="6906" y="9975"/>
                </a:cubicBezTo>
                <a:cubicBezTo>
                  <a:pt x="8645" y="8712"/>
                  <a:pt x="9121" y="6331"/>
                  <a:pt x="8002" y="4497"/>
                </a:cubicBezTo>
                <a:lnTo>
                  <a:pt x="8002" y="4497"/>
                </a:lnTo>
                <a:lnTo>
                  <a:pt x="7073" y="5426"/>
                </a:lnTo>
                <a:cubicBezTo>
                  <a:pt x="7692" y="6736"/>
                  <a:pt x="7240" y="8284"/>
                  <a:pt x="6025" y="9046"/>
                </a:cubicBezTo>
                <a:cubicBezTo>
                  <a:pt x="5550" y="9338"/>
                  <a:pt x="5021" y="9480"/>
                  <a:pt x="4500" y="9480"/>
                </a:cubicBezTo>
                <a:cubicBezTo>
                  <a:pt x="3663" y="9480"/>
                  <a:pt x="2844" y="9116"/>
                  <a:pt x="2286" y="8427"/>
                </a:cubicBezTo>
                <a:cubicBezTo>
                  <a:pt x="642" y="6353"/>
                  <a:pt x="2414" y="3780"/>
                  <a:pt x="4530" y="3780"/>
                </a:cubicBezTo>
                <a:cubicBezTo>
                  <a:pt x="5111" y="3780"/>
                  <a:pt x="5718" y="3974"/>
                  <a:pt x="6287" y="4426"/>
                </a:cubicBezTo>
                <a:lnTo>
                  <a:pt x="5835" y="4878"/>
                </a:lnTo>
                <a:cubicBezTo>
                  <a:pt x="5416" y="4567"/>
                  <a:pt x="4967" y="4431"/>
                  <a:pt x="4535" y="4431"/>
                </a:cubicBezTo>
                <a:cubicBezTo>
                  <a:pt x="3049" y="4431"/>
                  <a:pt x="1761" y="6036"/>
                  <a:pt x="2572" y="7641"/>
                </a:cubicBezTo>
                <a:cubicBezTo>
                  <a:pt x="2994" y="8474"/>
                  <a:pt x="3750" y="8849"/>
                  <a:pt x="4505" y="8849"/>
                </a:cubicBezTo>
                <a:cubicBezTo>
                  <a:pt x="5625" y="8849"/>
                  <a:pt x="6740" y="8021"/>
                  <a:pt x="6740" y="6641"/>
                </a:cubicBezTo>
                <a:cubicBezTo>
                  <a:pt x="6716" y="6379"/>
                  <a:pt x="6692" y="6140"/>
                  <a:pt x="6597" y="5902"/>
                </a:cubicBezTo>
                <a:lnTo>
                  <a:pt x="6049" y="6426"/>
                </a:lnTo>
                <a:cubicBezTo>
                  <a:pt x="6073" y="6498"/>
                  <a:pt x="6073" y="6569"/>
                  <a:pt x="6073" y="6641"/>
                </a:cubicBezTo>
                <a:cubicBezTo>
                  <a:pt x="6073" y="7628"/>
                  <a:pt x="5282" y="8220"/>
                  <a:pt x="4485" y="8220"/>
                </a:cubicBezTo>
                <a:cubicBezTo>
                  <a:pt x="3956" y="8220"/>
                  <a:pt x="3424" y="7959"/>
                  <a:pt x="3120" y="7379"/>
                </a:cubicBezTo>
                <a:cubicBezTo>
                  <a:pt x="2498" y="6249"/>
                  <a:pt x="3412" y="5059"/>
                  <a:pt x="4492" y="5059"/>
                </a:cubicBezTo>
                <a:cubicBezTo>
                  <a:pt x="4778" y="5059"/>
                  <a:pt x="5075" y="5142"/>
                  <a:pt x="5359" y="5331"/>
                </a:cubicBezTo>
                <a:lnTo>
                  <a:pt x="4906" y="5783"/>
                </a:lnTo>
                <a:cubicBezTo>
                  <a:pt x="4787" y="5736"/>
                  <a:pt x="4644" y="5688"/>
                  <a:pt x="4501" y="5688"/>
                </a:cubicBezTo>
                <a:cubicBezTo>
                  <a:pt x="3668" y="5688"/>
                  <a:pt x="3239" y="6712"/>
                  <a:pt x="3834" y="7307"/>
                </a:cubicBezTo>
                <a:cubicBezTo>
                  <a:pt x="4026" y="7499"/>
                  <a:pt x="4262" y="7585"/>
                  <a:pt x="4494" y="7585"/>
                </a:cubicBezTo>
                <a:cubicBezTo>
                  <a:pt x="4983" y="7585"/>
                  <a:pt x="5454" y="7206"/>
                  <a:pt x="5454" y="6641"/>
                </a:cubicBezTo>
                <a:cubicBezTo>
                  <a:pt x="5454" y="6498"/>
                  <a:pt x="5406" y="6355"/>
                  <a:pt x="5359" y="6236"/>
                </a:cubicBezTo>
                <a:lnTo>
                  <a:pt x="5811" y="5759"/>
                </a:lnTo>
                <a:lnTo>
                  <a:pt x="7811" y="3759"/>
                </a:lnTo>
                <a:lnTo>
                  <a:pt x="9336" y="3902"/>
                </a:lnTo>
                <a:cubicBezTo>
                  <a:pt x="9431" y="3902"/>
                  <a:pt x="9502" y="3854"/>
                  <a:pt x="9550" y="3807"/>
                </a:cubicBezTo>
                <a:lnTo>
                  <a:pt x="11050" y="2306"/>
                </a:lnTo>
                <a:cubicBezTo>
                  <a:pt x="11145" y="2235"/>
                  <a:pt x="11169" y="2092"/>
                  <a:pt x="11122" y="1997"/>
                </a:cubicBezTo>
                <a:cubicBezTo>
                  <a:pt x="11098" y="1878"/>
                  <a:pt x="10979" y="1782"/>
                  <a:pt x="10860" y="1782"/>
                </a:cubicBezTo>
                <a:lnTo>
                  <a:pt x="9907" y="1687"/>
                </a:lnTo>
                <a:lnTo>
                  <a:pt x="10550" y="1068"/>
                </a:lnTo>
                <a:cubicBezTo>
                  <a:pt x="10669" y="925"/>
                  <a:pt x="10669" y="735"/>
                  <a:pt x="10550" y="616"/>
                </a:cubicBezTo>
                <a:cubicBezTo>
                  <a:pt x="10491" y="556"/>
                  <a:pt x="10407" y="526"/>
                  <a:pt x="10324" y="526"/>
                </a:cubicBezTo>
                <a:cubicBezTo>
                  <a:pt x="10240" y="526"/>
                  <a:pt x="10157" y="556"/>
                  <a:pt x="10098" y="616"/>
                </a:cubicBezTo>
                <a:lnTo>
                  <a:pt x="9455" y="1258"/>
                </a:lnTo>
                <a:lnTo>
                  <a:pt x="9383" y="282"/>
                </a:lnTo>
                <a:cubicBezTo>
                  <a:pt x="9359" y="163"/>
                  <a:pt x="9288" y="68"/>
                  <a:pt x="9169" y="20"/>
                </a:cubicBezTo>
                <a:cubicBezTo>
                  <a:pt x="9136" y="7"/>
                  <a:pt x="9102" y="1"/>
                  <a:pt x="907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 name="Google Shape;519;p23"/>
          <p:cNvGrpSpPr/>
          <p:nvPr/>
        </p:nvGrpSpPr>
        <p:grpSpPr>
          <a:xfrm>
            <a:off x="853850" y="2665124"/>
            <a:ext cx="3110401" cy="1724151"/>
            <a:chOff x="853875" y="2665124"/>
            <a:chExt cx="3110401" cy="1724151"/>
          </a:xfrm>
        </p:grpSpPr>
        <p:sp>
          <p:nvSpPr>
            <p:cNvPr id="520" name="Google Shape;520;p23"/>
            <p:cNvSpPr txBox="1"/>
            <p:nvPr/>
          </p:nvSpPr>
          <p:spPr>
            <a:xfrm>
              <a:off x="1540425" y="2665124"/>
              <a:ext cx="1737300" cy="46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521" name="Google Shape;521;p23"/>
            <p:cNvSpPr txBox="1"/>
            <p:nvPr/>
          </p:nvSpPr>
          <p:spPr>
            <a:xfrm>
              <a:off x="2624776" y="3570575"/>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sp>
          <p:nvSpPr>
            <p:cNvPr id="522" name="Google Shape;522;p23"/>
            <p:cNvSpPr txBox="1"/>
            <p:nvPr/>
          </p:nvSpPr>
          <p:spPr>
            <a:xfrm>
              <a:off x="853875" y="3570575"/>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Despite being red, Mars is a cold place</a:t>
              </a:r>
              <a:endParaRPr>
                <a:solidFill>
                  <a:srgbClr val="9C786B"/>
                </a:solidFill>
                <a:latin typeface="Bellota Text"/>
                <a:ea typeface="Bellota Text"/>
                <a:cs typeface="Bellota Text"/>
                <a:sym typeface="Bellota Text"/>
              </a:endParaRPr>
            </a:p>
          </p:txBody>
        </p:sp>
      </p:grpSp>
      <p:grpSp>
        <p:nvGrpSpPr>
          <p:cNvPr id="523" name="Google Shape;523;p23"/>
          <p:cNvGrpSpPr/>
          <p:nvPr/>
        </p:nvGrpSpPr>
        <p:grpSpPr>
          <a:xfrm>
            <a:off x="5179713" y="2665124"/>
            <a:ext cx="3110437" cy="1724151"/>
            <a:chOff x="5179738" y="2665124"/>
            <a:chExt cx="3110437" cy="1724151"/>
          </a:xfrm>
        </p:grpSpPr>
        <p:sp>
          <p:nvSpPr>
            <p:cNvPr id="524" name="Google Shape;524;p23"/>
            <p:cNvSpPr txBox="1"/>
            <p:nvPr/>
          </p:nvSpPr>
          <p:spPr>
            <a:xfrm>
              <a:off x="5866275" y="2665124"/>
              <a:ext cx="1737300" cy="46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525" name="Google Shape;525;p23"/>
            <p:cNvSpPr txBox="1"/>
            <p:nvPr/>
          </p:nvSpPr>
          <p:spPr>
            <a:xfrm>
              <a:off x="6950675" y="3570575"/>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sp>
          <p:nvSpPr>
            <p:cNvPr id="526" name="Google Shape;526;p23"/>
            <p:cNvSpPr txBox="1"/>
            <p:nvPr/>
          </p:nvSpPr>
          <p:spPr>
            <a:xfrm>
              <a:off x="5179738" y="3570575"/>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Saturn was named after a Roman god</a:t>
              </a:r>
              <a:endParaRPr>
                <a:solidFill>
                  <a:srgbClr val="9C786B"/>
                </a:solidFill>
                <a:latin typeface="Bellota Text"/>
                <a:ea typeface="Bellota Text"/>
                <a:cs typeface="Bellota Text"/>
                <a:sym typeface="Bellota Text"/>
              </a:endParaRPr>
            </a:p>
            <a:p>
              <a:pPr indent="0" lvl="0" marL="0" rtl="0" algn="ctr">
                <a:lnSpc>
                  <a:spcPct val="100000"/>
                </a:lnSpc>
                <a:spcBef>
                  <a:spcPts val="0"/>
                </a:spcBef>
                <a:spcAft>
                  <a:spcPts val="0"/>
                </a:spcAft>
                <a:buNone/>
              </a:pPr>
              <a:r>
                <a:t/>
              </a:r>
              <a:endParaRPr>
                <a:solidFill>
                  <a:srgbClr val="9C786B"/>
                </a:solidFill>
                <a:latin typeface="Bellota Text"/>
                <a:ea typeface="Bellota Text"/>
                <a:cs typeface="Bellota Text"/>
                <a:sym typeface="Bellota Text"/>
              </a:endParaRPr>
            </a:p>
          </p:txBody>
        </p:sp>
      </p:grpSp>
      <p:cxnSp>
        <p:nvCxnSpPr>
          <p:cNvPr id="527" name="Google Shape;527;p23"/>
          <p:cNvCxnSpPr>
            <a:stCxn id="522" idx="0"/>
            <a:endCxn id="520" idx="2"/>
          </p:cNvCxnSpPr>
          <p:nvPr/>
        </p:nvCxnSpPr>
        <p:spPr>
          <a:xfrm rot="-5400000">
            <a:off x="1746950" y="2908325"/>
            <a:ext cx="438900" cy="885600"/>
          </a:xfrm>
          <a:prstGeom prst="bentConnector3">
            <a:avLst>
              <a:gd fmla="val 50006" name="adj1"/>
            </a:avLst>
          </a:prstGeom>
          <a:noFill/>
          <a:ln cap="flat" cmpd="sng" w="19050">
            <a:solidFill>
              <a:schemeClr val="dk1"/>
            </a:solidFill>
            <a:prstDash val="solid"/>
            <a:round/>
            <a:headEnd len="med" w="med" type="oval"/>
            <a:tailEnd len="med" w="med" type="none"/>
          </a:ln>
        </p:spPr>
      </p:cxnSp>
      <p:cxnSp>
        <p:nvCxnSpPr>
          <p:cNvPr id="528" name="Google Shape;528;p23"/>
          <p:cNvCxnSpPr>
            <a:stCxn id="521" idx="0"/>
            <a:endCxn id="520" idx="2"/>
          </p:cNvCxnSpPr>
          <p:nvPr/>
        </p:nvCxnSpPr>
        <p:spPr>
          <a:xfrm flipH="1" rot="5400000">
            <a:off x="2632251" y="2908325"/>
            <a:ext cx="438900" cy="885600"/>
          </a:xfrm>
          <a:prstGeom prst="bentConnector3">
            <a:avLst>
              <a:gd fmla="val 50006" name="adj1"/>
            </a:avLst>
          </a:prstGeom>
          <a:noFill/>
          <a:ln cap="flat" cmpd="sng" w="19050">
            <a:solidFill>
              <a:schemeClr val="dk1"/>
            </a:solidFill>
            <a:prstDash val="solid"/>
            <a:round/>
            <a:headEnd len="med" w="med" type="oval"/>
            <a:tailEnd len="med" w="med" type="none"/>
          </a:ln>
        </p:spPr>
      </p:cxnSp>
      <p:cxnSp>
        <p:nvCxnSpPr>
          <p:cNvPr id="529" name="Google Shape;529;p23"/>
          <p:cNvCxnSpPr>
            <a:stCxn id="526" idx="0"/>
            <a:endCxn id="524" idx="2"/>
          </p:cNvCxnSpPr>
          <p:nvPr/>
        </p:nvCxnSpPr>
        <p:spPr>
          <a:xfrm rot="-5400000">
            <a:off x="6072663" y="2908475"/>
            <a:ext cx="438900" cy="885300"/>
          </a:xfrm>
          <a:prstGeom prst="bentConnector3">
            <a:avLst>
              <a:gd fmla="val 50006" name="adj1"/>
            </a:avLst>
          </a:prstGeom>
          <a:noFill/>
          <a:ln cap="flat" cmpd="sng" w="19050">
            <a:solidFill>
              <a:schemeClr val="dk1"/>
            </a:solidFill>
            <a:prstDash val="solid"/>
            <a:round/>
            <a:headEnd len="med" w="med" type="oval"/>
            <a:tailEnd len="med" w="med" type="none"/>
          </a:ln>
        </p:spPr>
      </p:cxnSp>
      <p:cxnSp>
        <p:nvCxnSpPr>
          <p:cNvPr id="530" name="Google Shape;530;p23"/>
          <p:cNvCxnSpPr>
            <a:stCxn id="525" idx="0"/>
            <a:endCxn id="524" idx="2"/>
          </p:cNvCxnSpPr>
          <p:nvPr/>
        </p:nvCxnSpPr>
        <p:spPr>
          <a:xfrm flipH="1" rot="5400000">
            <a:off x="6958150" y="2908325"/>
            <a:ext cx="438900" cy="885600"/>
          </a:xfrm>
          <a:prstGeom prst="bentConnector3">
            <a:avLst>
              <a:gd fmla="val 50006" name="adj1"/>
            </a:avLst>
          </a:prstGeom>
          <a:noFill/>
          <a:ln cap="flat" cmpd="sng" w="19050">
            <a:solidFill>
              <a:schemeClr val="dk1"/>
            </a:solidFill>
            <a:prstDash val="solid"/>
            <a:round/>
            <a:headEnd len="med" w="med" type="oval"/>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grpSp>
        <p:nvGrpSpPr>
          <p:cNvPr id="535" name="Google Shape;535;p24"/>
          <p:cNvGrpSpPr/>
          <p:nvPr/>
        </p:nvGrpSpPr>
        <p:grpSpPr>
          <a:xfrm>
            <a:off x="831874" y="1839412"/>
            <a:ext cx="1827420" cy="1434508"/>
            <a:chOff x="3163775" y="1783494"/>
            <a:chExt cx="2817918" cy="2473290"/>
          </a:xfrm>
        </p:grpSpPr>
        <p:sp>
          <p:nvSpPr>
            <p:cNvPr id="536" name="Google Shape;536;p24"/>
            <p:cNvSpPr/>
            <p:nvPr/>
          </p:nvSpPr>
          <p:spPr>
            <a:xfrm>
              <a:off x="3163775" y="1783494"/>
              <a:ext cx="2817918" cy="2473290"/>
            </a:xfrm>
            <a:custGeom>
              <a:rect b="b" l="l" r="r" t="t"/>
              <a:pathLst>
                <a:path extrusionOk="0" h="24207" w="27580">
                  <a:moveTo>
                    <a:pt x="6266" y="1"/>
                  </a:moveTo>
                  <a:cubicBezTo>
                    <a:pt x="6041" y="1"/>
                    <a:pt x="5818" y="26"/>
                    <a:pt x="5594" y="93"/>
                  </a:cubicBezTo>
                  <a:cubicBezTo>
                    <a:pt x="5294" y="169"/>
                    <a:pt x="5010" y="349"/>
                    <a:pt x="4694" y="363"/>
                  </a:cubicBezTo>
                  <a:cubicBezTo>
                    <a:pt x="4593" y="366"/>
                    <a:pt x="4492" y="367"/>
                    <a:pt x="4391" y="367"/>
                  </a:cubicBezTo>
                  <a:cubicBezTo>
                    <a:pt x="3937" y="367"/>
                    <a:pt x="3481" y="341"/>
                    <a:pt x="3014" y="303"/>
                  </a:cubicBezTo>
                  <a:cubicBezTo>
                    <a:pt x="2880" y="303"/>
                    <a:pt x="2730" y="289"/>
                    <a:pt x="2595" y="289"/>
                  </a:cubicBezTo>
                  <a:cubicBezTo>
                    <a:pt x="2520" y="289"/>
                    <a:pt x="2445" y="273"/>
                    <a:pt x="2385" y="273"/>
                  </a:cubicBezTo>
                  <a:cubicBezTo>
                    <a:pt x="2345" y="273"/>
                    <a:pt x="2298" y="267"/>
                    <a:pt x="2254" y="267"/>
                  </a:cubicBezTo>
                  <a:cubicBezTo>
                    <a:pt x="2232" y="267"/>
                    <a:pt x="2210" y="268"/>
                    <a:pt x="2190" y="273"/>
                  </a:cubicBezTo>
                  <a:cubicBezTo>
                    <a:pt x="2145" y="273"/>
                    <a:pt x="2100" y="289"/>
                    <a:pt x="2055" y="289"/>
                  </a:cubicBezTo>
                  <a:lnTo>
                    <a:pt x="1365" y="289"/>
                  </a:lnTo>
                  <a:cubicBezTo>
                    <a:pt x="1290" y="273"/>
                    <a:pt x="1230" y="259"/>
                    <a:pt x="1170" y="259"/>
                  </a:cubicBezTo>
                  <a:cubicBezTo>
                    <a:pt x="1150" y="254"/>
                    <a:pt x="1130" y="252"/>
                    <a:pt x="1111" y="252"/>
                  </a:cubicBezTo>
                  <a:cubicBezTo>
                    <a:pt x="1072" y="252"/>
                    <a:pt x="1035" y="259"/>
                    <a:pt x="1005" y="259"/>
                  </a:cubicBezTo>
                  <a:cubicBezTo>
                    <a:pt x="855" y="259"/>
                    <a:pt x="721" y="243"/>
                    <a:pt x="571" y="243"/>
                  </a:cubicBezTo>
                  <a:cubicBezTo>
                    <a:pt x="541" y="243"/>
                    <a:pt x="511" y="229"/>
                    <a:pt x="465" y="229"/>
                  </a:cubicBezTo>
                  <a:lnTo>
                    <a:pt x="331" y="229"/>
                  </a:lnTo>
                  <a:cubicBezTo>
                    <a:pt x="285" y="229"/>
                    <a:pt x="285" y="229"/>
                    <a:pt x="285" y="273"/>
                  </a:cubicBezTo>
                  <a:cubicBezTo>
                    <a:pt x="255" y="349"/>
                    <a:pt x="241" y="439"/>
                    <a:pt x="255" y="513"/>
                  </a:cubicBezTo>
                  <a:cubicBezTo>
                    <a:pt x="271" y="603"/>
                    <a:pt x="315" y="693"/>
                    <a:pt x="331" y="783"/>
                  </a:cubicBezTo>
                  <a:cubicBezTo>
                    <a:pt x="331" y="813"/>
                    <a:pt x="345" y="843"/>
                    <a:pt x="345" y="873"/>
                  </a:cubicBezTo>
                  <a:cubicBezTo>
                    <a:pt x="361" y="889"/>
                    <a:pt x="361" y="919"/>
                    <a:pt x="361" y="933"/>
                  </a:cubicBezTo>
                  <a:cubicBezTo>
                    <a:pt x="375" y="1053"/>
                    <a:pt x="435" y="1173"/>
                    <a:pt x="451" y="1309"/>
                  </a:cubicBezTo>
                  <a:cubicBezTo>
                    <a:pt x="511" y="1729"/>
                    <a:pt x="451" y="2179"/>
                    <a:pt x="375" y="2613"/>
                  </a:cubicBezTo>
                  <a:cubicBezTo>
                    <a:pt x="315" y="2928"/>
                    <a:pt x="241" y="3228"/>
                    <a:pt x="315" y="3558"/>
                  </a:cubicBezTo>
                  <a:cubicBezTo>
                    <a:pt x="361" y="3813"/>
                    <a:pt x="571" y="3948"/>
                    <a:pt x="631" y="4173"/>
                  </a:cubicBezTo>
                  <a:cubicBezTo>
                    <a:pt x="661" y="4308"/>
                    <a:pt x="601" y="4428"/>
                    <a:pt x="691" y="4548"/>
                  </a:cubicBezTo>
                  <a:cubicBezTo>
                    <a:pt x="781" y="4682"/>
                    <a:pt x="931" y="4682"/>
                    <a:pt x="975" y="4908"/>
                  </a:cubicBezTo>
                  <a:cubicBezTo>
                    <a:pt x="1020" y="5148"/>
                    <a:pt x="811" y="5372"/>
                    <a:pt x="945" y="5598"/>
                  </a:cubicBezTo>
                  <a:cubicBezTo>
                    <a:pt x="1005" y="5702"/>
                    <a:pt x="1095" y="5748"/>
                    <a:pt x="1155" y="5852"/>
                  </a:cubicBezTo>
                  <a:cubicBezTo>
                    <a:pt x="1170" y="5912"/>
                    <a:pt x="1260" y="6108"/>
                    <a:pt x="1260" y="6168"/>
                  </a:cubicBezTo>
                  <a:cubicBezTo>
                    <a:pt x="1245" y="6272"/>
                    <a:pt x="1050" y="6422"/>
                    <a:pt x="975" y="6512"/>
                  </a:cubicBezTo>
                  <a:cubicBezTo>
                    <a:pt x="901" y="6618"/>
                    <a:pt x="811" y="6708"/>
                    <a:pt x="721" y="6812"/>
                  </a:cubicBezTo>
                  <a:cubicBezTo>
                    <a:pt x="601" y="6962"/>
                    <a:pt x="465" y="7098"/>
                    <a:pt x="331" y="7232"/>
                  </a:cubicBezTo>
                  <a:cubicBezTo>
                    <a:pt x="211" y="7352"/>
                    <a:pt x="165" y="7427"/>
                    <a:pt x="285" y="7607"/>
                  </a:cubicBezTo>
                  <a:cubicBezTo>
                    <a:pt x="331" y="7667"/>
                    <a:pt x="421" y="7697"/>
                    <a:pt x="465" y="7772"/>
                  </a:cubicBezTo>
                  <a:cubicBezTo>
                    <a:pt x="511" y="7892"/>
                    <a:pt x="435" y="8087"/>
                    <a:pt x="421" y="8207"/>
                  </a:cubicBezTo>
                  <a:cubicBezTo>
                    <a:pt x="361" y="8642"/>
                    <a:pt x="301" y="9077"/>
                    <a:pt x="225" y="9511"/>
                  </a:cubicBezTo>
                  <a:cubicBezTo>
                    <a:pt x="165" y="9781"/>
                    <a:pt x="225" y="10081"/>
                    <a:pt x="211" y="10351"/>
                  </a:cubicBezTo>
                  <a:cubicBezTo>
                    <a:pt x="195" y="10487"/>
                    <a:pt x="135" y="10591"/>
                    <a:pt x="121" y="10711"/>
                  </a:cubicBezTo>
                  <a:cubicBezTo>
                    <a:pt x="105" y="10877"/>
                    <a:pt x="255" y="11131"/>
                    <a:pt x="361" y="11281"/>
                  </a:cubicBezTo>
                  <a:cubicBezTo>
                    <a:pt x="465" y="11447"/>
                    <a:pt x="631" y="11581"/>
                    <a:pt x="721" y="11761"/>
                  </a:cubicBezTo>
                  <a:cubicBezTo>
                    <a:pt x="901" y="12107"/>
                    <a:pt x="765" y="12571"/>
                    <a:pt x="855" y="12931"/>
                  </a:cubicBezTo>
                  <a:cubicBezTo>
                    <a:pt x="915" y="13171"/>
                    <a:pt x="901" y="13471"/>
                    <a:pt x="901" y="13741"/>
                  </a:cubicBezTo>
                  <a:cubicBezTo>
                    <a:pt x="901" y="13861"/>
                    <a:pt x="945" y="13966"/>
                    <a:pt x="945" y="14056"/>
                  </a:cubicBezTo>
                  <a:cubicBezTo>
                    <a:pt x="960" y="14221"/>
                    <a:pt x="825" y="14281"/>
                    <a:pt x="661" y="14431"/>
                  </a:cubicBezTo>
                  <a:cubicBezTo>
                    <a:pt x="541" y="14521"/>
                    <a:pt x="405" y="14626"/>
                    <a:pt x="345" y="14760"/>
                  </a:cubicBezTo>
                  <a:cubicBezTo>
                    <a:pt x="255" y="14940"/>
                    <a:pt x="345" y="15046"/>
                    <a:pt x="375" y="15226"/>
                  </a:cubicBezTo>
                  <a:cubicBezTo>
                    <a:pt x="421" y="15526"/>
                    <a:pt x="285" y="15826"/>
                    <a:pt x="285" y="16140"/>
                  </a:cubicBezTo>
                  <a:cubicBezTo>
                    <a:pt x="285" y="16366"/>
                    <a:pt x="195" y="16486"/>
                    <a:pt x="211" y="16710"/>
                  </a:cubicBezTo>
                  <a:cubicBezTo>
                    <a:pt x="211" y="16920"/>
                    <a:pt x="211" y="17130"/>
                    <a:pt x="135" y="17340"/>
                  </a:cubicBezTo>
                  <a:cubicBezTo>
                    <a:pt x="91" y="17460"/>
                    <a:pt x="1" y="17550"/>
                    <a:pt x="31" y="17686"/>
                  </a:cubicBezTo>
                  <a:cubicBezTo>
                    <a:pt x="75" y="17925"/>
                    <a:pt x="391" y="18030"/>
                    <a:pt x="511" y="18210"/>
                  </a:cubicBezTo>
                  <a:cubicBezTo>
                    <a:pt x="615" y="18390"/>
                    <a:pt x="555" y="18765"/>
                    <a:pt x="601" y="18990"/>
                  </a:cubicBezTo>
                  <a:cubicBezTo>
                    <a:pt x="661" y="19320"/>
                    <a:pt x="631" y="19605"/>
                    <a:pt x="751" y="19919"/>
                  </a:cubicBezTo>
                  <a:cubicBezTo>
                    <a:pt x="841" y="20159"/>
                    <a:pt x="811" y="20385"/>
                    <a:pt x="811" y="20639"/>
                  </a:cubicBezTo>
                  <a:cubicBezTo>
                    <a:pt x="811" y="20729"/>
                    <a:pt x="841" y="20969"/>
                    <a:pt x="811" y="21059"/>
                  </a:cubicBezTo>
                  <a:cubicBezTo>
                    <a:pt x="765" y="21209"/>
                    <a:pt x="735" y="21135"/>
                    <a:pt x="631" y="21239"/>
                  </a:cubicBezTo>
                  <a:cubicBezTo>
                    <a:pt x="465" y="21405"/>
                    <a:pt x="391" y="21735"/>
                    <a:pt x="301" y="21929"/>
                  </a:cubicBezTo>
                  <a:cubicBezTo>
                    <a:pt x="1" y="22529"/>
                    <a:pt x="121" y="23279"/>
                    <a:pt x="121" y="23939"/>
                  </a:cubicBezTo>
                  <a:cubicBezTo>
                    <a:pt x="299" y="24015"/>
                    <a:pt x="509" y="24032"/>
                    <a:pt x="727" y="24032"/>
                  </a:cubicBezTo>
                  <a:cubicBezTo>
                    <a:pt x="901" y="24032"/>
                    <a:pt x="1080" y="24021"/>
                    <a:pt x="1251" y="24021"/>
                  </a:cubicBezTo>
                  <a:cubicBezTo>
                    <a:pt x="1369" y="24021"/>
                    <a:pt x="1484" y="24026"/>
                    <a:pt x="1590" y="24044"/>
                  </a:cubicBezTo>
                  <a:cubicBezTo>
                    <a:pt x="1830" y="24089"/>
                    <a:pt x="2055" y="24104"/>
                    <a:pt x="2310" y="24104"/>
                  </a:cubicBezTo>
                  <a:cubicBezTo>
                    <a:pt x="2745" y="24104"/>
                    <a:pt x="3134" y="24014"/>
                    <a:pt x="3570" y="24014"/>
                  </a:cubicBezTo>
                  <a:cubicBezTo>
                    <a:pt x="3626" y="24016"/>
                    <a:pt x="3683" y="24016"/>
                    <a:pt x="3739" y="24016"/>
                  </a:cubicBezTo>
                  <a:cubicBezTo>
                    <a:pt x="4324" y="24016"/>
                    <a:pt x="4899" y="23953"/>
                    <a:pt x="5474" y="23939"/>
                  </a:cubicBezTo>
                  <a:cubicBezTo>
                    <a:pt x="5760" y="23924"/>
                    <a:pt x="6044" y="23924"/>
                    <a:pt x="6329" y="23894"/>
                  </a:cubicBezTo>
                  <a:cubicBezTo>
                    <a:pt x="6450" y="23882"/>
                    <a:pt x="6610" y="23840"/>
                    <a:pt x="6753" y="23840"/>
                  </a:cubicBezTo>
                  <a:cubicBezTo>
                    <a:pt x="6788" y="23840"/>
                    <a:pt x="6822" y="23843"/>
                    <a:pt x="6854" y="23849"/>
                  </a:cubicBezTo>
                  <a:cubicBezTo>
                    <a:pt x="7004" y="23879"/>
                    <a:pt x="7139" y="23969"/>
                    <a:pt x="7304" y="23999"/>
                  </a:cubicBezTo>
                  <a:cubicBezTo>
                    <a:pt x="7426" y="24024"/>
                    <a:pt x="7548" y="24034"/>
                    <a:pt x="7671" y="24034"/>
                  </a:cubicBezTo>
                  <a:cubicBezTo>
                    <a:pt x="8087" y="24034"/>
                    <a:pt x="8507" y="23921"/>
                    <a:pt x="8920" y="23921"/>
                  </a:cubicBezTo>
                  <a:cubicBezTo>
                    <a:pt x="8956" y="23921"/>
                    <a:pt x="8993" y="23922"/>
                    <a:pt x="9029" y="23924"/>
                  </a:cubicBezTo>
                  <a:cubicBezTo>
                    <a:pt x="9193" y="23939"/>
                    <a:pt x="9283" y="24014"/>
                    <a:pt x="9463" y="24029"/>
                  </a:cubicBezTo>
                  <a:cubicBezTo>
                    <a:pt x="9899" y="24029"/>
                    <a:pt x="10333" y="24014"/>
                    <a:pt x="10783" y="24014"/>
                  </a:cubicBezTo>
                  <a:cubicBezTo>
                    <a:pt x="11041" y="24014"/>
                    <a:pt x="11316" y="24039"/>
                    <a:pt x="11588" y="24039"/>
                  </a:cubicBezTo>
                  <a:cubicBezTo>
                    <a:pt x="11680" y="24039"/>
                    <a:pt x="11772" y="24036"/>
                    <a:pt x="11863" y="24029"/>
                  </a:cubicBezTo>
                  <a:cubicBezTo>
                    <a:pt x="12043" y="24014"/>
                    <a:pt x="12133" y="23924"/>
                    <a:pt x="12268" y="23864"/>
                  </a:cubicBezTo>
                  <a:cubicBezTo>
                    <a:pt x="12503" y="23768"/>
                    <a:pt x="12752" y="23748"/>
                    <a:pt x="13006" y="23748"/>
                  </a:cubicBezTo>
                  <a:cubicBezTo>
                    <a:pt x="13190" y="23748"/>
                    <a:pt x="13375" y="23759"/>
                    <a:pt x="13558" y="23759"/>
                  </a:cubicBezTo>
                  <a:cubicBezTo>
                    <a:pt x="13722" y="23909"/>
                    <a:pt x="13858" y="23924"/>
                    <a:pt x="14052" y="23954"/>
                  </a:cubicBezTo>
                  <a:cubicBezTo>
                    <a:pt x="14382" y="23999"/>
                    <a:pt x="14712" y="24029"/>
                    <a:pt x="15028" y="24089"/>
                  </a:cubicBezTo>
                  <a:cubicBezTo>
                    <a:pt x="15193" y="24123"/>
                    <a:pt x="15367" y="24140"/>
                    <a:pt x="15545" y="24140"/>
                  </a:cubicBezTo>
                  <a:cubicBezTo>
                    <a:pt x="15915" y="24140"/>
                    <a:pt x="16298" y="24066"/>
                    <a:pt x="16632" y="23924"/>
                  </a:cubicBezTo>
                  <a:cubicBezTo>
                    <a:pt x="16823" y="23852"/>
                    <a:pt x="17031" y="23835"/>
                    <a:pt x="17242" y="23835"/>
                  </a:cubicBezTo>
                  <a:cubicBezTo>
                    <a:pt x="17429" y="23835"/>
                    <a:pt x="17619" y="23849"/>
                    <a:pt x="17802" y="23849"/>
                  </a:cubicBezTo>
                  <a:cubicBezTo>
                    <a:pt x="18342" y="23849"/>
                    <a:pt x="18867" y="23789"/>
                    <a:pt x="19407" y="23744"/>
                  </a:cubicBezTo>
                  <a:cubicBezTo>
                    <a:pt x="19971" y="23699"/>
                    <a:pt x="20569" y="23638"/>
                    <a:pt x="21156" y="23638"/>
                  </a:cubicBezTo>
                  <a:cubicBezTo>
                    <a:pt x="21551" y="23638"/>
                    <a:pt x="21942" y="23666"/>
                    <a:pt x="22316" y="23744"/>
                  </a:cubicBezTo>
                  <a:cubicBezTo>
                    <a:pt x="22526" y="23774"/>
                    <a:pt x="22736" y="23789"/>
                    <a:pt x="22946" y="23834"/>
                  </a:cubicBezTo>
                  <a:cubicBezTo>
                    <a:pt x="23051" y="23849"/>
                    <a:pt x="23160" y="23857"/>
                    <a:pt x="23270" y="23857"/>
                  </a:cubicBezTo>
                  <a:cubicBezTo>
                    <a:pt x="23381" y="23857"/>
                    <a:pt x="23493" y="23849"/>
                    <a:pt x="23606" y="23834"/>
                  </a:cubicBezTo>
                  <a:lnTo>
                    <a:pt x="23966" y="23744"/>
                  </a:lnTo>
                  <a:cubicBezTo>
                    <a:pt x="24040" y="23774"/>
                    <a:pt x="24116" y="23804"/>
                    <a:pt x="24206" y="23819"/>
                  </a:cubicBezTo>
                  <a:cubicBezTo>
                    <a:pt x="24370" y="23849"/>
                    <a:pt x="24550" y="23864"/>
                    <a:pt x="24716" y="23864"/>
                  </a:cubicBezTo>
                  <a:cubicBezTo>
                    <a:pt x="25030" y="23909"/>
                    <a:pt x="25300" y="23939"/>
                    <a:pt x="25586" y="24089"/>
                  </a:cubicBezTo>
                  <a:cubicBezTo>
                    <a:pt x="25777" y="24185"/>
                    <a:pt x="25963" y="24205"/>
                    <a:pt x="26156" y="24205"/>
                  </a:cubicBezTo>
                  <a:cubicBezTo>
                    <a:pt x="26295" y="24205"/>
                    <a:pt x="26439" y="24194"/>
                    <a:pt x="26590" y="24194"/>
                  </a:cubicBezTo>
                  <a:cubicBezTo>
                    <a:pt x="26670" y="24194"/>
                    <a:pt x="26765" y="24206"/>
                    <a:pt x="26857" y="24206"/>
                  </a:cubicBezTo>
                  <a:cubicBezTo>
                    <a:pt x="26973" y="24206"/>
                    <a:pt x="27085" y="24188"/>
                    <a:pt x="27160" y="24104"/>
                  </a:cubicBezTo>
                  <a:cubicBezTo>
                    <a:pt x="27190" y="23804"/>
                    <a:pt x="27115" y="23459"/>
                    <a:pt x="27055" y="23159"/>
                  </a:cubicBezTo>
                  <a:cubicBezTo>
                    <a:pt x="26980" y="22829"/>
                    <a:pt x="27010" y="22589"/>
                    <a:pt x="27055" y="22245"/>
                  </a:cubicBezTo>
                  <a:cubicBezTo>
                    <a:pt x="27100" y="21885"/>
                    <a:pt x="27190" y="21539"/>
                    <a:pt x="27175" y="21179"/>
                  </a:cubicBezTo>
                  <a:cubicBezTo>
                    <a:pt x="27160" y="20879"/>
                    <a:pt x="27010" y="20715"/>
                    <a:pt x="26890" y="20459"/>
                  </a:cubicBezTo>
                  <a:cubicBezTo>
                    <a:pt x="26800" y="20249"/>
                    <a:pt x="26785" y="20025"/>
                    <a:pt x="26830" y="19755"/>
                  </a:cubicBezTo>
                  <a:cubicBezTo>
                    <a:pt x="26875" y="19590"/>
                    <a:pt x="26980" y="19425"/>
                    <a:pt x="26995" y="19245"/>
                  </a:cubicBezTo>
                  <a:cubicBezTo>
                    <a:pt x="27010" y="19020"/>
                    <a:pt x="26875" y="18795"/>
                    <a:pt x="26830" y="18570"/>
                  </a:cubicBezTo>
                  <a:cubicBezTo>
                    <a:pt x="26800" y="18390"/>
                    <a:pt x="26830" y="18210"/>
                    <a:pt x="26800" y="18045"/>
                  </a:cubicBezTo>
                  <a:cubicBezTo>
                    <a:pt x="26725" y="17670"/>
                    <a:pt x="26635" y="17296"/>
                    <a:pt x="26650" y="16920"/>
                  </a:cubicBezTo>
                  <a:cubicBezTo>
                    <a:pt x="26650" y="16620"/>
                    <a:pt x="26635" y="16350"/>
                    <a:pt x="26725" y="16066"/>
                  </a:cubicBezTo>
                  <a:cubicBezTo>
                    <a:pt x="26800" y="15766"/>
                    <a:pt x="26965" y="15526"/>
                    <a:pt x="27085" y="15256"/>
                  </a:cubicBezTo>
                  <a:cubicBezTo>
                    <a:pt x="27265" y="14850"/>
                    <a:pt x="27580" y="14341"/>
                    <a:pt x="27490" y="13876"/>
                  </a:cubicBezTo>
                  <a:cubicBezTo>
                    <a:pt x="27430" y="13531"/>
                    <a:pt x="27400" y="13186"/>
                    <a:pt x="27325" y="12841"/>
                  </a:cubicBezTo>
                  <a:cubicBezTo>
                    <a:pt x="27265" y="12527"/>
                    <a:pt x="27175" y="12257"/>
                    <a:pt x="27175" y="11941"/>
                  </a:cubicBezTo>
                  <a:cubicBezTo>
                    <a:pt x="27160" y="11581"/>
                    <a:pt x="26935" y="11221"/>
                    <a:pt x="26995" y="10847"/>
                  </a:cubicBezTo>
                  <a:cubicBezTo>
                    <a:pt x="27025" y="10697"/>
                    <a:pt x="27175" y="10561"/>
                    <a:pt x="27175" y="10411"/>
                  </a:cubicBezTo>
                  <a:cubicBezTo>
                    <a:pt x="27160" y="10337"/>
                    <a:pt x="27115" y="10261"/>
                    <a:pt x="27055" y="10201"/>
                  </a:cubicBezTo>
                  <a:cubicBezTo>
                    <a:pt x="26950" y="9991"/>
                    <a:pt x="26890" y="9781"/>
                    <a:pt x="26890" y="9541"/>
                  </a:cubicBezTo>
                  <a:cubicBezTo>
                    <a:pt x="26905" y="9317"/>
                    <a:pt x="26905" y="9092"/>
                    <a:pt x="26905" y="8867"/>
                  </a:cubicBezTo>
                  <a:cubicBezTo>
                    <a:pt x="26920" y="8762"/>
                    <a:pt x="26890" y="8672"/>
                    <a:pt x="26830" y="8597"/>
                  </a:cubicBezTo>
                  <a:cubicBezTo>
                    <a:pt x="26710" y="7877"/>
                    <a:pt x="26860" y="7112"/>
                    <a:pt x="27055" y="6422"/>
                  </a:cubicBezTo>
                  <a:cubicBezTo>
                    <a:pt x="27205" y="5868"/>
                    <a:pt x="27340" y="5508"/>
                    <a:pt x="27340" y="4968"/>
                  </a:cubicBezTo>
                  <a:cubicBezTo>
                    <a:pt x="27325" y="4578"/>
                    <a:pt x="27340" y="4188"/>
                    <a:pt x="27340" y="3783"/>
                  </a:cubicBezTo>
                  <a:cubicBezTo>
                    <a:pt x="27340" y="3333"/>
                    <a:pt x="27415" y="2883"/>
                    <a:pt x="27430" y="2418"/>
                  </a:cubicBezTo>
                  <a:cubicBezTo>
                    <a:pt x="27430" y="2029"/>
                    <a:pt x="27355" y="1669"/>
                    <a:pt x="27340" y="1279"/>
                  </a:cubicBezTo>
                  <a:cubicBezTo>
                    <a:pt x="27325" y="1083"/>
                    <a:pt x="27355" y="889"/>
                    <a:pt x="27325" y="679"/>
                  </a:cubicBezTo>
                  <a:cubicBezTo>
                    <a:pt x="27280" y="469"/>
                    <a:pt x="27250" y="319"/>
                    <a:pt x="27250" y="93"/>
                  </a:cubicBezTo>
                  <a:cubicBezTo>
                    <a:pt x="27250" y="92"/>
                    <a:pt x="27249" y="91"/>
                    <a:pt x="27248" y="91"/>
                  </a:cubicBezTo>
                  <a:cubicBezTo>
                    <a:pt x="27230" y="91"/>
                    <a:pt x="27080" y="290"/>
                    <a:pt x="27070" y="290"/>
                  </a:cubicBezTo>
                  <a:cubicBezTo>
                    <a:pt x="27070" y="290"/>
                    <a:pt x="27070" y="289"/>
                    <a:pt x="27070" y="289"/>
                  </a:cubicBezTo>
                  <a:cubicBezTo>
                    <a:pt x="27004" y="265"/>
                    <a:pt x="26922" y="257"/>
                    <a:pt x="26838" y="257"/>
                  </a:cubicBezTo>
                  <a:cubicBezTo>
                    <a:pt x="26714" y="257"/>
                    <a:pt x="26584" y="273"/>
                    <a:pt x="26486" y="273"/>
                  </a:cubicBezTo>
                  <a:cubicBezTo>
                    <a:pt x="26170" y="273"/>
                    <a:pt x="25900" y="243"/>
                    <a:pt x="25600" y="199"/>
                  </a:cubicBezTo>
                  <a:cubicBezTo>
                    <a:pt x="25550" y="191"/>
                    <a:pt x="25503" y="188"/>
                    <a:pt x="25456" y="188"/>
                  </a:cubicBezTo>
                  <a:cubicBezTo>
                    <a:pt x="25240" y="188"/>
                    <a:pt x="25056" y="261"/>
                    <a:pt x="24820" y="273"/>
                  </a:cubicBezTo>
                  <a:cubicBezTo>
                    <a:pt x="24660" y="278"/>
                    <a:pt x="24499" y="280"/>
                    <a:pt x="24336" y="280"/>
                  </a:cubicBezTo>
                  <a:cubicBezTo>
                    <a:pt x="24011" y="280"/>
                    <a:pt x="23681" y="273"/>
                    <a:pt x="23351" y="273"/>
                  </a:cubicBezTo>
                  <a:cubicBezTo>
                    <a:pt x="22886" y="273"/>
                    <a:pt x="22511" y="423"/>
                    <a:pt x="22076" y="513"/>
                  </a:cubicBezTo>
                  <a:cubicBezTo>
                    <a:pt x="21974" y="534"/>
                    <a:pt x="21874" y="542"/>
                    <a:pt x="21776" y="542"/>
                  </a:cubicBezTo>
                  <a:cubicBezTo>
                    <a:pt x="21446" y="542"/>
                    <a:pt x="21137" y="450"/>
                    <a:pt x="20801" y="439"/>
                  </a:cubicBezTo>
                  <a:cubicBezTo>
                    <a:pt x="20663" y="430"/>
                    <a:pt x="20516" y="421"/>
                    <a:pt x="20370" y="421"/>
                  </a:cubicBezTo>
                  <a:cubicBezTo>
                    <a:pt x="20261" y="421"/>
                    <a:pt x="20153" y="426"/>
                    <a:pt x="20051" y="439"/>
                  </a:cubicBezTo>
                  <a:cubicBezTo>
                    <a:pt x="19857" y="453"/>
                    <a:pt x="19661" y="529"/>
                    <a:pt x="19467" y="529"/>
                  </a:cubicBezTo>
                  <a:cubicBezTo>
                    <a:pt x="19440" y="530"/>
                    <a:pt x="19413" y="531"/>
                    <a:pt x="19387" y="531"/>
                  </a:cubicBezTo>
                  <a:cubicBezTo>
                    <a:pt x="19141" y="531"/>
                    <a:pt x="18888" y="473"/>
                    <a:pt x="18671" y="379"/>
                  </a:cubicBezTo>
                  <a:cubicBezTo>
                    <a:pt x="18581" y="333"/>
                    <a:pt x="18581" y="273"/>
                    <a:pt x="18491" y="259"/>
                  </a:cubicBezTo>
                  <a:cubicBezTo>
                    <a:pt x="18473" y="255"/>
                    <a:pt x="18453" y="254"/>
                    <a:pt x="18432" y="254"/>
                  </a:cubicBezTo>
                  <a:cubicBezTo>
                    <a:pt x="18281" y="254"/>
                    <a:pt x="18071" y="339"/>
                    <a:pt x="17952" y="379"/>
                  </a:cubicBezTo>
                  <a:cubicBezTo>
                    <a:pt x="17637" y="469"/>
                    <a:pt x="17322" y="513"/>
                    <a:pt x="16992" y="529"/>
                  </a:cubicBezTo>
                  <a:cubicBezTo>
                    <a:pt x="16849" y="533"/>
                    <a:pt x="16702" y="535"/>
                    <a:pt x="16554" y="535"/>
                  </a:cubicBezTo>
                  <a:cubicBezTo>
                    <a:pt x="16127" y="535"/>
                    <a:pt x="15687" y="512"/>
                    <a:pt x="15298" y="423"/>
                  </a:cubicBezTo>
                  <a:cubicBezTo>
                    <a:pt x="15118" y="379"/>
                    <a:pt x="15072" y="349"/>
                    <a:pt x="14892" y="349"/>
                  </a:cubicBezTo>
                  <a:cubicBezTo>
                    <a:pt x="14548" y="349"/>
                    <a:pt x="14188" y="363"/>
                    <a:pt x="13842" y="363"/>
                  </a:cubicBezTo>
                  <a:cubicBezTo>
                    <a:pt x="13692" y="363"/>
                    <a:pt x="13558" y="363"/>
                    <a:pt x="13422" y="333"/>
                  </a:cubicBezTo>
                  <a:cubicBezTo>
                    <a:pt x="13332" y="319"/>
                    <a:pt x="13258" y="273"/>
                    <a:pt x="13198" y="199"/>
                  </a:cubicBezTo>
                  <a:cubicBezTo>
                    <a:pt x="13124" y="175"/>
                    <a:pt x="13048" y="166"/>
                    <a:pt x="12973" y="166"/>
                  </a:cubicBezTo>
                  <a:cubicBezTo>
                    <a:pt x="12758" y="166"/>
                    <a:pt x="12542" y="240"/>
                    <a:pt x="12343" y="273"/>
                  </a:cubicBezTo>
                  <a:cubicBezTo>
                    <a:pt x="12343" y="289"/>
                    <a:pt x="12253" y="319"/>
                    <a:pt x="12253" y="333"/>
                  </a:cubicBezTo>
                  <a:cubicBezTo>
                    <a:pt x="11923" y="349"/>
                    <a:pt x="9869" y="363"/>
                    <a:pt x="9899" y="603"/>
                  </a:cubicBezTo>
                  <a:cubicBezTo>
                    <a:pt x="9850" y="621"/>
                    <a:pt x="9795" y="628"/>
                    <a:pt x="9738" y="628"/>
                  </a:cubicBezTo>
                  <a:cubicBezTo>
                    <a:pt x="9548" y="628"/>
                    <a:pt x="9324" y="552"/>
                    <a:pt x="9163" y="529"/>
                  </a:cubicBezTo>
                  <a:cubicBezTo>
                    <a:pt x="8459" y="453"/>
                    <a:pt x="7784" y="183"/>
                    <a:pt x="7094" y="79"/>
                  </a:cubicBezTo>
                  <a:cubicBezTo>
                    <a:pt x="6814" y="37"/>
                    <a:pt x="6539" y="1"/>
                    <a:pt x="62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4"/>
            <p:cNvSpPr/>
            <p:nvPr/>
          </p:nvSpPr>
          <p:spPr>
            <a:xfrm>
              <a:off x="3166840" y="1789931"/>
              <a:ext cx="2802592" cy="2463992"/>
            </a:xfrm>
            <a:custGeom>
              <a:rect b="b" l="l" r="r" t="t"/>
              <a:pathLst>
                <a:path extrusionOk="0" h="24116" w="27430">
                  <a:moveTo>
                    <a:pt x="2280" y="300"/>
                  </a:moveTo>
                  <a:lnTo>
                    <a:pt x="2280" y="1786"/>
                  </a:lnTo>
                  <a:lnTo>
                    <a:pt x="795" y="1786"/>
                  </a:lnTo>
                  <a:lnTo>
                    <a:pt x="795" y="300"/>
                  </a:lnTo>
                  <a:close/>
                  <a:moveTo>
                    <a:pt x="3840" y="300"/>
                  </a:moveTo>
                  <a:lnTo>
                    <a:pt x="3840" y="1786"/>
                  </a:lnTo>
                  <a:lnTo>
                    <a:pt x="2370" y="1786"/>
                  </a:lnTo>
                  <a:lnTo>
                    <a:pt x="2370" y="300"/>
                  </a:lnTo>
                  <a:close/>
                  <a:moveTo>
                    <a:pt x="6974" y="300"/>
                  </a:moveTo>
                  <a:lnTo>
                    <a:pt x="6974" y="1786"/>
                  </a:lnTo>
                  <a:lnTo>
                    <a:pt x="5490" y="1786"/>
                  </a:lnTo>
                  <a:lnTo>
                    <a:pt x="5490" y="300"/>
                  </a:lnTo>
                  <a:close/>
                  <a:moveTo>
                    <a:pt x="13228" y="300"/>
                  </a:moveTo>
                  <a:lnTo>
                    <a:pt x="13228" y="1786"/>
                  </a:lnTo>
                  <a:lnTo>
                    <a:pt x="11758" y="1786"/>
                  </a:lnTo>
                  <a:lnTo>
                    <a:pt x="11758" y="300"/>
                  </a:lnTo>
                  <a:close/>
                  <a:moveTo>
                    <a:pt x="24190" y="300"/>
                  </a:moveTo>
                  <a:lnTo>
                    <a:pt x="24190" y="1786"/>
                  </a:lnTo>
                  <a:lnTo>
                    <a:pt x="22706" y="1786"/>
                  </a:lnTo>
                  <a:lnTo>
                    <a:pt x="22706" y="300"/>
                  </a:lnTo>
                  <a:close/>
                  <a:moveTo>
                    <a:pt x="25750" y="300"/>
                  </a:moveTo>
                  <a:lnTo>
                    <a:pt x="25750" y="1786"/>
                  </a:lnTo>
                  <a:lnTo>
                    <a:pt x="24266" y="1786"/>
                  </a:lnTo>
                  <a:lnTo>
                    <a:pt x="24266" y="300"/>
                  </a:lnTo>
                  <a:close/>
                  <a:moveTo>
                    <a:pt x="2280" y="1860"/>
                  </a:moveTo>
                  <a:lnTo>
                    <a:pt x="2280" y="3345"/>
                  </a:lnTo>
                  <a:lnTo>
                    <a:pt x="795" y="3345"/>
                  </a:lnTo>
                  <a:lnTo>
                    <a:pt x="795" y="1860"/>
                  </a:lnTo>
                  <a:close/>
                  <a:moveTo>
                    <a:pt x="3840" y="1860"/>
                  </a:moveTo>
                  <a:lnTo>
                    <a:pt x="3840" y="3345"/>
                  </a:lnTo>
                  <a:lnTo>
                    <a:pt x="2370" y="3345"/>
                  </a:lnTo>
                  <a:lnTo>
                    <a:pt x="2370" y="1860"/>
                  </a:lnTo>
                  <a:close/>
                  <a:moveTo>
                    <a:pt x="5414" y="1860"/>
                  </a:moveTo>
                  <a:lnTo>
                    <a:pt x="5414" y="3345"/>
                  </a:lnTo>
                  <a:lnTo>
                    <a:pt x="3930" y="3345"/>
                  </a:lnTo>
                  <a:lnTo>
                    <a:pt x="3930" y="1860"/>
                  </a:lnTo>
                  <a:close/>
                  <a:moveTo>
                    <a:pt x="6974" y="1860"/>
                  </a:moveTo>
                  <a:lnTo>
                    <a:pt x="6974" y="3345"/>
                  </a:lnTo>
                  <a:lnTo>
                    <a:pt x="5490" y="3345"/>
                  </a:lnTo>
                  <a:lnTo>
                    <a:pt x="5490" y="1860"/>
                  </a:lnTo>
                  <a:close/>
                  <a:moveTo>
                    <a:pt x="8533" y="1860"/>
                  </a:moveTo>
                  <a:lnTo>
                    <a:pt x="8533" y="3345"/>
                  </a:lnTo>
                  <a:lnTo>
                    <a:pt x="7064" y="3345"/>
                  </a:lnTo>
                  <a:lnTo>
                    <a:pt x="7064" y="1860"/>
                  </a:lnTo>
                  <a:close/>
                  <a:moveTo>
                    <a:pt x="10109" y="1860"/>
                  </a:moveTo>
                  <a:lnTo>
                    <a:pt x="10109" y="3345"/>
                  </a:lnTo>
                  <a:lnTo>
                    <a:pt x="8623" y="3345"/>
                  </a:lnTo>
                  <a:lnTo>
                    <a:pt x="8623" y="1860"/>
                  </a:lnTo>
                  <a:close/>
                  <a:moveTo>
                    <a:pt x="11668" y="1860"/>
                  </a:moveTo>
                  <a:lnTo>
                    <a:pt x="11668" y="3345"/>
                  </a:lnTo>
                  <a:lnTo>
                    <a:pt x="10183" y="3345"/>
                  </a:lnTo>
                  <a:lnTo>
                    <a:pt x="10183" y="1860"/>
                  </a:lnTo>
                  <a:close/>
                  <a:moveTo>
                    <a:pt x="13228" y="1860"/>
                  </a:moveTo>
                  <a:lnTo>
                    <a:pt x="13228" y="3345"/>
                  </a:lnTo>
                  <a:lnTo>
                    <a:pt x="11758" y="3345"/>
                  </a:lnTo>
                  <a:lnTo>
                    <a:pt x="11758" y="1860"/>
                  </a:lnTo>
                  <a:close/>
                  <a:moveTo>
                    <a:pt x="14802" y="1860"/>
                  </a:moveTo>
                  <a:lnTo>
                    <a:pt x="14802" y="3345"/>
                  </a:lnTo>
                  <a:lnTo>
                    <a:pt x="13318" y="3345"/>
                  </a:lnTo>
                  <a:lnTo>
                    <a:pt x="13318" y="1860"/>
                  </a:lnTo>
                  <a:close/>
                  <a:moveTo>
                    <a:pt x="16362" y="1860"/>
                  </a:moveTo>
                  <a:lnTo>
                    <a:pt x="16362" y="3345"/>
                  </a:lnTo>
                  <a:lnTo>
                    <a:pt x="14878" y="3345"/>
                  </a:lnTo>
                  <a:lnTo>
                    <a:pt x="14878" y="1860"/>
                  </a:lnTo>
                  <a:close/>
                  <a:moveTo>
                    <a:pt x="17922" y="1860"/>
                  </a:moveTo>
                  <a:lnTo>
                    <a:pt x="17922" y="3345"/>
                  </a:lnTo>
                  <a:lnTo>
                    <a:pt x="16452" y="3345"/>
                  </a:lnTo>
                  <a:lnTo>
                    <a:pt x="16452" y="1860"/>
                  </a:lnTo>
                  <a:close/>
                  <a:moveTo>
                    <a:pt x="19497" y="1860"/>
                  </a:moveTo>
                  <a:lnTo>
                    <a:pt x="19497" y="3345"/>
                  </a:lnTo>
                  <a:lnTo>
                    <a:pt x="18012" y="3345"/>
                  </a:lnTo>
                  <a:lnTo>
                    <a:pt x="18012" y="1860"/>
                  </a:lnTo>
                  <a:close/>
                  <a:moveTo>
                    <a:pt x="21057" y="1860"/>
                  </a:moveTo>
                  <a:lnTo>
                    <a:pt x="21057" y="3345"/>
                  </a:lnTo>
                  <a:lnTo>
                    <a:pt x="19571" y="3345"/>
                  </a:lnTo>
                  <a:lnTo>
                    <a:pt x="19571" y="1860"/>
                  </a:lnTo>
                  <a:close/>
                  <a:moveTo>
                    <a:pt x="22616" y="1860"/>
                  </a:moveTo>
                  <a:lnTo>
                    <a:pt x="22616" y="3345"/>
                  </a:lnTo>
                  <a:lnTo>
                    <a:pt x="21147" y="3345"/>
                  </a:lnTo>
                  <a:lnTo>
                    <a:pt x="21147" y="1860"/>
                  </a:lnTo>
                  <a:close/>
                  <a:moveTo>
                    <a:pt x="24190" y="1860"/>
                  </a:moveTo>
                  <a:lnTo>
                    <a:pt x="24190" y="3345"/>
                  </a:lnTo>
                  <a:lnTo>
                    <a:pt x="22706" y="3345"/>
                  </a:lnTo>
                  <a:lnTo>
                    <a:pt x="22706" y="1860"/>
                  </a:lnTo>
                  <a:close/>
                  <a:moveTo>
                    <a:pt x="25750" y="1860"/>
                  </a:moveTo>
                  <a:lnTo>
                    <a:pt x="25750" y="3345"/>
                  </a:lnTo>
                  <a:lnTo>
                    <a:pt x="24266" y="3345"/>
                  </a:lnTo>
                  <a:lnTo>
                    <a:pt x="24266" y="1860"/>
                  </a:lnTo>
                  <a:close/>
                  <a:moveTo>
                    <a:pt x="27310" y="1860"/>
                  </a:moveTo>
                  <a:lnTo>
                    <a:pt x="27310" y="3345"/>
                  </a:lnTo>
                  <a:lnTo>
                    <a:pt x="25840" y="3345"/>
                  </a:lnTo>
                  <a:lnTo>
                    <a:pt x="25840" y="1860"/>
                  </a:lnTo>
                  <a:close/>
                  <a:moveTo>
                    <a:pt x="3840" y="3435"/>
                  </a:moveTo>
                  <a:lnTo>
                    <a:pt x="3840" y="4905"/>
                  </a:lnTo>
                  <a:lnTo>
                    <a:pt x="2370" y="4905"/>
                  </a:lnTo>
                  <a:lnTo>
                    <a:pt x="2370" y="3435"/>
                  </a:lnTo>
                  <a:close/>
                  <a:moveTo>
                    <a:pt x="5414" y="3435"/>
                  </a:moveTo>
                  <a:lnTo>
                    <a:pt x="5414" y="4905"/>
                  </a:lnTo>
                  <a:lnTo>
                    <a:pt x="3930" y="4905"/>
                  </a:lnTo>
                  <a:lnTo>
                    <a:pt x="3930" y="3435"/>
                  </a:lnTo>
                  <a:close/>
                  <a:moveTo>
                    <a:pt x="6974" y="3435"/>
                  </a:moveTo>
                  <a:lnTo>
                    <a:pt x="6974" y="4905"/>
                  </a:lnTo>
                  <a:lnTo>
                    <a:pt x="5490" y="4905"/>
                  </a:lnTo>
                  <a:lnTo>
                    <a:pt x="5490" y="3435"/>
                  </a:lnTo>
                  <a:close/>
                  <a:moveTo>
                    <a:pt x="8533" y="3435"/>
                  </a:moveTo>
                  <a:lnTo>
                    <a:pt x="8533" y="4905"/>
                  </a:lnTo>
                  <a:lnTo>
                    <a:pt x="7064" y="4905"/>
                  </a:lnTo>
                  <a:lnTo>
                    <a:pt x="7064" y="3435"/>
                  </a:lnTo>
                  <a:close/>
                  <a:moveTo>
                    <a:pt x="10109" y="3435"/>
                  </a:moveTo>
                  <a:lnTo>
                    <a:pt x="10109" y="4905"/>
                  </a:lnTo>
                  <a:lnTo>
                    <a:pt x="8623" y="4905"/>
                  </a:lnTo>
                  <a:lnTo>
                    <a:pt x="8623" y="3435"/>
                  </a:lnTo>
                  <a:close/>
                  <a:moveTo>
                    <a:pt x="11668" y="3435"/>
                  </a:moveTo>
                  <a:lnTo>
                    <a:pt x="11668" y="4905"/>
                  </a:lnTo>
                  <a:lnTo>
                    <a:pt x="10183" y="4905"/>
                  </a:lnTo>
                  <a:lnTo>
                    <a:pt x="10183" y="3435"/>
                  </a:lnTo>
                  <a:close/>
                  <a:moveTo>
                    <a:pt x="13228" y="3435"/>
                  </a:moveTo>
                  <a:lnTo>
                    <a:pt x="13228" y="4905"/>
                  </a:lnTo>
                  <a:lnTo>
                    <a:pt x="11758" y="4905"/>
                  </a:lnTo>
                  <a:lnTo>
                    <a:pt x="11758" y="3435"/>
                  </a:lnTo>
                  <a:close/>
                  <a:moveTo>
                    <a:pt x="14802" y="3435"/>
                  </a:moveTo>
                  <a:lnTo>
                    <a:pt x="14802" y="4905"/>
                  </a:lnTo>
                  <a:lnTo>
                    <a:pt x="13318" y="4905"/>
                  </a:lnTo>
                  <a:lnTo>
                    <a:pt x="13318" y="3435"/>
                  </a:lnTo>
                  <a:close/>
                  <a:moveTo>
                    <a:pt x="16362" y="3435"/>
                  </a:moveTo>
                  <a:lnTo>
                    <a:pt x="16362" y="4905"/>
                  </a:lnTo>
                  <a:lnTo>
                    <a:pt x="14878" y="4905"/>
                  </a:lnTo>
                  <a:lnTo>
                    <a:pt x="14878" y="3435"/>
                  </a:lnTo>
                  <a:close/>
                  <a:moveTo>
                    <a:pt x="17922" y="3435"/>
                  </a:moveTo>
                  <a:lnTo>
                    <a:pt x="17922" y="4905"/>
                  </a:lnTo>
                  <a:lnTo>
                    <a:pt x="16452" y="4905"/>
                  </a:lnTo>
                  <a:lnTo>
                    <a:pt x="16452" y="3435"/>
                  </a:lnTo>
                  <a:close/>
                  <a:moveTo>
                    <a:pt x="19497" y="3435"/>
                  </a:moveTo>
                  <a:lnTo>
                    <a:pt x="19497" y="4905"/>
                  </a:lnTo>
                  <a:lnTo>
                    <a:pt x="18012" y="4905"/>
                  </a:lnTo>
                  <a:lnTo>
                    <a:pt x="18012" y="3435"/>
                  </a:lnTo>
                  <a:close/>
                  <a:moveTo>
                    <a:pt x="21057" y="3435"/>
                  </a:moveTo>
                  <a:lnTo>
                    <a:pt x="21057" y="4905"/>
                  </a:lnTo>
                  <a:lnTo>
                    <a:pt x="19571" y="4905"/>
                  </a:lnTo>
                  <a:lnTo>
                    <a:pt x="19571" y="3435"/>
                  </a:lnTo>
                  <a:close/>
                  <a:moveTo>
                    <a:pt x="22616" y="3435"/>
                  </a:moveTo>
                  <a:lnTo>
                    <a:pt x="22616" y="4905"/>
                  </a:lnTo>
                  <a:lnTo>
                    <a:pt x="21147" y="4905"/>
                  </a:lnTo>
                  <a:lnTo>
                    <a:pt x="21147" y="3435"/>
                  </a:lnTo>
                  <a:close/>
                  <a:moveTo>
                    <a:pt x="24190" y="3435"/>
                  </a:moveTo>
                  <a:lnTo>
                    <a:pt x="24190" y="4905"/>
                  </a:lnTo>
                  <a:lnTo>
                    <a:pt x="22706" y="4905"/>
                  </a:lnTo>
                  <a:lnTo>
                    <a:pt x="22706" y="3435"/>
                  </a:lnTo>
                  <a:close/>
                  <a:moveTo>
                    <a:pt x="25750" y="3435"/>
                  </a:moveTo>
                  <a:lnTo>
                    <a:pt x="25750" y="4905"/>
                  </a:lnTo>
                  <a:lnTo>
                    <a:pt x="24266" y="4905"/>
                  </a:lnTo>
                  <a:lnTo>
                    <a:pt x="24266" y="3435"/>
                  </a:lnTo>
                  <a:close/>
                  <a:moveTo>
                    <a:pt x="3840" y="4995"/>
                  </a:moveTo>
                  <a:lnTo>
                    <a:pt x="3840" y="6479"/>
                  </a:lnTo>
                  <a:lnTo>
                    <a:pt x="2370" y="6479"/>
                  </a:lnTo>
                  <a:lnTo>
                    <a:pt x="2370" y="4995"/>
                  </a:lnTo>
                  <a:close/>
                  <a:moveTo>
                    <a:pt x="5414" y="4995"/>
                  </a:moveTo>
                  <a:lnTo>
                    <a:pt x="5414" y="6479"/>
                  </a:lnTo>
                  <a:lnTo>
                    <a:pt x="3930" y="6479"/>
                  </a:lnTo>
                  <a:lnTo>
                    <a:pt x="3930" y="4995"/>
                  </a:lnTo>
                  <a:close/>
                  <a:moveTo>
                    <a:pt x="6974" y="4995"/>
                  </a:moveTo>
                  <a:lnTo>
                    <a:pt x="6974" y="6479"/>
                  </a:lnTo>
                  <a:lnTo>
                    <a:pt x="5490" y="6479"/>
                  </a:lnTo>
                  <a:lnTo>
                    <a:pt x="5490" y="4995"/>
                  </a:lnTo>
                  <a:close/>
                  <a:moveTo>
                    <a:pt x="8533" y="4995"/>
                  </a:moveTo>
                  <a:lnTo>
                    <a:pt x="8533" y="6479"/>
                  </a:lnTo>
                  <a:lnTo>
                    <a:pt x="7064" y="6479"/>
                  </a:lnTo>
                  <a:lnTo>
                    <a:pt x="7064" y="4995"/>
                  </a:lnTo>
                  <a:close/>
                  <a:moveTo>
                    <a:pt x="10109" y="4995"/>
                  </a:moveTo>
                  <a:lnTo>
                    <a:pt x="10109" y="6479"/>
                  </a:lnTo>
                  <a:lnTo>
                    <a:pt x="8623" y="6479"/>
                  </a:lnTo>
                  <a:lnTo>
                    <a:pt x="8623" y="4995"/>
                  </a:lnTo>
                  <a:close/>
                  <a:moveTo>
                    <a:pt x="11668" y="4995"/>
                  </a:moveTo>
                  <a:lnTo>
                    <a:pt x="11668" y="6479"/>
                  </a:lnTo>
                  <a:lnTo>
                    <a:pt x="10183" y="6479"/>
                  </a:lnTo>
                  <a:lnTo>
                    <a:pt x="10183" y="4995"/>
                  </a:lnTo>
                  <a:close/>
                  <a:moveTo>
                    <a:pt x="13228" y="4995"/>
                  </a:moveTo>
                  <a:lnTo>
                    <a:pt x="13228" y="6479"/>
                  </a:lnTo>
                  <a:lnTo>
                    <a:pt x="11758" y="6479"/>
                  </a:lnTo>
                  <a:lnTo>
                    <a:pt x="11758" y="4995"/>
                  </a:lnTo>
                  <a:close/>
                  <a:moveTo>
                    <a:pt x="14802" y="4995"/>
                  </a:moveTo>
                  <a:lnTo>
                    <a:pt x="14802" y="6479"/>
                  </a:lnTo>
                  <a:lnTo>
                    <a:pt x="13318" y="6479"/>
                  </a:lnTo>
                  <a:lnTo>
                    <a:pt x="13318" y="4995"/>
                  </a:lnTo>
                  <a:close/>
                  <a:moveTo>
                    <a:pt x="16362" y="4995"/>
                  </a:moveTo>
                  <a:lnTo>
                    <a:pt x="16362" y="6479"/>
                  </a:lnTo>
                  <a:lnTo>
                    <a:pt x="14878" y="6479"/>
                  </a:lnTo>
                  <a:lnTo>
                    <a:pt x="14878" y="4995"/>
                  </a:lnTo>
                  <a:close/>
                  <a:moveTo>
                    <a:pt x="17922" y="4995"/>
                  </a:moveTo>
                  <a:lnTo>
                    <a:pt x="17922" y="6479"/>
                  </a:lnTo>
                  <a:lnTo>
                    <a:pt x="16452" y="6479"/>
                  </a:lnTo>
                  <a:lnTo>
                    <a:pt x="16452" y="4995"/>
                  </a:lnTo>
                  <a:close/>
                  <a:moveTo>
                    <a:pt x="19497" y="4995"/>
                  </a:moveTo>
                  <a:lnTo>
                    <a:pt x="19497" y="6479"/>
                  </a:lnTo>
                  <a:lnTo>
                    <a:pt x="18012" y="6479"/>
                  </a:lnTo>
                  <a:lnTo>
                    <a:pt x="18012" y="4995"/>
                  </a:lnTo>
                  <a:close/>
                  <a:moveTo>
                    <a:pt x="21057" y="4995"/>
                  </a:moveTo>
                  <a:lnTo>
                    <a:pt x="21057" y="6479"/>
                  </a:lnTo>
                  <a:lnTo>
                    <a:pt x="19571" y="6479"/>
                  </a:lnTo>
                  <a:lnTo>
                    <a:pt x="19571" y="4995"/>
                  </a:lnTo>
                  <a:close/>
                  <a:moveTo>
                    <a:pt x="22616" y="4995"/>
                  </a:moveTo>
                  <a:lnTo>
                    <a:pt x="22616" y="6479"/>
                  </a:lnTo>
                  <a:lnTo>
                    <a:pt x="21147" y="6479"/>
                  </a:lnTo>
                  <a:lnTo>
                    <a:pt x="21147" y="4995"/>
                  </a:lnTo>
                  <a:close/>
                  <a:moveTo>
                    <a:pt x="24190" y="4995"/>
                  </a:moveTo>
                  <a:lnTo>
                    <a:pt x="24190" y="6479"/>
                  </a:lnTo>
                  <a:lnTo>
                    <a:pt x="22706" y="6479"/>
                  </a:lnTo>
                  <a:lnTo>
                    <a:pt x="22706" y="4995"/>
                  </a:lnTo>
                  <a:close/>
                  <a:moveTo>
                    <a:pt x="25750" y="4995"/>
                  </a:moveTo>
                  <a:lnTo>
                    <a:pt x="25750" y="6479"/>
                  </a:lnTo>
                  <a:lnTo>
                    <a:pt x="24266" y="6479"/>
                  </a:lnTo>
                  <a:lnTo>
                    <a:pt x="24266" y="4995"/>
                  </a:lnTo>
                  <a:close/>
                  <a:moveTo>
                    <a:pt x="3840" y="6555"/>
                  </a:moveTo>
                  <a:lnTo>
                    <a:pt x="3840" y="8039"/>
                  </a:lnTo>
                  <a:lnTo>
                    <a:pt x="2370" y="8039"/>
                  </a:lnTo>
                  <a:lnTo>
                    <a:pt x="2370" y="6555"/>
                  </a:lnTo>
                  <a:close/>
                  <a:moveTo>
                    <a:pt x="5414" y="6555"/>
                  </a:moveTo>
                  <a:lnTo>
                    <a:pt x="5414" y="8039"/>
                  </a:lnTo>
                  <a:lnTo>
                    <a:pt x="3930" y="8039"/>
                  </a:lnTo>
                  <a:lnTo>
                    <a:pt x="3930" y="6555"/>
                  </a:lnTo>
                  <a:close/>
                  <a:moveTo>
                    <a:pt x="6974" y="6555"/>
                  </a:moveTo>
                  <a:lnTo>
                    <a:pt x="6974" y="8039"/>
                  </a:lnTo>
                  <a:lnTo>
                    <a:pt x="5490" y="8039"/>
                  </a:lnTo>
                  <a:lnTo>
                    <a:pt x="5490" y="6555"/>
                  </a:lnTo>
                  <a:close/>
                  <a:moveTo>
                    <a:pt x="8533" y="6555"/>
                  </a:moveTo>
                  <a:lnTo>
                    <a:pt x="8533" y="8039"/>
                  </a:lnTo>
                  <a:lnTo>
                    <a:pt x="7064" y="8039"/>
                  </a:lnTo>
                  <a:lnTo>
                    <a:pt x="7064" y="6555"/>
                  </a:lnTo>
                  <a:close/>
                  <a:moveTo>
                    <a:pt x="10109" y="6555"/>
                  </a:moveTo>
                  <a:lnTo>
                    <a:pt x="10109" y="8039"/>
                  </a:lnTo>
                  <a:lnTo>
                    <a:pt x="8623" y="8039"/>
                  </a:lnTo>
                  <a:lnTo>
                    <a:pt x="8623" y="6555"/>
                  </a:lnTo>
                  <a:close/>
                  <a:moveTo>
                    <a:pt x="11668" y="6555"/>
                  </a:moveTo>
                  <a:lnTo>
                    <a:pt x="11668" y="8039"/>
                  </a:lnTo>
                  <a:lnTo>
                    <a:pt x="10183" y="8039"/>
                  </a:lnTo>
                  <a:lnTo>
                    <a:pt x="10183" y="6555"/>
                  </a:lnTo>
                  <a:close/>
                  <a:moveTo>
                    <a:pt x="13228" y="6555"/>
                  </a:moveTo>
                  <a:lnTo>
                    <a:pt x="13228" y="8039"/>
                  </a:lnTo>
                  <a:lnTo>
                    <a:pt x="11758" y="8039"/>
                  </a:lnTo>
                  <a:lnTo>
                    <a:pt x="11758" y="6555"/>
                  </a:lnTo>
                  <a:close/>
                  <a:moveTo>
                    <a:pt x="14802" y="6555"/>
                  </a:moveTo>
                  <a:lnTo>
                    <a:pt x="14802" y="8039"/>
                  </a:lnTo>
                  <a:lnTo>
                    <a:pt x="13318" y="8039"/>
                  </a:lnTo>
                  <a:lnTo>
                    <a:pt x="13318" y="6555"/>
                  </a:lnTo>
                  <a:close/>
                  <a:moveTo>
                    <a:pt x="16362" y="6555"/>
                  </a:moveTo>
                  <a:lnTo>
                    <a:pt x="16362" y="8039"/>
                  </a:lnTo>
                  <a:lnTo>
                    <a:pt x="14878" y="8039"/>
                  </a:lnTo>
                  <a:lnTo>
                    <a:pt x="14878" y="6555"/>
                  </a:lnTo>
                  <a:close/>
                  <a:moveTo>
                    <a:pt x="17922" y="6555"/>
                  </a:moveTo>
                  <a:lnTo>
                    <a:pt x="17922" y="8039"/>
                  </a:lnTo>
                  <a:lnTo>
                    <a:pt x="16452" y="8039"/>
                  </a:lnTo>
                  <a:lnTo>
                    <a:pt x="16452" y="6555"/>
                  </a:lnTo>
                  <a:close/>
                  <a:moveTo>
                    <a:pt x="19497" y="6555"/>
                  </a:moveTo>
                  <a:lnTo>
                    <a:pt x="19497" y="8039"/>
                  </a:lnTo>
                  <a:lnTo>
                    <a:pt x="18012" y="8039"/>
                  </a:lnTo>
                  <a:lnTo>
                    <a:pt x="18012" y="6555"/>
                  </a:lnTo>
                  <a:close/>
                  <a:moveTo>
                    <a:pt x="21057" y="6555"/>
                  </a:moveTo>
                  <a:lnTo>
                    <a:pt x="21057" y="8039"/>
                  </a:lnTo>
                  <a:lnTo>
                    <a:pt x="19571" y="8039"/>
                  </a:lnTo>
                  <a:lnTo>
                    <a:pt x="19571" y="6555"/>
                  </a:lnTo>
                  <a:close/>
                  <a:moveTo>
                    <a:pt x="22616" y="6555"/>
                  </a:moveTo>
                  <a:lnTo>
                    <a:pt x="22616" y="8039"/>
                  </a:lnTo>
                  <a:lnTo>
                    <a:pt x="21147" y="8039"/>
                  </a:lnTo>
                  <a:lnTo>
                    <a:pt x="21147" y="6555"/>
                  </a:lnTo>
                  <a:close/>
                  <a:moveTo>
                    <a:pt x="24190" y="6555"/>
                  </a:moveTo>
                  <a:lnTo>
                    <a:pt x="24190" y="8039"/>
                  </a:lnTo>
                  <a:lnTo>
                    <a:pt x="22706" y="8039"/>
                  </a:lnTo>
                  <a:lnTo>
                    <a:pt x="22706" y="6555"/>
                  </a:lnTo>
                  <a:close/>
                  <a:moveTo>
                    <a:pt x="25750" y="6555"/>
                  </a:moveTo>
                  <a:lnTo>
                    <a:pt x="25750" y="8039"/>
                  </a:lnTo>
                  <a:lnTo>
                    <a:pt x="24266" y="8039"/>
                  </a:lnTo>
                  <a:lnTo>
                    <a:pt x="24266" y="6555"/>
                  </a:lnTo>
                  <a:close/>
                  <a:moveTo>
                    <a:pt x="2280" y="8129"/>
                  </a:moveTo>
                  <a:lnTo>
                    <a:pt x="2280" y="9598"/>
                  </a:lnTo>
                  <a:lnTo>
                    <a:pt x="795" y="9598"/>
                  </a:lnTo>
                  <a:lnTo>
                    <a:pt x="795" y="8129"/>
                  </a:lnTo>
                  <a:close/>
                  <a:moveTo>
                    <a:pt x="3840" y="8129"/>
                  </a:moveTo>
                  <a:lnTo>
                    <a:pt x="3840" y="9598"/>
                  </a:lnTo>
                  <a:lnTo>
                    <a:pt x="2370" y="9598"/>
                  </a:lnTo>
                  <a:lnTo>
                    <a:pt x="2370" y="8129"/>
                  </a:lnTo>
                  <a:close/>
                  <a:moveTo>
                    <a:pt x="5414" y="8129"/>
                  </a:moveTo>
                  <a:lnTo>
                    <a:pt x="5414" y="9598"/>
                  </a:lnTo>
                  <a:lnTo>
                    <a:pt x="3930" y="9598"/>
                  </a:lnTo>
                  <a:lnTo>
                    <a:pt x="3930" y="8129"/>
                  </a:lnTo>
                  <a:close/>
                  <a:moveTo>
                    <a:pt x="6974" y="8129"/>
                  </a:moveTo>
                  <a:lnTo>
                    <a:pt x="6974" y="9598"/>
                  </a:lnTo>
                  <a:lnTo>
                    <a:pt x="5490" y="9598"/>
                  </a:lnTo>
                  <a:lnTo>
                    <a:pt x="5490" y="8129"/>
                  </a:lnTo>
                  <a:close/>
                  <a:moveTo>
                    <a:pt x="8533" y="8129"/>
                  </a:moveTo>
                  <a:lnTo>
                    <a:pt x="8533" y="9598"/>
                  </a:lnTo>
                  <a:lnTo>
                    <a:pt x="7064" y="9598"/>
                  </a:lnTo>
                  <a:lnTo>
                    <a:pt x="7064" y="8129"/>
                  </a:lnTo>
                  <a:close/>
                  <a:moveTo>
                    <a:pt x="10109" y="8129"/>
                  </a:moveTo>
                  <a:lnTo>
                    <a:pt x="10109" y="9598"/>
                  </a:lnTo>
                  <a:lnTo>
                    <a:pt x="8623" y="9598"/>
                  </a:lnTo>
                  <a:lnTo>
                    <a:pt x="8623" y="8129"/>
                  </a:lnTo>
                  <a:close/>
                  <a:moveTo>
                    <a:pt x="11668" y="8129"/>
                  </a:moveTo>
                  <a:lnTo>
                    <a:pt x="11668" y="9598"/>
                  </a:lnTo>
                  <a:lnTo>
                    <a:pt x="10183" y="9598"/>
                  </a:lnTo>
                  <a:lnTo>
                    <a:pt x="10183" y="8129"/>
                  </a:lnTo>
                  <a:close/>
                  <a:moveTo>
                    <a:pt x="13228" y="8129"/>
                  </a:moveTo>
                  <a:lnTo>
                    <a:pt x="13228" y="9598"/>
                  </a:lnTo>
                  <a:lnTo>
                    <a:pt x="11758" y="9598"/>
                  </a:lnTo>
                  <a:lnTo>
                    <a:pt x="11758" y="8129"/>
                  </a:lnTo>
                  <a:close/>
                  <a:moveTo>
                    <a:pt x="14802" y="8129"/>
                  </a:moveTo>
                  <a:lnTo>
                    <a:pt x="14802" y="9598"/>
                  </a:lnTo>
                  <a:lnTo>
                    <a:pt x="13318" y="9598"/>
                  </a:lnTo>
                  <a:lnTo>
                    <a:pt x="13318" y="8129"/>
                  </a:lnTo>
                  <a:close/>
                  <a:moveTo>
                    <a:pt x="16362" y="8129"/>
                  </a:moveTo>
                  <a:lnTo>
                    <a:pt x="16362" y="9598"/>
                  </a:lnTo>
                  <a:lnTo>
                    <a:pt x="14878" y="9598"/>
                  </a:lnTo>
                  <a:lnTo>
                    <a:pt x="14878" y="8129"/>
                  </a:lnTo>
                  <a:close/>
                  <a:moveTo>
                    <a:pt x="17922" y="8129"/>
                  </a:moveTo>
                  <a:lnTo>
                    <a:pt x="17922" y="9598"/>
                  </a:lnTo>
                  <a:lnTo>
                    <a:pt x="16452" y="9598"/>
                  </a:lnTo>
                  <a:lnTo>
                    <a:pt x="16452" y="8129"/>
                  </a:lnTo>
                  <a:close/>
                  <a:moveTo>
                    <a:pt x="19497" y="8129"/>
                  </a:moveTo>
                  <a:lnTo>
                    <a:pt x="19497" y="9598"/>
                  </a:lnTo>
                  <a:lnTo>
                    <a:pt x="18012" y="9598"/>
                  </a:lnTo>
                  <a:lnTo>
                    <a:pt x="18012" y="8129"/>
                  </a:lnTo>
                  <a:close/>
                  <a:moveTo>
                    <a:pt x="21057" y="8129"/>
                  </a:moveTo>
                  <a:lnTo>
                    <a:pt x="21057" y="9598"/>
                  </a:lnTo>
                  <a:lnTo>
                    <a:pt x="19571" y="9598"/>
                  </a:lnTo>
                  <a:lnTo>
                    <a:pt x="19571" y="8129"/>
                  </a:lnTo>
                  <a:close/>
                  <a:moveTo>
                    <a:pt x="22616" y="8129"/>
                  </a:moveTo>
                  <a:lnTo>
                    <a:pt x="22616" y="9598"/>
                  </a:lnTo>
                  <a:lnTo>
                    <a:pt x="21147" y="9598"/>
                  </a:lnTo>
                  <a:lnTo>
                    <a:pt x="21147" y="8129"/>
                  </a:lnTo>
                  <a:close/>
                  <a:moveTo>
                    <a:pt x="24190" y="8129"/>
                  </a:moveTo>
                  <a:lnTo>
                    <a:pt x="24190" y="9598"/>
                  </a:lnTo>
                  <a:lnTo>
                    <a:pt x="22706" y="9598"/>
                  </a:lnTo>
                  <a:lnTo>
                    <a:pt x="22706" y="8129"/>
                  </a:lnTo>
                  <a:close/>
                  <a:moveTo>
                    <a:pt x="25750" y="8129"/>
                  </a:moveTo>
                  <a:lnTo>
                    <a:pt x="25750" y="9598"/>
                  </a:lnTo>
                  <a:lnTo>
                    <a:pt x="24266" y="9598"/>
                  </a:lnTo>
                  <a:lnTo>
                    <a:pt x="24266" y="8129"/>
                  </a:lnTo>
                  <a:close/>
                  <a:moveTo>
                    <a:pt x="2280" y="9688"/>
                  </a:moveTo>
                  <a:lnTo>
                    <a:pt x="2280" y="11174"/>
                  </a:lnTo>
                  <a:lnTo>
                    <a:pt x="795" y="11174"/>
                  </a:lnTo>
                  <a:lnTo>
                    <a:pt x="795" y="9688"/>
                  </a:lnTo>
                  <a:close/>
                  <a:moveTo>
                    <a:pt x="3840" y="9688"/>
                  </a:moveTo>
                  <a:lnTo>
                    <a:pt x="3840" y="11174"/>
                  </a:lnTo>
                  <a:lnTo>
                    <a:pt x="2370" y="11174"/>
                  </a:lnTo>
                  <a:lnTo>
                    <a:pt x="2370" y="9688"/>
                  </a:lnTo>
                  <a:close/>
                  <a:moveTo>
                    <a:pt x="5414" y="9688"/>
                  </a:moveTo>
                  <a:lnTo>
                    <a:pt x="5414" y="11174"/>
                  </a:lnTo>
                  <a:lnTo>
                    <a:pt x="3930" y="11174"/>
                  </a:lnTo>
                  <a:lnTo>
                    <a:pt x="3930" y="9688"/>
                  </a:lnTo>
                  <a:close/>
                  <a:moveTo>
                    <a:pt x="6974" y="9688"/>
                  </a:moveTo>
                  <a:lnTo>
                    <a:pt x="6974" y="11174"/>
                  </a:lnTo>
                  <a:lnTo>
                    <a:pt x="5490" y="11174"/>
                  </a:lnTo>
                  <a:lnTo>
                    <a:pt x="5490" y="9688"/>
                  </a:lnTo>
                  <a:close/>
                  <a:moveTo>
                    <a:pt x="8533" y="9688"/>
                  </a:moveTo>
                  <a:lnTo>
                    <a:pt x="8533" y="11174"/>
                  </a:lnTo>
                  <a:lnTo>
                    <a:pt x="7064" y="11174"/>
                  </a:lnTo>
                  <a:lnTo>
                    <a:pt x="7064" y="9688"/>
                  </a:lnTo>
                  <a:close/>
                  <a:moveTo>
                    <a:pt x="10109" y="9688"/>
                  </a:moveTo>
                  <a:lnTo>
                    <a:pt x="10109" y="11174"/>
                  </a:lnTo>
                  <a:lnTo>
                    <a:pt x="8623" y="11174"/>
                  </a:lnTo>
                  <a:lnTo>
                    <a:pt x="8623" y="9688"/>
                  </a:lnTo>
                  <a:close/>
                  <a:moveTo>
                    <a:pt x="11668" y="9688"/>
                  </a:moveTo>
                  <a:lnTo>
                    <a:pt x="11668" y="11174"/>
                  </a:lnTo>
                  <a:lnTo>
                    <a:pt x="10183" y="11174"/>
                  </a:lnTo>
                  <a:lnTo>
                    <a:pt x="10183" y="9688"/>
                  </a:lnTo>
                  <a:close/>
                  <a:moveTo>
                    <a:pt x="13228" y="9688"/>
                  </a:moveTo>
                  <a:lnTo>
                    <a:pt x="13228" y="11174"/>
                  </a:lnTo>
                  <a:lnTo>
                    <a:pt x="11758" y="11174"/>
                  </a:lnTo>
                  <a:lnTo>
                    <a:pt x="11758" y="9688"/>
                  </a:lnTo>
                  <a:close/>
                  <a:moveTo>
                    <a:pt x="14802" y="9688"/>
                  </a:moveTo>
                  <a:lnTo>
                    <a:pt x="14802" y="11174"/>
                  </a:lnTo>
                  <a:lnTo>
                    <a:pt x="13318" y="11174"/>
                  </a:lnTo>
                  <a:lnTo>
                    <a:pt x="13318" y="9688"/>
                  </a:lnTo>
                  <a:close/>
                  <a:moveTo>
                    <a:pt x="16362" y="9688"/>
                  </a:moveTo>
                  <a:lnTo>
                    <a:pt x="16362" y="11174"/>
                  </a:lnTo>
                  <a:lnTo>
                    <a:pt x="14878" y="11174"/>
                  </a:lnTo>
                  <a:lnTo>
                    <a:pt x="14878" y="9688"/>
                  </a:lnTo>
                  <a:close/>
                  <a:moveTo>
                    <a:pt x="17922" y="9688"/>
                  </a:moveTo>
                  <a:lnTo>
                    <a:pt x="17922" y="11174"/>
                  </a:lnTo>
                  <a:lnTo>
                    <a:pt x="16452" y="11174"/>
                  </a:lnTo>
                  <a:lnTo>
                    <a:pt x="16452" y="9688"/>
                  </a:lnTo>
                  <a:close/>
                  <a:moveTo>
                    <a:pt x="19497" y="9688"/>
                  </a:moveTo>
                  <a:lnTo>
                    <a:pt x="19497" y="11174"/>
                  </a:lnTo>
                  <a:lnTo>
                    <a:pt x="18012" y="11174"/>
                  </a:lnTo>
                  <a:lnTo>
                    <a:pt x="18012" y="9688"/>
                  </a:lnTo>
                  <a:close/>
                  <a:moveTo>
                    <a:pt x="21057" y="9688"/>
                  </a:moveTo>
                  <a:lnTo>
                    <a:pt x="21057" y="11174"/>
                  </a:lnTo>
                  <a:lnTo>
                    <a:pt x="19571" y="11174"/>
                  </a:lnTo>
                  <a:lnTo>
                    <a:pt x="19571" y="9688"/>
                  </a:lnTo>
                  <a:close/>
                  <a:moveTo>
                    <a:pt x="22616" y="9688"/>
                  </a:moveTo>
                  <a:lnTo>
                    <a:pt x="22616" y="11174"/>
                  </a:lnTo>
                  <a:lnTo>
                    <a:pt x="21147" y="11174"/>
                  </a:lnTo>
                  <a:lnTo>
                    <a:pt x="21147" y="9688"/>
                  </a:lnTo>
                  <a:close/>
                  <a:moveTo>
                    <a:pt x="24190" y="9688"/>
                  </a:moveTo>
                  <a:lnTo>
                    <a:pt x="24190" y="11174"/>
                  </a:lnTo>
                  <a:lnTo>
                    <a:pt x="22706" y="11174"/>
                  </a:lnTo>
                  <a:lnTo>
                    <a:pt x="22706" y="9688"/>
                  </a:lnTo>
                  <a:close/>
                  <a:moveTo>
                    <a:pt x="25750" y="9688"/>
                  </a:moveTo>
                  <a:lnTo>
                    <a:pt x="25750" y="11174"/>
                  </a:lnTo>
                  <a:lnTo>
                    <a:pt x="24266" y="11174"/>
                  </a:lnTo>
                  <a:lnTo>
                    <a:pt x="24266" y="9688"/>
                  </a:lnTo>
                  <a:close/>
                  <a:moveTo>
                    <a:pt x="795" y="12192"/>
                  </a:moveTo>
                  <a:lnTo>
                    <a:pt x="795" y="12401"/>
                  </a:lnTo>
                  <a:lnTo>
                    <a:pt x="795" y="12401"/>
                  </a:lnTo>
                  <a:cubicBezTo>
                    <a:pt x="796" y="12332"/>
                    <a:pt x="797" y="12262"/>
                    <a:pt x="795" y="12192"/>
                  </a:cubicBezTo>
                  <a:close/>
                  <a:moveTo>
                    <a:pt x="795" y="12401"/>
                  </a:moveTo>
                  <a:cubicBezTo>
                    <a:pt x="793" y="12504"/>
                    <a:pt x="790" y="12606"/>
                    <a:pt x="795" y="12703"/>
                  </a:cubicBezTo>
                  <a:lnTo>
                    <a:pt x="795" y="12401"/>
                  </a:lnTo>
                  <a:close/>
                  <a:moveTo>
                    <a:pt x="3840" y="11248"/>
                  </a:moveTo>
                  <a:lnTo>
                    <a:pt x="3840" y="12733"/>
                  </a:lnTo>
                  <a:lnTo>
                    <a:pt x="2370" y="12733"/>
                  </a:lnTo>
                  <a:lnTo>
                    <a:pt x="2370" y="11248"/>
                  </a:lnTo>
                  <a:close/>
                  <a:moveTo>
                    <a:pt x="5414" y="11248"/>
                  </a:moveTo>
                  <a:lnTo>
                    <a:pt x="5414" y="12733"/>
                  </a:lnTo>
                  <a:lnTo>
                    <a:pt x="3930" y="12733"/>
                  </a:lnTo>
                  <a:lnTo>
                    <a:pt x="3930" y="11248"/>
                  </a:lnTo>
                  <a:close/>
                  <a:moveTo>
                    <a:pt x="6974" y="11248"/>
                  </a:moveTo>
                  <a:lnTo>
                    <a:pt x="6974" y="12733"/>
                  </a:lnTo>
                  <a:lnTo>
                    <a:pt x="5490" y="12733"/>
                  </a:lnTo>
                  <a:lnTo>
                    <a:pt x="5490" y="11248"/>
                  </a:lnTo>
                  <a:close/>
                  <a:moveTo>
                    <a:pt x="8533" y="11248"/>
                  </a:moveTo>
                  <a:lnTo>
                    <a:pt x="8533" y="12733"/>
                  </a:lnTo>
                  <a:lnTo>
                    <a:pt x="7064" y="12733"/>
                  </a:lnTo>
                  <a:lnTo>
                    <a:pt x="7064" y="11248"/>
                  </a:lnTo>
                  <a:close/>
                  <a:moveTo>
                    <a:pt x="10109" y="11248"/>
                  </a:moveTo>
                  <a:lnTo>
                    <a:pt x="10109" y="12733"/>
                  </a:lnTo>
                  <a:lnTo>
                    <a:pt x="8623" y="12733"/>
                  </a:lnTo>
                  <a:lnTo>
                    <a:pt x="8623" y="11248"/>
                  </a:lnTo>
                  <a:close/>
                  <a:moveTo>
                    <a:pt x="11668" y="11248"/>
                  </a:moveTo>
                  <a:lnTo>
                    <a:pt x="11668" y="12733"/>
                  </a:lnTo>
                  <a:lnTo>
                    <a:pt x="10183" y="12733"/>
                  </a:lnTo>
                  <a:lnTo>
                    <a:pt x="10183" y="11248"/>
                  </a:lnTo>
                  <a:close/>
                  <a:moveTo>
                    <a:pt x="13228" y="11248"/>
                  </a:moveTo>
                  <a:lnTo>
                    <a:pt x="13228" y="12733"/>
                  </a:lnTo>
                  <a:lnTo>
                    <a:pt x="11758" y="12733"/>
                  </a:lnTo>
                  <a:lnTo>
                    <a:pt x="11758" y="11248"/>
                  </a:lnTo>
                  <a:close/>
                  <a:moveTo>
                    <a:pt x="14802" y="11248"/>
                  </a:moveTo>
                  <a:lnTo>
                    <a:pt x="14802" y="12733"/>
                  </a:lnTo>
                  <a:lnTo>
                    <a:pt x="13318" y="12733"/>
                  </a:lnTo>
                  <a:lnTo>
                    <a:pt x="13318" y="11248"/>
                  </a:lnTo>
                  <a:close/>
                  <a:moveTo>
                    <a:pt x="16362" y="11248"/>
                  </a:moveTo>
                  <a:lnTo>
                    <a:pt x="16362" y="12733"/>
                  </a:lnTo>
                  <a:lnTo>
                    <a:pt x="14878" y="12733"/>
                  </a:lnTo>
                  <a:lnTo>
                    <a:pt x="14878" y="11248"/>
                  </a:lnTo>
                  <a:close/>
                  <a:moveTo>
                    <a:pt x="17922" y="11248"/>
                  </a:moveTo>
                  <a:lnTo>
                    <a:pt x="17922" y="12733"/>
                  </a:lnTo>
                  <a:lnTo>
                    <a:pt x="16452" y="12733"/>
                  </a:lnTo>
                  <a:lnTo>
                    <a:pt x="16452" y="11248"/>
                  </a:lnTo>
                  <a:close/>
                  <a:moveTo>
                    <a:pt x="19497" y="11248"/>
                  </a:moveTo>
                  <a:lnTo>
                    <a:pt x="19497" y="12733"/>
                  </a:lnTo>
                  <a:lnTo>
                    <a:pt x="18012" y="12733"/>
                  </a:lnTo>
                  <a:lnTo>
                    <a:pt x="18012" y="11248"/>
                  </a:lnTo>
                  <a:close/>
                  <a:moveTo>
                    <a:pt x="21057" y="11248"/>
                  </a:moveTo>
                  <a:lnTo>
                    <a:pt x="21057" y="12733"/>
                  </a:lnTo>
                  <a:lnTo>
                    <a:pt x="19571" y="12733"/>
                  </a:lnTo>
                  <a:lnTo>
                    <a:pt x="19571" y="11248"/>
                  </a:lnTo>
                  <a:close/>
                  <a:moveTo>
                    <a:pt x="22616" y="11248"/>
                  </a:moveTo>
                  <a:lnTo>
                    <a:pt x="22616" y="12733"/>
                  </a:lnTo>
                  <a:lnTo>
                    <a:pt x="21147" y="12733"/>
                  </a:lnTo>
                  <a:lnTo>
                    <a:pt x="21147" y="11248"/>
                  </a:lnTo>
                  <a:close/>
                  <a:moveTo>
                    <a:pt x="24190" y="11248"/>
                  </a:moveTo>
                  <a:lnTo>
                    <a:pt x="24190" y="12733"/>
                  </a:lnTo>
                  <a:lnTo>
                    <a:pt x="22706" y="12733"/>
                  </a:lnTo>
                  <a:lnTo>
                    <a:pt x="22706" y="11248"/>
                  </a:lnTo>
                  <a:close/>
                  <a:moveTo>
                    <a:pt x="25750" y="11248"/>
                  </a:moveTo>
                  <a:lnTo>
                    <a:pt x="25750" y="12733"/>
                  </a:lnTo>
                  <a:lnTo>
                    <a:pt x="24266" y="12733"/>
                  </a:lnTo>
                  <a:lnTo>
                    <a:pt x="24266" y="11248"/>
                  </a:lnTo>
                  <a:close/>
                  <a:moveTo>
                    <a:pt x="3840" y="12823"/>
                  </a:moveTo>
                  <a:lnTo>
                    <a:pt x="3840" y="14293"/>
                  </a:lnTo>
                  <a:lnTo>
                    <a:pt x="2370" y="14293"/>
                  </a:lnTo>
                  <a:lnTo>
                    <a:pt x="2370" y="12823"/>
                  </a:lnTo>
                  <a:close/>
                  <a:moveTo>
                    <a:pt x="5414" y="12823"/>
                  </a:moveTo>
                  <a:lnTo>
                    <a:pt x="5414" y="14293"/>
                  </a:lnTo>
                  <a:lnTo>
                    <a:pt x="3930" y="14293"/>
                  </a:lnTo>
                  <a:lnTo>
                    <a:pt x="3930" y="12823"/>
                  </a:lnTo>
                  <a:close/>
                  <a:moveTo>
                    <a:pt x="6974" y="12823"/>
                  </a:moveTo>
                  <a:lnTo>
                    <a:pt x="6974" y="14293"/>
                  </a:lnTo>
                  <a:lnTo>
                    <a:pt x="5490" y="14293"/>
                  </a:lnTo>
                  <a:lnTo>
                    <a:pt x="5490" y="12823"/>
                  </a:lnTo>
                  <a:close/>
                  <a:moveTo>
                    <a:pt x="8533" y="12823"/>
                  </a:moveTo>
                  <a:lnTo>
                    <a:pt x="8533" y="14293"/>
                  </a:lnTo>
                  <a:lnTo>
                    <a:pt x="7064" y="14293"/>
                  </a:lnTo>
                  <a:lnTo>
                    <a:pt x="7064" y="12823"/>
                  </a:lnTo>
                  <a:close/>
                  <a:moveTo>
                    <a:pt x="10109" y="12823"/>
                  </a:moveTo>
                  <a:lnTo>
                    <a:pt x="10109" y="14293"/>
                  </a:lnTo>
                  <a:lnTo>
                    <a:pt x="8623" y="14293"/>
                  </a:lnTo>
                  <a:lnTo>
                    <a:pt x="8623" y="12823"/>
                  </a:lnTo>
                  <a:close/>
                  <a:moveTo>
                    <a:pt x="11668" y="12823"/>
                  </a:moveTo>
                  <a:lnTo>
                    <a:pt x="11668" y="14293"/>
                  </a:lnTo>
                  <a:lnTo>
                    <a:pt x="10183" y="14293"/>
                  </a:lnTo>
                  <a:lnTo>
                    <a:pt x="10183" y="12823"/>
                  </a:lnTo>
                  <a:close/>
                  <a:moveTo>
                    <a:pt x="13228" y="12823"/>
                  </a:moveTo>
                  <a:lnTo>
                    <a:pt x="13228" y="14293"/>
                  </a:lnTo>
                  <a:lnTo>
                    <a:pt x="11758" y="14293"/>
                  </a:lnTo>
                  <a:lnTo>
                    <a:pt x="11758" y="12823"/>
                  </a:lnTo>
                  <a:close/>
                  <a:moveTo>
                    <a:pt x="14802" y="12823"/>
                  </a:moveTo>
                  <a:lnTo>
                    <a:pt x="14802" y="14293"/>
                  </a:lnTo>
                  <a:lnTo>
                    <a:pt x="13318" y="14293"/>
                  </a:lnTo>
                  <a:lnTo>
                    <a:pt x="13318" y="12823"/>
                  </a:lnTo>
                  <a:close/>
                  <a:moveTo>
                    <a:pt x="16362" y="12823"/>
                  </a:moveTo>
                  <a:lnTo>
                    <a:pt x="16362" y="14293"/>
                  </a:lnTo>
                  <a:lnTo>
                    <a:pt x="14878" y="14293"/>
                  </a:lnTo>
                  <a:lnTo>
                    <a:pt x="14878" y="12823"/>
                  </a:lnTo>
                  <a:close/>
                  <a:moveTo>
                    <a:pt x="17922" y="12823"/>
                  </a:moveTo>
                  <a:lnTo>
                    <a:pt x="17922" y="14293"/>
                  </a:lnTo>
                  <a:lnTo>
                    <a:pt x="16452" y="14293"/>
                  </a:lnTo>
                  <a:lnTo>
                    <a:pt x="16452" y="12823"/>
                  </a:lnTo>
                  <a:close/>
                  <a:moveTo>
                    <a:pt x="19497" y="12823"/>
                  </a:moveTo>
                  <a:lnTo>
                    <a:pt x="19497" y="14293"/>
                  </a:lnTo>
                  <a:lnTo>
                    <a:pt x="18012" y="14293"/>
                  </a:lnTo>
                  <a:lnTo>
                    <a:pt x="18012" y="12823"/>
                  </a:lnTo>
                  <a:close/>
                  <a:moveTo>
                    <a:pt x="21057" y="12823"/>
                  </a:moveTo>
                  <a:lnTo>
                    <a:pt x="21057" y="14293"/>
                  </a:lnTo>
                  <a:lnTo>
                    <a:pt x="19571" y="14293"/>
                  </a:lnTo>
                  <a:lnTo>
                    <a:pt x="19571" y="12823"/>
                  </a:lnTo>
                  <a:close/>
                  <a:moveTo>
                    <a:pt x="22616" y="12823"/>
                  </a:moveTo>
                  <a:lnTo>
                    <a:pt x="22616" y="14293"/>
                  </a:lnTo>
                  <a:lnTo>
                    <a:pt x="21147" y="14293"/>
                  </a:lnTo>
                  <a:lnTo>
                    <a:pt x="21147" y="12823"/>
                  </a:lnTo>
                  <a:close/>
                  <a:moveTo>
                    <a:pt x="24190" y="12823"/>
                  </a:moveTo>
                  <a:lnTo>
                    <a:pt x="24190" y="14293"/>
                  </a:lnTo>
                  <a:lnTo>
                    <a:pt x="22706" y="14293"/>
                  </a:lnTo>
                  <a:lnTo>
                    <a:pt x="22706" y="12823"/>
                  </a:lnTo>
                  <a:close/>
                  <a:moveTo>
                    <a:pt x="25750" y="12823"/>
                  </a:moveTo>
                  <a:lnTo>
                    <a:pt x="25750" y="14293"/>
                  </a:lnTo>
                  <a:lnTo>
                    <a:pt x="24266" y="14293"/>
                  </a:lnTo>
                  <a:lnTo>
                    <a:pt x="24266" y="12823"/>
                  </a:lnTo>
                  <a:close/>
                  <a:moveTo>
                    <a:pt x="2280" y="14383"/>
                  </a:moveTo>
                  <a:lnTo>
                    <a:pt x="2280" y="15867"/>
                  </a:lnTo>
                  <a:lnTo>
                    <a:pt x="795" y="15867"/>
                  </a:lnTo>
                  <a:lnTo>
                    <a:pt x="795" y="14383"/>
                  </a:lnTo>
                  <a:close/>
                  <a:moveTo>
                    <a:pt x="3840" y="14383"/>
                  </a:moveTo>
                  <a:lnTo>
                    <a:pt x="3840" y="15867"/>
                  </a:lnTo>
                  <a:lnTo>
                    <a:pt x="2370" y="15867"/>
                  </a:lnTo>
                  <a:lnTo>
                    <a:pt x="2370" y="14383"/>
                  </a:lnTo>
                  <a:close/>
                  <a:moveTo>
                    <a:pt x="5414" y="14383"/>
                  </a:moveTo>
                  <a:lnTo>
                    <a:pt x="5414" y="15867"/>
                  </a:lnTo>
                  <a:lnTo>
                    <a:pt x="3930" y="15867"/>
                  </a:lnTo>
                  <a:lnTo>
                    <a:pt x="3930" y="14383"/>
                  </a:lnTo>
                  <a:close/>
                  <a:moveTo>
                    <a:pt x="6974" y="14383"/>
                  </a:moveTo>
                  <a:lnTo>
                    <a:pt x="6974" y="15867"/>
                  </a:lnTo>
                  <a:lnTo>
                    <a:pt x="5490" y="15867"/>
                  </a:lnTo>
                  <a:lnTo>
                    <a:pt x="5490" y="14383"/>
                  </a:lnTo>
                  <a:close/>
                  <a:moveTo>
                    <a:pt x="8533" y="14383"/>
                  </a:moveTo>
                  <a:lnTo>
                    <a:pt x="8533" y="15867"/>
                  </a:lnTo>
                  <a:lnTo>
                    <a:pt x="7064" y="15867"/>
                  </a:lnTo>
                  <a:lnTo>
                    <a:pt x="7064" y="14383"/>
                  </a:lnTo>
                  <a:close/>
                  <a:moveTo>
                    <a:pt x="10109" y="14383"/>
                  </a:moveTo>
                  <a:lnTo>
                    <a:pt x="10109" y="15867"/>
                  </a:lnTo>
                  <a:lnTo>
                    <a:pt x="8623" y="15867"/>
                  </a:lnTo>
                  <a:lnTo>
                    <a:pt x="8623" y="14383"/>
                  </a:lnTo>
                  <a:close/>
                  <a:moveTo>
                    <a:pt x="11668" y="14383"/>
                  </a:moveTo>
                  <a:lnTo>
                    <a:pt x="11668" y="15867"/>
                  </a:lnTo>
                  <a:lnTo>
                    <a:pt x="10183" y="15867"/>
                  </a:lnTo>
                  <a:lnTo>
                    <a:pt x="10183" y="14383"/>
                  </a:lnTo>
                  <a:close/>
                  <a:moveTo>
                    <a:pt x="13228" y="14383"/>
                  </a:moveTo>
                  <a:lnTo>
                    <a:pt x="13228" y="15867"/>
                  </a:lnTo>
                  <a:lnTo>
                    <a:pt x="11758" y="15867"/>
                  </a:lnTo>
                  <a:lnTo>
                    <a:pt x="11758" y="14383"/>
                  </a:lnTo>
                  <a:close/>
                  <a:moveTo>
                    <a:pt x="14802" y="14383"/>
                  </a:moveTo>
                  <a:lnTo>
                    <a:pt x="14802" y="15867"/>
                  </a:lnTo>
                  <a:lnTo>
                    <a:pt x="13318" y="15867"/>
                  </a:lnTo>
                  <a:lnTo>
                    <a:pt x="13318" y="14383"/>
                  </a:lnTo>
                  <a:close/>
                  <a:moveTo>
                    <a:pt x="16362" y="14383"/>
                  </a:moveTo>
                  <a:lnTo>
                    <a:pt x="16362" y="15867"/>
                  </a:lnTo>
                  <a:lnTo>
                    <a:pt x="14878" y="15867"/>
                  </a:lnTo>
                  <a:lnTo>
                    <a:pt x="14878" y="14383"/>
                  </a:lnTo>
                  <a:close/>
                  <a:moveTo>
                    <a:pt x="17922" y="14383"/>
                  </a:moveTo>
                  <a:lnTo>
                    <a:pt x="17922" y="15867"/>
                  </a:lnTo>
                  <a:lnTo>
                    <a:pt x="16452" y="15867"/>
                  </a:lnTo>
                  <a:lnTo>
                    <a:pt x="16452" y="14383"/>
                  </a:lnTo>
                  <a:close/>
                  <a:moveTo>
                    <a:pt x="19497" y="14383"/>
                  </a:moveTo>
                  <a:lnTo>
                    <a:pt x="19497" y="15867"/>
                  </a:lnTo>
                  <a:lnTo>
                    <a:pt x="18012" y="15867"/>
                  </a:lnTo>
                  <a:lnTo>
                    <a:pt x="18012" y="14383"/>
                  </a:lnTo>
                  <a:close/>
                  <a:moveTo>
                    <a:pt x="21057" y="14383"/>
                  </a:moveTo>
                  <a:lnTo>
                    <a:pt x="21057" y="15867"/>
                  </a:lnTo>
                  <a:lnTo>
                    <a:pt x="19571" y="15867"/>
                  </a:lnTo>
                  <a:lnTo>
                    <a:pt x="19571" y="14383"/>
                  </a:lnTo>
                  <a:close/>
                  <a:moveTo>
                    <a:pt x="22616" y="14383"/>
                  </a:moveTo>
                  <a:lnTo>
                    <a:pt x="22616" y="15867"/>
                  </a:lnTo>
                  <a:lnTo>
                    <a:pt x="21147" y="15867"/>
                  </a:lnTo>
                  <a:lnTo>
                    <a:pt x="21147" y="14383"/>
                  </a:lnTo>
                  <a:close/>
                  <a:moveTo>
                    <a:pt x="24190" y="14383"/>
                  </a:moveTo>
                  <a:lnTo>
                    <a:pt x="24190" y="15867"/>
                  </a:lnTo>
                  <a:lnTo>
                    <a:pt x="22706" y="15867"/>
                  </a:lnTo>
                  <a:lnTo>
                    <a:pt x="22706" y="14383"/>
                  </a:lnTo>
                  <a:close/>
                  <a:moveTo>
                    <a:pt x="25750" y="14383"/>
                  </a:moveTo>
                  <a:lnTo>
                    <a:pt x="25750" y="15867"/>
                  </a:lnTo>
                  <a:lnTo>
                    <a:pt x="24266" y="15867"/>
                  </a:lnTo>
                  <a:lnTo>
                    <a:pt x="24266" y="14383"/>
                  </a:lnTo>
                  <a:close/>
                  <a:moveTo>
                    <a:pt x="2280" y="15943"/>
                  </a:moveTo>
                  <a:lnTo>
                    <a:pt x="2280" y="17427"/>
                  </a:lnTo>
                  <a:lnTo>
                    <a:pt x="795" y="17427"/>
                  </a:lnTo>
                  <a:lnTo>
                    <a:pt x="795" y="15943"/>
                  </a:lnTo>
                  <a:close/>
                  <a:moveTo>
                    <a:pt x="3840" y="15943"/>
                  </a:moveTo>
                  <a:lnTo>
                    <a:pt x="3840" y="17427"/>
                  </a:lnTo>
                  <a:lnTo>
                    <a:pt x="2370" y="17427"/>
                  </a:lnTo>
                  <a:lnTo>
                    <a:pt x="2370" y="15943"/>
                  </a:lnTo>
                  <a:close/>
                  <a:moveTo>
                    <a:pt x="5414" y="15943"/>
                  </a:moveTo>
                  <a:lnTo>
                    <a:pt x="5414" y="17427"/>
                  </a:lnTo>
                  <a:lnTo>
                    <a:pt x="3930" y="17427"/>
                  </a:lnTo>
                  <a:lnTo>
                    <a:pt x="3930" y="15943"/>
                  </a:lnTo>
                  <a:close/>
                  <a:moveTo>
                    <a:pt x="6974" y="15943"/>
                  </a:moveTo>
                  <a:lnTo>
                    <a:pt x="6974" y="17427"/>
                  </a:lnTo>
                  <a:lnTo>
                    <a:pt x="5490" y="17427"/>
                  </a:lnTo>
                  <a:lnTo>
                    <a:pt x="5490" y="15943"/>
                  </a:lnTo>
                  <a:close/>
                  <a:moveTo>
                    <a:pt x="8533" y="15943"/>
                  </a:moveTo>
                  <a:lnTo>
                    <a:pt x="8533" y="17427"/>
                  </a:lnTo>
                  <a:lnTo>
                    <a:pt x="7064" y="17427"/>
                  </a:lnTo>
                  <a:lnTo>
                    <a:pt x="7064" y="15943"/>
                  </a:lnTo>
                  <a:close/>
                  <a:moveTo>
                    <a:pt x="10109" y="15943"/>
                  </a:moveTo>
                  <a:lnTo>
                    <a:pt x="10109" y="17427"/>
                  </a:lnTo>
                  <a:lnTo>
                    <a:pt x="8623" y="17427"/>
                  </a:lnTo>
                  <a:lnTo>
                    <a:pt x="8623" y="15943"/>
                  </a:lnTo>
                  <a:close/>
                  <a:moveTo>
                    <a:pt x="11668" y="15943"/>
                  </a:moveTo>
                  <a:lnTo>
                    <a:pt x="11668" y="17427"/>
                  </a:lnTo>
                  <a:lnTo>
                    <a:pt x="10183" y="17427"/>
                  </a:lnTo>
                  <a:lnTo>
                    <a:pt x="10183" y="15943"/>
                  </a:lnTo>
                  <a:close/>
                  <a:moveTo>
                    <a:pt x="13228" y="15943"/>
                  </a:moveTo>
                  <a:lnTo>
                    <a:pt x="13228" y="17427"/>
                  </a:lnTo>
                  <a:lnTo>
                    <a:pt x="11758" y="17427"/>
                  </a:lnTo>
                  <a:lnTo>
                    <a:pt x="11758" y="15943"/>
                  </a:lnTo>
                  <a:close/>
                  <a:moveTo>
                    <a:pt x="14802" y="15943"/>
                  </a:moveTo>
                  <a:lnTo>
                    <a:pt x="14802" y="17427"/>
                  </a:lnTo>
                  <a:lnTo>
                    <a:pt x="13318" y="17427"/>
                  </a:lnTo>
                  <a:lnTo>
                    <a:pt x="13318" y="15943"/>
                  </a:lnTo>
                  <a:close/>
                  <a:moveTo>
                    <a:pt x="16362" y="15943"/>
                  </a:moveTo>
                  <a:lnTo>
                    <a:pt x="16362" y="17427"/>
                  </a:lnTo>
                  <a:lnTo>
                    <a:pt x="14878" y="17427"/>
                  </a:lnTo>
                  <a:lnTo>
                    <a:pt x="14878" y="15943"/>
                  </a:lnTo>
                  <a:close/>
                  <a:moveTo>
                    <a:pt x="17922" y="15943"/>
                  </a:moveTo>
                  <a:lnTo>
                    <a:pt x="17922" y="17427"/>
                  </a:lnTo>
                  <a:lnTo>
                    <a:pt x="16452" y="17427"/>
                  </a:lnTo>
                  <a:lnTo>
                    <a:pt x="16452" y="15943"/>
                  </a:lnTo>
                  <a:close/>
                  <a:moveTo>
                    <a:pt x="19497" y="15943"/>
                  </a:moveTo>
                  <a:lnTo>
                    <a:pt x="19497" y="17427"/>
                  </a:lnTo>
                  <a:lnTo>
                    <a:pt x="18012" y="17427"/>
                  </a:lnTo>
                  <a:lnTo>
                    <a:pt x="18012" y="15943"/>
                  </a:lnTo>
                  <a:close/>
                  <a:moveTo>
                    <a:pt x="21057" y="15943"/>
                  </a:moveTo>
                  <a:lnTo>
                    <a:pt x="21057" y="17427"/>
                  </a:lnTo>
                  <a:lnTo>
                    <a:pt x="19571" y="17427"/>
                  </a:lnTo>
                  <a:lnTo>
                    <a:pt x="19571" y="15943"/>
                  </a:lnTo>
                  <a:close/>
                  <a:moveTo>
                    <a:pt x="22616" y="15943"/>
                  </a:moveTo>
                  <a:lnTo>
                    <a:pt x="22616" y="17427"/>
                  </a:lnTo>
                  <a:lnTo>
                    <a:pt x="21147" y="17427"/>
                  </a:lnTo>
                  <a:lnTo>
                    <a:pt x="21147" y="15943"/>
                  </a:lnTo>
                  <a:close/>
                  <a:moveTo>
                    <a:pt x="24190" y="15943"/>
                  </a:moveTo>
                  <a:lnTo>
                    <a:pt x="24190" y="17427"/>
                  </a:lnTo>
                  <a:lnTo>
                    <a:pt x="22706" y="17427"/>
                  </a:lnTo>
                  <a:lnTo>
                    <a:pt x="22706" y="15943"/>
                  </a:lnTo>
                  <a:close/>
                  <a:moveTo>
                    <a:pt x="25750" y="15943"/>
                  </a:moveTo>
                  <a:lnTo>
                    <a:pt x="25750" y="17427"/>
                  </a:lnTo>
                  <a:lnTo>
                    <a:pt x="24266" y="17427"/>
                  </a:lnTo>
                  <a:lnTo>
                    <a:pt x="24266" y="15943"/>
                  </a:lnTo>
                  <a:close/>
                  <a:moveTo>
                    <a:pt x="2280" y="17517"/>
                  </a:moveTo>
                  <a:lnTo>
                    <a:pt x="2280" y="18987"/>
                  </a:lnTo>
                  <a:lnTo>
                    <a:pt x="795" y="18987"/>
                  </a:lnTo>
                  <a:lnTo>
                    <a:pt x="795" y="17517"/>
                  </a:lnTo>
                  <a:close/>
                  <a:moveTo>
                    <a:pt x="3840" y="17517"/>
                  </a:moveTo>
                  <a:lnTo>
                    <a:pt x="3840" y="18987"/>
                  </a:lnTo>
                  <a:lnTo>
                    <a:pt x="2370" y="18987"/>
                  </a:lnTo>
                  <a:lnTo>
                    <a:pt x="2370" y="17517"/>
                  </a:lnTo>
                  <a:close/>
                  <a:moveTo>
                    <a:pt x="5414" y="17517"/>
                  </a:moveTo>
                  <a:lnTo>
                    <a:pt x="5414" y="18987"/>
                  </a:lnTo>
                  <a:lnTo>
                    <a:pt x="3930" y="18987"/>
                  </a:lnTo>
                  <a:lnTo>
                    <a:pt x="3930" y="17517"/>
                  </a:lnTo>
                  <a:close/>
                  <a:moveTo>
                    <a:pt x="6974" y="17517"/>
                  </a:moveTo>
                  <a:lnTo>
                    <a:pt x="6974" y="18987"/>
                  </a:lnTo>
                  <a:lnTo>
                    <a:pt x="5490" y="18987"/>
                  </a:lnTo>
                  <a:lnTo>
                    <a:pt x="5490" y="17517"/>
                  </a:lnTo>
                  <a:close/>
                  <a:moveTo>
                    <a:pt x="8533" y="17517"/>
                  </a:moveTo>
                  <a:lnTo>
                    <a:pt x="8533" y="18987"/>
                  </a:lnTo>
                  <a:lnTo>
                    <a:pt x="7064" y="18987"/>
                  </a:lnTo>
                  <a:lnTo>
                    <a:pt x="7064" y="17517"/>
                  </a:lnTo>
                  <a:close/>
                  <a:moveTo>
                    <a:pt x="10109" y="17517"/>
                  </a:moveTo>
                  <a:lnTo>
                    <a:pt x="10109" y="18987"/>
                  </a:lnTo>
                  <a:lnTo>
                    <a:pt x="8623" y="18987"/>
                  </a:lnTo>
                  <a:lnTo>
                    <a:pt x="8623" y="17517"/>
                  </a:lnTo>
                  <a:close/>
                  <a:moveTo>
                    <a:pt x="11668" y="17517"/>
                  </a:moveTo>
                  <a:lnTo>
                    <a:pt x="11668" y="18987"/>
                  </a:lnTo>
                  <a:lnTo>
                    <a:pt x="10183" y="18987"/>
                  </a:lnTo>
                  <a:lnTo>
                    <a:pt x="10183" y="17517"/>
                  </a:lnTo>
                  <a:close/>
                  <a:moveTo>
                    <a:pt x="13228" y="17517"/>
                  </a:moveTo>
                  <a:lnTo>
                    <a:pt x="13228" y="18987"/>
                  </a:lnTo>
                  <a:lnTo>
                    <a:pt x="11758" y="18987"/>
                  </a:lnTo>
                  <a:lnTo>
                    <a:pt x="11758" y="17517"/>
                  </a:lnTo>
                  <a:close/>
                  <a:moveTo>
                    <a:pt x="14802" y="17517"/>
                  </a:moveTo>
                  <a:lnTo>
                    <a:pt x="14802" y="18987"/>
                  </a:lnTo>
                  <a:lnTo>
                    <a:pt x="13318" y="18987"/>
                  </a:lnTo>
                  <a:lnTo>
                    <a:pt x="13318" y="17517"/>
                  </a:lnTo>
                  <a:close/>
                  <a:moveTo>
                    <a:pt x="16362" y="17517"/>
                  </a:moveTo>
                  <a:lnTo>
                    <a:pt x="16362" y="18987"/>
                  </a:lnTo>
                  <a:lnTo>
                    <a:pt x="14878" y="18987"/>
                  </a:lnTo>
                  <a:lnTo>
                    <a:pt x="14878" y="17517"/>
                  </a:lnTo>
                  <a:close/>
                  <a:moveTo>
                    <a:pt x="17922" y="17517"/>
                  </a:moveTo>
                  <a:lnTo>
                    <a:pt x="17922" y="18987"/>
                  </a:lnTo>
                  <a:lnTo>
                    <a:pt x="16452" y="18987"/>
                  </a:lnTo>
                  <a:lnTo>
                    <a:pt x="16452" y="17517"/>
                  </a:lnTo>
                  <a:close/>
                  <a:moveTo>
                    <a:pt x="19497" y="17517"/>
                  </a:moveTo>
                  <a:lnTo>
                    <a:pt x="19497" y="18987"/>
                  </a:lnTo>
                  <a:lnTo>
                    <a:pt x="18012" y="18987"/>
                  </a:lnTo>
                  <a:lnTo>
                    <a:pt x="18012" y="17517"/>
                  </a:lnTo>
                  <a:close/>
                  <a:moveTo>
                    <a:pt x="21057" y="17517"/>
                  </a:moveTo>
                  <a:lnTo>
                    <a:pt x="21057" y="18987"/>
                  </a:lnTo>
                  <a:lnTo>
                    <a:pt x="19571" y="18987"/>
                  </a:lnTo>
                  <a:lnTo>
                    <a:pt x="19571" y="17517"/>
                  </a:lnTo>
                  <a:close/>
                  <a:moveTo>
                    <a:pt x="22616" y="17517"/>
                  </a:moveTo>
                  <a:lnTo>
                    <a:pt x="22616" y="18987"/>
                  </a:lnTo>
                  <a:lnTo>
                    <a:pt x="21147" y="18987"/>
                  </a:lnTo>
                  <a:lnTo>
                    <a:pt x="21147" y="17517"/>
                  </a:lnTo>
                  <a:close/>
                  <a:moveTo>
                    <a:pt x="24190" y="17517"/>
                  </a:moveTo>
                  <a:lnTo>
                    <a:pt x="24190" y="18987"/>
                  </a:lnTo>
                  <a:lnTo>
                    <a:pt x="22706" y="18987"/>
                  </a:lnTo>
                  <a:lnTo>
                    <a:pt x="22706" y="17517"/>
                  </a:lnTo>
                  <a:close/>
                  <a:moveTo>
                    <a:pt x="25750" y="17517"/>
                  </a:moveTo>
                  <a:lnTo>
                    <a:pt x="25750" y="18987"/>
                  </a:lnTo>
                  <a:lnTo>
                    <a:pt x="24266" y="18987"/>
                  </a:lnTo>
                  <a:lnTo>
                    <a:pt x="24266" y="17517"/>
                  </a:lnTo>
                  <a:close/>
                  <a:moveTo>
                    <a:pt x="2280" y="19077"/>
                  </a:moveTo>
                  <a:lnTo>
                    <a:pt x="2280" y="20562"/>
                  </a:lnTo>
                  <a:lnTo>
                    <a:pt x="795" y="20562"/>
                  </a:lnTo>
                  <a:lnTo>
                    <a:pt x="795" y="19077"/>
                  </a:lnTo>
                  <a:close/>
                  <a:moveTo>
                    <a:pt x="3840" y="19077"/>
                  </a:moveTo>
                  <a:lnTo>
                    <a:pt x="3840" y="20562"/>
                  </a:lnTo>
                  <a:lnTo>
                    <a:pt x="2370" y="20562"/>
                  </a:lnTo>
                  <a:lnTo>
                    <a:pt x="2370" y="19077"/>
                  </a:lnTo>
                  <a:close/>
                  <a:moveTo>
                    <a:pt x="5414" y="19077"/>
                  </a:moveTo>
                  <a:lnTo>
                    <a:pt x="5414" y="20562"/>
                  </a:lnTo>
                  <a:lnTo>
                    <a:pt x="3930" y="20562"/>
                  </a:lnTo>
                  <a:lnTo>
                    <a:pt x="3930" y="19077"/>
                  </a:lnTo>
                  <a:close/>
                  <a:moveTo>
                    <a:pt x="6974" y="19077"/>
                  </a:moveTo>
                  <a:lnTo>
                    <a:pt x="6974" y="20562"/>
                  </a:lnTo>
                  <a:lnTo>
                    <a:pt x="5490" y="20562"/>
                  </a:lnTo>
                  <a:lnTo>
                    <a:pt x="5490" y="19077"/>
                  </a:lnTo>
                  <a:close/>
                  <a:moveTo>
                    <a:pt x="8533" y="19077"/>
                  </a:moveTo>
                  <a:lnTo>
                    <a:pt x="8533" y="20562"/>
                  </a:lnTo>
                  <a:lnTo>
                    <a:pt x="7064" y="20562"/>
                  </a:lnTo>
                  <a:lnTo>
                    <a:pt x="7064" y="19077"/>
                  </a:lnTo>
                  <a:close/>
                  <a:moveTo>
                    <a:pt x="10109" y="19077"/>
                  </a:moveTo>
                  <a:lnTo>
                    <a:pt x="10109" y="20562"/>
                  </a:lnTo>
                  <a:lnTo>
                    <a:pt x="8623" y="20562"/>
                  </a:lnTo>
                  <a:lnTo>
                    <a:pt x="8623" y="19077"/>
                  </a:lnTo>
                  <a:close/>
                  <a:moveTo>
                    <a:pt x="11668" y="19077"/>
                  </a:moveTo>
                  <a:lnTo>
                    <a:pt x="11668" y="20562"/>
                  </a:lnTo>
                  <a:lnTo>
                    <a:pt x="10183" y="20562"/>
                  </a:lnTo>
                  <a:lnTo>
                    <a:pt x="10183" y="19077"/>
                  </a:lnTo>
                  <a:close/>
                  <a:moveTo>
                    <a:pt x="13228" y="19077"/>
                  </a:moveTo>
                  <a:lnTo>
                    <a:pt x="13228" y="20562"/>
                  </a:lnTo>
                  <a:lnTo>
                    <a:pt x="11758" y="20562"/>
                  </a:lnTo>
                  <a:lnTo>
                    <a:pt x="11758" y="19077"/>
                  </a:lnTo>
                  <a:close/>
                  <a:moveTo>
                    <a:pt x="14802" y="19077"/>
                  </a:moveTo>
                  <a:lnTo>
                    <a:pt x="14802" y="20562"/>
                  </a:lnTo>
                  <a:lnTo>
                    <a:pt x="13318" y="20562"/>
                  </a:lnTo>
                  <a:lnTo>
                    <a:pt x="13318" y="19077"/>
                  </a:lnTo>
                  <a:close/>
                  <a:moveTo>
                    <a:pt x="16362" y="19077"/>
                  </a:moveTo>
                  <a:lnTo>
                    <a:pt x="16362" y="20562"/>
                  </a:lnTo>
                  <a:lnTo>
                    <a:pt x="14878" y="20562"/>
                  </a:lnTo>
                  <a:lnTo>
                    <a:pt x="14878" y="19077"/>
                  </a:lnTo>
                  <a:close/>
                  <a:moveTo>
                    <a:pt x="17922" y="19077"/>
                  </a:moveTo>
                  <a:lnTo>
                    <a:pt x="17922" y="20562"/>
                  </a:lnTo>
                  <a:lnTo>
                    <a:pt x="16452" y="20562"/>
                  </a:lnTo>
                  <a:lnTo>
                    <a:pt x="16452" y="19077"/>
                  </a:lnTo>
                  <a:close/>
                  <a:moveTo>
                    <a:pt x="19497" y="19077"/>
                  </a:moveTo>
                  <a:lnTo>
                    <a:pt x="19497" y="20562"/>
                  </a:lnTo>
                  <a:lnTo>
                    <a:pt x="18012" y="20562"/>
                  </a:lnTo>
                  <a:lnTo>
                    <a:pt x="18012" y="19077"/>
                  </a:lnTo>
                  <a:close/>
                  <a:moveTo>
                    <a:pt x="21057" y="19077"/>
                  </a:moveTo>
                  <a:lnTo>
                    <a:pt x="21057" y="20562"/>
                  </a:lnTo>
                  <a:lnTo>
                    <a:pt x="19571" y="20562"/>
                  </a:lnTo>
                  <a:lnTo>
                    <a:pt x="19571" y="19077"/>
                  </a:lnTo>
                  <a:close/>
                  <a:moveTo>
                    <a:pt x="22616" y="19077"/>
                  </a:moveTo>
                  <a:lnTo>
                    <a:pt x="22616" y="20562"/>
                  </a:lnTo>
                  <a:lnTo>
                    <a:pt x="21147" y="20562"/>
                  </a:lnTo>
                  <a:lnTo>
                    <a:pt x="21147" y="19077"/>
                  </a:lnTo>
                  <a:close/>
                  <a:moveTo>
                    <a:pt x="24190" y="19077"/>
                  </a:moveTo>
                  <a:lnTo>
                    <a:pt x="24190" y="20562"/>
                  </a:lnTo>
                  <a:lnTo>
                    <a:pt x="22706" y="20562"/>
                  </a:lnTo>
                  <a:lnTo>
                    <a:pt x="22706" y="19077"/>
                  </a:lnTo>
                  <a:close/>
                  <a:moveTo>
                    <a:pt x="25750" y="19077"/>
                  </a:moveTo>
                  <a:lnTo>
                    <a:pt x="25750" y="20562"/>
                  </a:lnTo>
                  <a:lnTo>
                    <a:pt x="24266" y="20562"/>
                  </a:lnTo>
                  <a:lnTo>
                    <a:pt x="24266" y="19077"/>
                  </a:lnTo>
                  <a:close/>
                  <a:moveTo>
                    <a:pt x="2280" y="20636"/>
                  </a:moveTo>
                  <a:lnTo>
                    <a:pt x="2280" y="22122"/>
                  </a:lnTo>
                  <a:lnTo>
                    <a:pt x="795" y="22122"/>
                  </a:lnTo>
                  <a:lnTo>
                    <a:pt x="795" y="20636"/>
                  </a:lnTo>
                  <a:close/>
                  <a:moveTo>
                    <a:pt x="3840" y="20636"/>
                  </a:moveTo>
                  <a:lnTo>
                    <a:pt x="3840" y="22122"/>
                  </a:lnTo>
                  <a:lnTo>
                    <a:pt x="2370" y="22122"/>
                  </a:lnTo>
                  <a:lnTo>
                    <a:pt x="2370" y="20636"/>
                  </a:lnTo>
                  <a:close/>
                  <a:moveTo>
                    <a:pt x="5414" y="20636"/>
                  </a:moveTo>
                  <a:lnTo>
                    <a:pt x="5414" y="22122"/>
                  </a:lnTo>
                  <a:lnTo>
                    <a:pt x="3930" y="22122"/>
                  </a:lnTo>
                  <a:lnTo>
                    <a:pt x="3930" y="20636"/>
                  </a:lnTo>
                  <a:close/>
                  <a:moveTo>
                    <a:pt x="6974" y="20636"/>
                  </a:moveTo>
                  <a:lnTo>
                    <a:pt x="6974" y="22122"/>
                  </a:lnTo>
                  <a:lnTo>
                    <a:pt x="5490" y="22122"/>
                  </a:lnTo>
                  <a:lnTo>
                    <a:pt x="5490" y="20636"/>
                  </a:lnTo>
                  <a:close/>
                  <a:moveTo>
                    <a:pt x="8533" y="20636"/>
                  </a:moveTo>
                  <a:lnTo>
                    <a:pt x="8533" y="22122"/>
                  </a:lnTo>
                  <a:lnTo>
                    <a:pt x="7064" y="22122"/>
                  </a:lnTo>
                  <a:lnTo>
                    <a:pt x="7064" y="20636"/>
                  </a:lnTo>
                  <a:close/>
                  <a:moveTo>
                    <a:pt x="10109" y="20636"/>
                  </a:moveTo>
                  <a:lnTo>
                    <a:pt x="10109" y="22122"/>
                  </a:lnTo>
                  <a:lnTo>
                    <a:pt x="8623" y="22122"/>
                  </a:lnTo>
                  <a:lnTo>
                    <a:pt x="8623" y="20636"/>
                  </a:lnTo>
                  <a:close/>
                  <a:moveTo>
                    <a:pt x="11668" y="20636"/>
                  </a:moveTo>
                  <a:lnTo>
                    <a:pt x="11668" y="22122"/>
                  </a:lnTo>
                  <a:lnTo>
                    <a:pt x="10183" y="22122"/>
                  </a:lnTo>
                  <a:lnTo>
                    <a:pt x="10183" y="20636"/>
                  </a:lnTo>
                  <a:close/>
                  <a:moveTo>
                    <a:pt x="13228" y="20636"/>
                  </a:moveTo>
                  <a:lnTo>
                    <a:pt x="13228" y="22122"/>
                  </a:lnTo>
                  <a:lnTo>
                    <a:pt x="11758" y="22122"/>
                  </a:lnTo>
                  <a:lnTo>
                    <a:pt x="11758" y="20636"/>
                  </a:lnTo>
                  <a:close/>
                  <a:moveTo>
                    <a:pt x="14802" y="20636"/>
                  </a:moveTo>
                  <a:lnTo>
                    <a:pt x="14802" y="22122"/>
                  </a:lnTo>
                  <a:lnTo>
                    <a:pt x="13318" y="22122"/>
                  </a:lnTo>
                  <a:lnTo>
                    <a:pt x="13318" y="20636"/>
                  </a:lnTo>
                  <a:close/>
                  <a:moveTo>
                    <a:pt x="16362" y="20636"/>
                  </a:moveTo>
                  <a:lnTo>
                    <a:pt x="16362" y="22122"/>
                  </a:lnTo>
                  <a:lnTo>
                    <a:pt x="14878" y="22122"/>
                  </a:lnTo>
                  <a:lnTo>
                    <a:pt x="14878" y="20636"/>
                  </a:lnTo>
                  <a:close/>
                  <a:moveTo>
                    <a:pt x="17922" y="20636"/>
                  </a:moveTo>
                  <a:lnTo>
                    <a:pt x="17922" y="22122"/>
                  </a:lnTo>
                  <a:lnTo>
                    <a:pt x="16452" y="22122"/>
                  </a:lnTo>
                  <a:lnTo>
                    <a:pt x="16452" y="20636"/>
                  </a:lnTo>
                  <a:close/>
                  <a:moveTo>
                    <a:pt x="19497" y="20636"/>
                  </a:moveTo>
                  <a:lnTo>
                    <a:pt x="19497" y="22122"/>
                  </a:lnTo>
                  <a:lnTo>
                    <a:pt x="18012" y="22122"/>
                  </a:lnTo>
                  <a:lnTo>
                    <a:pt x="18012" y="20636"/>
                  </a:lnTo>
                  <a:close/>
                  <a:moveTo>
                    <a:pt x="21057" y="20636"/>
                  </a:moveTo>
                  <a:lnTo>
                    <a:pt x="21057" y="22122"/>
                  </a:lnTo>
                  <a:lnTo>
                    <a:pt x="19571" y="22122"/>
                  </a:lnTo>
                  <a:lnTo>
                    <a:pt x="19571" y="20636"/>
                  </a:lnTo>
                  <a:close/>
                  <a:moveTo>
                    <a:pt x="22616" y="20636"/>
                  </a:moveTo>
                  <a:lnTo>
                    <a:pt x="22616" y="22122"/>
                  </a:lnTo>
                  <a:lnTo>
                    <a:pt x="21147" y="22122"/>
                  </a:lnTo>
                  <a:lnTo>
                    <a:pt x="21147" y="20636"/>
                  </a:lnTo>
                  <a:close/>
                  <a:moveTo>
                    <a:pt x="24190" y="20636"/>
                  </a:moveTo>
                  <a:lnTo>
                    <a:pt x="24190" y="22122"/>
                  </a:lnTo>
                  <a:lnTo>
                    <a:pt x="22706" y="22122"/>
                  </a:lnTo>
                  <a:lnTo>
                    <a:pt x="22706" y="20636"/>
                  </a:lnTo>
                  <a:close/>
                  <a:moveTo>
                    <a:pt x="25750" y="20636"/>
                  </a:moveTo>
                  <a:lnTo>
                    <a:pt x="25750" y="22122"/>
                  </a:lnTo>
                  <a:lnTo>
                    <a:pt x="24266" y="22122"/>
                  </a:lnTo>
                  <a:lnTo>
                    <a:pt x="24266" y="20636"/>
                  </a:lnTo>
                  <a:close/>
                  <a:moveTo>
                    <a:pt x="2280" y="22212"/>
                  </a:moveTo>
                  <a:lnTo>
                    <a:pt x="2280" y="23681"/>
                  </a:lnTo>
                  <a:lnTo>
                    <a:pt x="795" y="23681"/>
                  </a:lnTo>
                  <a:lnTo>
                    <a:pt x="795" y="22212"/>
                  </a:lnTo>
                  <a:close/>
                  <a:moveTo>
                    <a:pt x="3840" y="22212"/>
                  </a:moveTo>
                  <a:lnTo>
                    <a:pt x="3840" y="23681"/>
                  </a:lnTo>
                  <a:lnTo>
                    <a:pt x="2370" y="23681"/>
                  </a:lnTo>
                  <a:lnTo>
                    <a:pt x="2370" y="22212"/>
                  </a:lnTo>
                  <a:close/>
                  <a:moveTo>
                    <a:pt x="5414" y="22212"/>
                  </a:moveTo>
                  <a:lnTo>
                    <a:pt x="5414" y="23681"/>
                  </a:lnTo>
                  <a:lnTo>
                    <a:pt x="3930" y="23681"/>
                  </a:lnTo>
                  <a:lnTo>
                    <a:pt x="3930" y="22212"/>
                  </a:lnTo>
                  <a:close/>
                  <a:moveTo>
                    <a:pt x="6974" y="22212"/>
                  </a:moveTo>
                  <a:lnTo>
                    <a:pt x="6974" y="23681"/>
                  </a:lnTo>
                  <a:lnTo>
                    <a:pt x="5490" y="23681"/>
                  </a:lnTo>
                  <a:lnTo>
                    <a:pt x="5490" y="22212"/>
                  </a:lnTo>
                  <a:close/>
                  <a:moveTo>
                    <a:pt x="8533" y="22212"/>
                  </a:moveTo>
                  <a:lnTo>
                    <a:pt x="8533" y="23681"/>
                  </a:lnTo>
                  <a:lnTo>
                    <a:pt x="7064" y="23681"/>
                  </a:lnTo>
                  <a:lnTo>
                    <a:pt x="7064" y="22212"/>
                  </a:lnTo>
                  <a:close/>
                  <a:moveTo>
                    <a:pt x="10109" y="22212"/>
                  </a:moveTo>
                  <a:lnTo>
                    <a:pt x="10109" y="23681"/>
                  </a:lnTo>
                  <a:lnTo>
                    <a:pt x="8623" y="23681"/>
                  </a:lnTo>
                  <a:lnTo>
                    <a:pt x="8623" y="22212"/>
                  </a:lnTo>
                  <a:close/>
                  <a:moveTo>
                    <a:pt x="11668" y="22212"/>
                  </a:moveTo>
                  <a:lnTo>
                    <a:pt x="11668" y="23681"/>
                  </a:lnTo>
                  <a:lnTo>
                    <a:pt x="10183" y="23681"/>
                  </a:lnTo>
                  <a:lnTo>
                    <a:pt x="10183" y="22212"/>
                  </a:lnTo>
                  <a:close/>
                  <a:moveTo>
                    <a:pt x="13228" y="22212"/>
                  </a:moveTo>
                  <a:lnTo>
                    <a:pt x="13228" y="23681"/>
                  </a:lnTo>
                  <a:lnTo>
                    <a:pt x="11758" y="23681"/>
                  </a:lnTo>
                  <a:lnTo>
                    <a:pt x="11758" y="22212"/>
                  </a:lnTo>
                  <a:close/>
                  <a:moveTo>
                    <a:pt x="14802" y="22212"/>
                  </a:moveTo>
                  <a:lnTo>
                    <a:pt x="14802" y="23681"/>
                  </a:lnTo>
                  <a:lnTo>
                    <a:pt x="13318" y="23681"/>
                  </a:lnTo>
                  <a:lnTo>
                    <a:pt x="13318" y="22212"/>
                  </a:lnTo>
                  <a:close/>
                  <a:moveTo>
                    <a:pt x="16362" y="22212"/>
                  </a:moveTo>
                  <a:lnTo>
                    <a:pt x="16362" y="23681"/>
                  </a:lnTo>
                  <a:lnTo>
                    <a:pt x="14878" y="23681"/>
                  </a:lnTo>
                  <a:lnTo>
                    <a:pt x="14878" y="22212"/>
                  </a:lnTo>
                  <a:close/>
                  <a:moveTo>
                    <a:pt x="17922" y="22212"/>
                  </a:moveTo>
                  <a:lnTo>
                    <a:pt x="17922" y="23681"/>
                  </a:lnTo>
                  <a:lnTo>
                    <a:pt x="16452" y="23681"/>
                  </a:lnTo>
                  <a:lnTo>
                    <a:pt x="16452" y="22212"/>
                  </a:lnTo>
                  <a:close/>
                  <a:moveTo>
                    <a:pt x="25750" y="22212"/>
                  </a:moveTo>
                  <a:lnTo>
                    <a:pt x="25750" y="23681"/>
                  </a:lnTo>
                  <a:lnTo>
                    <a:pt x="24266" y="23681"/>
                  </a:lnTo>
                  <a:lnTo>
                    <a:pt x="24266" y="22212"/>
                  </a:lnTo>
                  <a:close/>
                  <a:moveTo>
                    <a:pt x="6974" y="0"/>
                  </a:moveTo>
                  <a:lnTo>
                    <a:pt x="6974" y="210"/>
                  </a:lnTo>
                  <a:lnTo>
                    <a:pt x="5490" y="210"/>
                  </a:lnTo>
                  <a:lnTo>
                    <a:pt x="5490" y="46"/>
                  </a:lnTo>
                  <a:cubicBezTo>
                    <a:pt x="5460" y="60"/>
                    <a:pt x="5430" y="60"/>
                    <a:pt x="5414" y="76"/>
                  </a:cubicBezTo>
                  <a:lnTo>
                    <a:pt x="5414" y="210"/>
                  </a:lnTo>
                  <a:lnTo>
                    <a:pt x="5040" y="210"/>
                  </a:lnTo>
                  <a:cubicBezTo>
                    <a:pt x="4920" y="256"/>
                    <a:pt x="4800" y="286"/>
                    <a:pt x="4664" y="300"/>
                  </a:cubicBezTo>
                  <a:lnTo>
                    <a:pt x="5414" y="300"/>
                  </a:lnTo>
                  <a:lnTo>
                    <a:pt x="5414" y="1786"/>
                  </a:lnTo>
                  <a:lnTo>
                    <a:pt x="3930" y="1786"/>
                  </a:lnTo>
                  <a:lnTo>
                    <a:pt x="3930" y="300"/>
                  </a:lnTo>
                  <a:lnTo>
                    <a:pt x="4080" y="300"/>
                  </a:lnTo>
                  <a:cubicBezTo>
                    <a:pt x="3720" y="300"/>
                    <a:pt x="3360" y="270"/>
                    <a:pt x="2984" y="240"/>
                  </a:cubicBezTo>
                  <a:cubicBezTo>
                    <a:pt x="2850" y="240"/>
                    <a:pt x="2700" y="226"/>
                    <a:pt x="2565" y="226"/>
                  </a:cubicBezTo>
                  <a:cubicBezTo>
                    <a:pt x="2505" y="226"/>
                    <a:pt x="2430" y="210"/>
                    <a:pt x="2370" y="210"/>
                  </a:cubicBezTo>
                  <a:lnTo>
                    <a:pt x="2100" y="210"/>
                  </a:lnTo>
                  <a:cubicBezTo>
                    <a:pt x="2085" y="210"/>
                    <a:pt x="2055" y="226"/>
                    <a:pt x="2025" y="226"/>
                  </a:cubicBezTo>
                  <a:lnTo>
                    <a:pt x="1335" y="226"/>
                  </a:lnTo>
                  <a:cubicBezTo>
                    <a:pt x="1305" y="226"/>
                    <a:pt x="1290" y="210"/>
                    <a:pt x="1275" y="210"/>
                  </a:cubicBezTo>
                  <a:lnTo>
                    <a:pt x="795" y="210"/>
                  </a:lnTo>
                  <a:lnTo>
                    <a:pt x="795" y="180"/>
                  </a:lnTo>
                  <a:lnTo>
                    <a:pt x="705" y="180"/>
                  </a:lnTo>
                  <a:lnTo>
                    <a:pt x="705" y="210"/>
                  </a:lnTo>
                  <a:lnTo>
                    <a:pt x="241" y="210"/>
                  </a:lnTo>
                  <a:cubicBezTo>
                    <a:pt x="241" y="240"/>
                    <a:pt x="225" y="270"/>
                    <a:pt x="225" y="300"/>
                  </a:cubicBezTo>
                  <a:lnTo>
                    <a:pt x="705" y="300"/>
                  </a:lnTo>
                  <a:lnTo>
                    <a:pt x="705" y="1786"/>
                  </a:lnTo>
                  <a:lnTo>
                    <a:pt x="435" y="1786"/>
                  </a:lnTo>
                  <a:lnTo>
                    <a:pt x="435" y="1860"/>
                  </a:lnTo>
                  <a:lnTo>
                    <a:pt x="705" y="1860"/>
                  </a:lnTo>
                  <a:lnTo>
                    <a:pt x="705" y="3345"/>
                  </a:lnTo>
                  <a:lnTo>
                    <a:pt x="255" y="3345"/>
                  </a:lnTo>
                  <a:cubicBezTo>
                    <a:pt x="255" y="3375"/>
                    <a:pt x="255" y="3405"/>
                    <a:pt x="271" y="3435"/>
                  </a:cubicBezTo>
                  <a:lnTo>
                    <a:pt x="705" y="3435"/>
                  </a:lnTo>
                  <a:lnTo>
                    <a:pt x="705" y="4545"/>
                  </a:lnTo>
                  <a:cubicBezTo>
                    <a:pt x="735" y="4575"/>
                    <a:pt x="765" y="4589"/>
                    <a:pt x="795" y="4619"/>
                  </a:cubicBezTo>
                  <a:lnTo>
                    <a:pt x="795" y="3435"/>
                  </a:lnTo>
                  <a:lnTo>
                    <a:pt x="2280" y="3435"/>
                  </a:lnTo>
                  <a:lnTo>
                    <a:pt x="2280" y="4905"/>
                  </a:lnTo>
                  <a:lnTo>
                    <a:pt x="945" y="4905"/>
                  </a:lnTo>
                  <a:lnTo>
                    <a:pt x="945" y="4995"/>
                  </a:lnTo>
                  <a:lnTo>
                    <a:pt x="2280" y="4995"/>
                  </a:lnTo>
                  <a:lnTo>
                    <a:pt x="2280" y="6479"/>
                  </a:lnTo>
                  <a:lnTo>
                    <a:pt x="930" y="6479"/>
                  </a:lnTo>
                  <a:cubicBezTo>
                    <a:pt x="915" y="6509"/>
                    <a:pt x="885" y="6539"/>
                    <a:pt x="855" y="6555"/>
                  </a:cubicBezTo>
                  <a:lnTo>
                    <a:pt x="2280" y="6555"/>
                  </a:lnTo>
                  <a:lnTo>
                    <a:pt x="2280" y="8039"/>
                  </a:lnTo>
                  <a:lnTo>
                    <a:pt x="795" y="8039"/>
                  </a:lnTo>
                  <a:lnTo>
                    <a:pt x="795" y="6629"/>
                  </a:lnTo>
                  <a:lnTo>
                    <a:pt x="705" y="6719"/>
                  </a:lnTo>
                  <a:lnTo>
                    <a:pt x="705" y="8039"/>
                  </a:lnTo>
                  <a:lnTo>
                    <a:pt x="421" y="8039"/>
                  </a:lnTo>
                  <a:cubicBezTo>
                    <a:pt x="405" y="8069"/>
                    <a:pt x="405" y="8099"/>
                    <a:pt x="391" y="8129"/>
                  </a:cubicBezTo>
                  <a:lnTo>
                    <a:pt x="705" y="8129"/>
                  </a:lnTo>
                  <a:lnTo>
                    <a:pt x="705" y="9598"/>
                  </a:lnTo>
                  <a:lnTo>
                    <a:pt x="181" y="9598"/>
                  </a:lnTo>
                  <a:cubicBezTo>
                    <a:pt x="165" y="9628"/>
                    <a:pt x="165" y="9658"/>
                    <a:pt x="165" y="9688"/>
                  </a:cubicBezTo>
                  <a:lnTo>
                    <a:pt x="705" y="9688"/>
                  </a:lnTo>
                  <a:lnTo>
                    <a:pt x="705" y="11174"/>
                  </a:lnTo>
                  <a:lnTo>
                    <a:pt x="301" y="11174"/>
                  </a:lnTo>
                  <a:cubicBezTo>
                    <a:pt x="301" y="11188"/>
                    <a:pt x="315" y="11204"/>
                    <a:pt x="331" y="11218"/>
                  </a:cubicBezTo>
                  <a:cubicBezTo>
                    <a:pt x="331" y="11234"/>
                    <a:pt x="345" y="11248"/>
                    <a:pt x="345" y="11248"/>
                  </a:cubicBezTo>
                  <a:lnTo>
                    <a:pt x="705" y="11248"/>
                  </a:lnTo>
                  <a:lnTo>
                    <a:pt x="705" y="11728"/>
                  </a:lnTo>
                  <a:cubicBezTo>
                    <a:pt x="770" y="11873"/>
                    <a:pt x="790" y="12031"/>
                    <a:pt x="795" y="12192"/>
                  </a:cubicBezTo>
                  <a:lnTo>
                    <a:pt x="795" y="12192"/>
                  </a:lnTo>
                  <a:lnTo>
                    <a:pt x="795" y="11248"/>
                  </a:lnTo>
                  <a:lnTo>
                    <a:pt x="2280" y="11248"/>
                  </a:lnTo>
                  <a:lnTo>
                    <a:pt x="2280" y="12733"/>
                  </a:lnTo>
                  <a:lnTo>
                    <a:pt x="795" y="12733"/>
                  </a:lnTo>
                  <a:cubicBezTo>
                    <a:pt x="811" y="12763"/>
                    <a:pt x="811" y="12793"/>
                    <a:pt x="811" y="12823"/>
                  </a:cubicBezTo>
                  <a:lnTo>
                    <a:pt x="2280" y="12823"/>
                  </a:lnTo>
                  <a:lnTo>
                    <a:pt x="2280" y="14293"/>
                  </a:lnTo>
                  <a:lnTo>
                    <a:pt x="795" y="14293"/>
                  </a:lnTo>
                  <a:lnTo>
                    <a:pt x="795" y="14233"/>
                  </a:lnTo>
                  <a:cubicBezTo>
                    <a:pt x="751" y="14263"/>
                    <a:pt x="691" y="14308"/>
                    <a:pt x="631" y="14368"/>
                  </a:cubicBezTo>
                  <a:cubicBezTo>
                    <a:pt x="615" y="14368"/>
                    <a:pt x="615" y="14383"/>
                    <a:pt x="615" y="14383"/>
                  </a:cubicBezTo>
                  <a:lnTo>
                    <a:pt x="705" y="14383"/>
                  </a:lnTo>
                  <a:lnTo>
                    <a:pt x="705" y="15867"/>
                  </a:lnTo>
                  <a:lnTo>
                    <a:pt x="271" y="15867"/>
                  </a:lnTo>
                  <a:lnTo>
                    <a:pt x="271" y="15943"/>
                  </a:lnTo>
                  <a:lnTo>
                    <a:pt x="705" y="15943"/>
                  </a:lnTo>
                  <a:lnTo>
                    <a:pt x="705" y="17427"/>
                  </a:lnTo>
                  <a:lnTo>
                    <a:pt x="31" y="17427"/>
                  </a:lnTo>
                  <a:cubicBezTo>
                    <a:pt x="31" y="17457"/>
                    <a:pt x="15" y="17487"/>
                    <a:pt x="1" y="17517"/>
                  </a:cubicBezTo>
                  <a:lnTo>
                    <a:pt x="705" y="17517"/>
                  </a:lnTo>
                  <a:lnTo>
                    <a:pt x="705" y="18987"/>
                  </a:lnTo>
                  <a:lnTo>
                    <a:pt x="571" y="18987"/>
                  </a:lnTo>
                  <a:cubicBezTo>
                    <a:pt x="585" y="19017"/>
                    <a:pt x="585" y="19047"/>
                    <a:pt x="585" y="19077"/>
                  </a:cubicBezTo>
                  <a:lnTo>
                    <a:pt x="705" y="19077"/>
                  </a:lnTo>
                  <a:lnTo>
                    <a:pt x="705" y="19842"/>
                  </a:lnTo>
                  <a:lnTo>
                    <a:pt x="721" y="19856"/>
                  </a:lnTo>
                  <a:cubicBezTo>
                    <a:pt x="811" y="20096"/>
                    <a:pt x="781" y="20322"/>
                    <a:pt x="781" y="20576"/>
                  </a:cubicBezTo>
                  <a:cubicBezTo>
                    <a:pt x="781" y="20666"/>
                    <a:pt x="811" y="20906"/>
                    <a:pt x="781" y="20996"/>
                  </a:cubicBezTo>
                  <a:cubicBezTo>
                    <a:pt x="765" y="21072"/>
                    <a:pt x="751" y="21086"/>
                    <a:pt x="705" y="21102"/>
                  </a:cubicBezTo>
                  <a:lnTo>
                    <a:pt x="705" y="22122"/>
                  </a:lnTo>
                  <a:lnTo>
                    <a:pt x="165" y="22122"/>
                  </a:lnTo>
                  <a:cubicBezTo>
                    <a:pt x="165" y="22152"/>
                    <a:pt x="151" y="22182"/>
                    <a:pt x="151" y="22212"/>
                  </a:cubicBezTo>
                  <a:lnTo>
                    <a:pt x="705" y="22212"/>
                  </a:lnTo>
                  <a:lnTo>
                    <a:pt x="705" y="23681"/>
                  </a:lnTo>
                  <a:lnTo>
                    <a:pt x="91" y="23681"/>
                  </a:lnTo>
                  <a:lnTo>
                    <a:pt x="91" y="23771"/>
                  </a:lnTo>
                  <a:lnTo>
                    <a:pt x="705" y="23771"/>
                  </a:lnTo>
                  <a:lnTo>
                    <a:pt x="705" y="23966"/>
                  </a:lnTo>
                  <a:lnTo>
                    <a:pt x="795" y="23966"/>
                  </a:lnTo>
                  <a:lnTo>
                    <a:pt x="795" y="23771"/>
                  </a:lnTo>
                  <a:lnTo>
                    <a:pt x="2280" y="23771"/>
                  </a:lnTo>
                  <a:lnTo>
                    <a:pt x="2280" y="24041"/>
                  </a:lnTo>
                  <a:lnTo>
                    <a:pt x="2370" y="24041"/>
                  </a:lnTo>
                  <a:lnTo>
                    <a:pt x="2370" y="23771"/>
                  </a:lnTo>
                  <a:lnTo>
                    <a:pt x="3840" y="23771"/>
                  </a:lnTo>
                  <a:lnTo>
                    <a:pt x="3840" y="23951"/>
                  </a:lnTo>
                  <a:lnTo>
                    <a:pt x="3930" y="23951"/>
                  </a:lnTo>
                  <a:lnTo>
                    <a:pt x="3930" y="23771"/>
                  </a:lnTo>
                  <a:lnTo>
                    <a:pt x="5414" y="23771"/>
                  </a:lnTo>
                  <a:lnTo>
                    <a:pt x="5414" y="23876"/>
                  </a:lnTo>
                  <a:lnTo>
                    <a:pt x="5490" y="23876"/>
                  </a:lnTo>
                  <a:lnTo>
                    <a:pt x="5490" y="23771"/>
                  </a:lnTo>
                  <a:lnTo>
                    <a:pt x="6974" y="23771"/>
                  </a:lnTo>
                  <a:lnTo>
                    <a:pt x="6974" y="23831"/>
                  </a:lnTo>
                  <a:lnTo>
                    <a:pt x="7064" y="23876"/>
                  </a:lnTo>
                  <a:lnTo>
                    <a:pt x="7064" y="23771"/>
                  </a:lnTo>
                  <a:lnTo>
                    <a:pt x="8533" y="23771"/>
                  </a:lnTo>
                  <a:lnTo>
                    <a:pt x="8533" y="23876"/>
                  </a:lnTo>
                  <a:lnTo>
                    <a:pt x="8623" y="23876"/>
                  </a:lnTo>
                  <a:lnTo>
                    <a:pt x="8623" y="23771"/>
                  </a:lnTo>
                  <a:lnTo>
                    <a:pt x="10109" y="23771"/>
                  </a:lnTo>
                  <a:lnTo>
                    <a:pt x="10109" y="23966"/>
                  </a:lnTo>
                  <a:lnTo>
                    <a:pt x="10183" y="23966"/>
                  </a:lnTo>
                  <a:lnTo>
                    <a:pt x="10183" y="23771"/>
                  </a:lnTo>
                  <a:lnTo>
                    <a:pt x="11668" y="23771"/>
                  </a:lnTo>
                  <a:lnTo>
                    <a:pt x="11668" y="23966"/>
                  </a:lnTo>
                  <a:lnTo>
                    <a:pt x="11758" y="23966"/>
                  </a:lnTo>
                  <a:lnTo>
                    <a:pt x="11758" y="23771"/>
                  </a:lnTo>
                  <a:lnTo>
                    <a:pt x="12328" y="23771"/>
                  </a:lnTo>
                  <a:cubicBezTo>
                    <a:pt x="12543" y="23702"/>
                    <a:pt x="12774" y="23688"/>
                    <a:pt x="13007" y="23688"/>
                  </a:cubicBezTo>
                  <a:cubicBezTo>
                    <a:pt x="13181" y="23688"/>
                    <a:pt x="13356" y="23696"/>
                    <a:pt x="13528" y="23696"/>
                  </a:cubicBezTo>
                  <a:cubicBezTo>
                    <a:pt x="13558" y="23726"/>
                    <a:pt x="13588" y="23756"/>
                    <a:pt x="13632" y="23771"/>
                  </a:cubicBezTo>
                  <a:lnTo>
                    <a:pt x="14802" y="23771"/>
                  </a:lnTo>
                  <a:lnTo>
                    <a:pt x="14802" y="23996"/>
                  </a:lnTo>
                  <a:lnTo>
                    <a:pt x="14878" y="23996"/>
                  </a:lnTo>
                  <a:lnTo>
                    <a:pt x="14878" y="23771"/>
                  </a:lnTo>
                  <a:lnTo>
                    <a:pt x="16362" y="23771"/>
                  </a:lnTo>
                  <a:lnTo>
                    <a:pt x="16362" y="23951"/>
                  </a:lnTo>
                  <a:cubicBezTo>
                    <a:pt x="16392" y="23936"/>
                    <a:pt x="16422" y="23936"/>
                    <a:pt x="16452" y="23921"/>
                  </a:cubicBezTo>
                  <a:lnTo>
                    <a:pt x="16452" y="23771"/>
                  </a:lnTo>
                  <a:lnTo>
                    <a:pt x="17922" y="23771"/>
                  </a:lnTo>
                  <a:lnTo>
                    <a:pt x="17922" y="23786"/>
                  </a:lnTo>
                  <a:lnTo>
                    <a:pt x="18012" y="23786"/>
                  </a:lnTo>
                  <a:lnTo>
                    <a:pt x="18012" y="23771"/>
                  </a:lnTo>
                  <a:lnTo>
                    <a:pt x="18192" y="23771"/>
                  </a:lnTo>
                  <a:cubicBezTo>
                    <a:pt x="18551" y="23756"/>
                    <a:pt x="18911" y="23711"/>
                    <a:pt x="19271" y="23681"/>
                  </a:cubicBezTo>
                  <a:lnTo>
                    <a:pt x="18012" y="23681"/>
                  </a:lnTo>
                  <a:lnTo>
                    <a:pt x="18012" y="22212"/>
                  </a:lnTo>
                  <a:lnTo>
                    <a:pt x="19497" y="22212"/>
                  </a:lnTo>
                  <a:lnTo>
                    <a:pt x="19497" y="23666"/>
                  </a:lnTo>
                  <a:lnTo>
                    <a:pt x="19571" y="23666"/>
                  </a:lnTo>
                  <a:lnTo>
                    <a:pt x="19571" y="22212"/>
                  </a:lnTo>
                  <a:lnTo>
                    <a:pt x="21057" y="22212"/>
                  </a:lnTo>
                  <a:lnTo>
                    <a:pt x="21057" y="23576"/>
                  </a:lnTo>
                  <a:lnTo>
                    <a:pt x="21147" y="23576"/>
                  </a:lnTo>
                  <a:lnTo>
                    <a:pt x="21147" y="22212"/>
                  </a:lnTo>
                  <a:lnTo>
                    <a:pt x="22616" y="22212"/>
                  </a:lnTo>
                  <a:lnTo>
                    <a:pt x="22616" y="23681"/>
                  </a:lnTo>
                  <a:lnTo>
                    <a:pt x="22331" y="23681"/>
                  </a:lnTo>
                  <a:cubicBezTo>
                    <a:pt x="22526" y="23726"/>
                    <a:pt x="22721" y="23726"/>
                    <a:pt x="22916" y="23771"/>
                  </a:cubicBezTo>
                  <a:lnTo>
                    <a:pt x="23576" y="23771"/>
                  </a:lnTo>
                  <a:lnTo>
                    <a:pt x="23936" y="23681"/>
                  </a:lnTo>
                  <a:lnTo>
                    <a:pt x="22706" y="23681"/>
                  </a:lnTo>
                  <a:lnTo>
                    <a:pt x="22706" y="22212"/>
                  </a:lnTo>
                  <a:lnTo>
                    <a:pt x="24190" y="22212"/>
                  </a:lnTo>
                  <a:lnTo>
                    <a:pt x="24190" y="23681"/>
                  </a:lnTo>
                  <a:lnTo>
                    <a:pt x="23936" y="23681"/>
                  </a:lnTo>
                  <a:cubicBezTo>
                    <a:pt x="24010" y="23711"/>
                    <a:pt x="24086" y="23741"/>
                    <a:pt x="24176" y="23756"/>
                  </a:cubicBezTo>
                  <a:cubicBezTo>
                    <a:pt x="24206" y="23771"/>
                    <a:pt x="24236" y="23771"/>
                    <a:pt x="24280" y="23771"/>
                  </a:cubicBezTo>
                  <a:lnTo>
                    <a:pt x="25750" y="23771"/>
                  </a:lnTo>
                  <a:lnTo>
                    <a:pt x="25750" y="24101"/>
                  </a:lnTo>
                  <a:cubicBezTo>
                    <a:pt x="25780" y="24101"/>
                    <a:pt x="25810" y="24116"/>
                    <a:pt x="25840" y="24116"/>
                  </a:cubicBezTo>
                  <a:lnTo>
                    <a:pt x="25840" y="23771"/>
                  </a:lnTo>
                  <a:lnTo>
                    <a:pt x="27130" y="23771"/>
                  </a:lnTo>
                  <a:lnTo>
                    <a:pt x="27130" y="23681"/>
                  </a:lnTo>
                  <a:lnTo>
                    <a:pt x="25840" y="23681"/>
                  </a:lnTo>
                  <a:lnTo>
                    <a:pt x="25840" y="22212"/>
                  </a:lnTo>
                  <a:lnTo>
                    <a:pt x="27025" y="22212"/>
                  </a:lnTo>
                  <a:lnTo>
                    <a:pt x="27025" y="22182"/>
                  </a:lnTo>
                  <a:lnTo>
                    <a:pt x="27025" y="22122"/>
                  </a:lnTo>
                  <a:lnTo>
                    <a:pt x="25840" y="22122"/>
                  </a:lnTo>
                  <a:lnTo>
                    <a:pt x="25840" y="20636"/>
                  </a:lnTo>
                  <a:lnTo>
                    <a:pt x="26995" y="20636"/>
                  </a:lnTo>
                  <a:cubicBezTo>
                    <a:pt x="26980" y="20622"/>
                    <a:pt x="26965" y="20592"/>
                    <a:pt x="26950" y="20562"/>
                  </a:cubicBezTo>
                  <a:lnTo>
                    <a:pt x="25840" y="20562"/>
                  </a:lnTo>
                  <a:lnTo>
                    <a:pt x="25840" y="19077"/>
                  </a:lnTo>
                  <a:lnTo>
                    <a:pt x="26965" y="19077"/>
                  </a:lnTo>
                  <a:cubicBezTo>
                    <a:pt x="26965" y="19047"/>
                    <a:pt x="26950" y="19017"/>
                    <a:pt x="26950" y="18987"/>
                  </a:cubicBezTo>
                  <a:lnTo>
                    <a:pt x="25840" y="18987"/>
                  </a:lnTo>
                  <a:lnTo>
                    <a:pt x="25840" y="17517"/>
                  </a:lnTo>
                  <a:lnTo>
                    <a:pt x="26680" y="17517"/>
                  </a:lnTo>
                  <a:cubicBezTo>
                    <a:pt x="26680" y="17487"/>
                    <a:pt x="26665" y="17457"/>
                    <a:pt x="26665" y="17427"/>
                  </a:cubicBezTo>
                  <a:lnTo>
                    <a:pt x="25840" y="17427"/>
                  </a:lnTo>
                  <a:lnTo>
                    <a:pt x="25840" y="15943"/>
                  </a:lnTo>
                  <a:lnTo>
                    <a:pt x="26710" y="15943"/>
                  </a:lnTo>
                  <a:cubicBezTo>
                    <a:pt x="26725" y="15913"/>
                    <a:pt x="26725" y="15897"/>
                    <a:pt x="26740" y="15867"/>
                  </a:cubicBezTo>
                  <a:lnTo>
                    <a:pt x="25840" y="15867"/>
                  </a:lnTo>
                  <a:lnTo>
                    <a:pt x="25840" y="14383"/>
                  </a:lnTo>
                  <a:lnTo>
                    <a:pt x="27310" y="14383"/>
                  </a:lnTo>
                  <a:lnTo>
                    <a:pt x="27310" y="14623"/>
                  </a:lnTo>
                  <a:lnTo>
                    <a:pt x="27400" y="14398"/>
                  </a:lnTo>
                  <a:lnTo>
                    <a:pt x="27400" y="14383"/>
                  </a:lnTo>
                  <a:cubicBezTo>
                    <a:pt x="27415" y="14353"/>
                    <a:pt x="27415" y="14323"/>
                    <a:pt x="27430" y="14293"/>
                  </a:cubicBezTo>
                  <a:lnTo>
                    <a:pt x="27400" y="14293"/>
                  </a:lnTo>
                  <a:lnTo>
                    <a:pt x="27400" y="13423"/>
                  </a:lnTo>
                  <a:cubicBezTo>
                    <a:pt x="27370" y="13243"/>
                    <a:pt x="27355" y="13063"/>
                    <a:pt x="27310" y="12868"/>
                  </a:cubicBezTo>
                  <a:lnTo>
                    <a:pt x="27310" y="14293"/>
                  </a:lnTo>
                  <a:lnTo>
                    <a:pt x="25840" y="14293"/>
                  </a:lnTo>
                  <a:lnTo>
                    <a:pt x="25840" y="12823"/>
                  </a:lnTo>
                  <a:lnTo>
                    <a:pt x="27310" y="12823"/>
                  </a:lnTo>
                  <a:cubicBezTo>
                    <a:pt x="27295" y="12808"/>
                    <a:pt x="27295" y="12793"/>
                    <a:pt x="27295" y="12778"/>
                  </a:cubicBezTo>
                  <a:cubicBezTo>
                    <a:pt x="27295" y="12763"/>
                    <a:pt x="27295" y="12748"/>
                    <a:pt x="27280" y="12733"/>
                  </a:cubicBezTo>
                  <a:lnTo>
                    <a:pt x="25840" y="12733"/>
                  </a:lnTo>
                  <a:lnTo>
                    <a:pt x="25840" y="11248"/>
                  </a:lnTo>
                  <a:lnTo>
                    <a:pt x="27010" y="11248"/>
                  </a:lnTo>
                  <a:cubicBezTo>
                    <a:pt x="27010" y="11218"/>
                    <a:pt x="26995" y="11204"/>
                    <a:pt x="26995" y="11174"/>
                  </a:cubicBezTo>
                  <a:lnTo>
                    <a:pt x="25840" y="11174"/>
                  </a:lnTo>
                  <a:lnTo>
                    <a:pt x="25840" y="9688"/>
                  </a:lnTo>
                  <a:lnTo>
                    <a:pt x="26875" y="9688"/>
                  </a:lnTo>
                  <a:cubicBezTo>
                    <a:pt x="26875" y="9658"/>
                    <a:pt x="26875" y="9628"/>
                    <a:pt x="26860" y="9598"/>
                  </a:cubicBezTo>
                  <a:lnTo>
                    <a:pt x="25840" y="9598"/>
                  </a:lnTo>
                  <a:lnTo>
                    <a:pt x="25840" y="8129"/>
                  </a:lnTo>
                  <a:lnTo>
                    <a:pt x="26770" y="8129"/>
                  </a:lnTo>
                  <a:cubicBezTo>
                    <a:pt x="26770" y="8099"/>
                    <a:pt x="26770" y="8069"/>
                    <a:pt x="26755" y="8039"/>
                  </a:cubicBezTo>
                  <a:lnTo>
                    <a:pt x="25840" y="8039"/>
                  </a:lnTo>
                  <a:lnTo>
                    <a:pt x="25840" y="6555"/>
                  </a:lnTo>
                  <a:lnTo>
                    <a:pt x="26965" y="6555"/>
                  </a:lnTo>
                  <a:cubicBezTo>
                    <a:pt x="26980" y="6525"/>
                    <a:pt x="26980" y="6509"/>
                    <a:pt x="26995" y="6479"/>
                  </a:cubicBezTo>
                  <a:lnTo>
                    <a:pt x="25840" y="6479"/>
                  </a:lnTo>
                  <a:lnTo>
                    <a:pt x="25840" y="4995"/>
                  </a:lnTo>
                  <a:lnTo>
                    <a:pt x="27310" y="4995"/>
                  </a:lnTo>
                  <a:lnTo>
                    <a:pt x="27310" y="4905"/>
                  </a:lnTo>
                  <a:lnTo>
                    <a:pt x="25840" y="4905"/>
                  </a:lnTo>
                  <a:lnTo>
                    <a:pt x="25840" y="3435"/>
                  </a:lnTo>
                  <a:lnTo>
                    <a:pt x="27310" y="3435"/>
                  </a:lnTo>
                  <a:lnTo>
                    <a:pt x="27310" y="3480"/>
                  </a:lnTo>
                  <a:cubicBezTo>
                    <a:pt x="27340" y="3105"/>
                    <a:pt x="27385" y="2730"/>
                    <a:pt x="27400" y="2355"/>
                  </a:cubicBezTo>
                  <a:cubicBezTo>
                    <a:pt x="27400" y="2026"/>
                    <a:pt x="27340" y="1696"/>
                    <a:pt x="27310" y="1366"/>
                  </a:cubicBezTo>
                  <a:lnTo>
                    <a:pt x="27310" y="1786"/>
                  </a:lnTo>
                  <a:lnTo>
                    <a:pt x="25840" y="1786"/>
                  </a:lnTo>
                  <a:lnTo>
                    <a:pt x="25840" y="300"/>
                  </a:lnTo>
                  <a:lnTo>
                    <a:pt x="27235" y="300"/>
                  </a:lnTo>
                  <a:cubicBezTo>
                    <a:pt x="27235" y="270"/>
                    <a:pt x="27235" y="240"/>
                    <a:pt x="27220" y="210"/>
                  </a:cubicBezTo>
                  <a:lnTo>
                    <a:pt x="27055" y="210"/>
                  </a:lnTo>
                  <a:cubicBezTo>
                    <a:pt x="27055" y="226"/>
                    <a:pt x="27040" y="226"/>
                    <a:pt x="27040" y="226"/>
                  </a:cubicBezTo>
                  <a:cubicBezTo>
                    <a:pt x="27040" y="210"/>
                    <a:pt x="27040" y="210"/>
                    <a:pt x="27025" y="210"/>
                  </a:cubicBezTo>
                  <a:lnTo>
                    <a:pt x="25840" y="210"/>
                  </a:lnTo>
                  <a:lnTo>
                    <a:pt x="25840" y="166"/>
                  </a:lnTo>
                  <a:lnTo>
                    <a:pt x="25750" y="166"/>
                  </a:lnTo>
                  <a:lnTo>
                    <a:pt x="25750" y="210"/>
                  </a:lnTo>
                  <a:lnTo>
                    <a:pt x="23111" y="210"/>
                  </a:lnTo>
                  <a:cubicBezTo>
                    <a:pt x="22946" y="226"/>
                    <a:pt x="22781" y="270"/>
                    <a:pt x="22616" y="300"/>
                  </a:cubicBezTo>
                  <a:lnTo>
                    <a:pt x="22616" y="1786"/>
                  </a:lnTo>
                  <a:lnTo>
                    <a:pt x="21147" y="1786"/>
                  </a:lnTo>
                  <a:lnTo>
                    <a:pt x="21147" y="406"/>
                  </a:lnTo>
                  <a:cubicBezTo>
                    <a:pt x="21117" y="406"/>
                    <a:pt x="21087" y="406"/>
                    <a:pt x="21057" y="390"/>
                  </a:cubicBezTo>
                  <a:lnTo>
                    <a:pt x="21057" y="1786"/>
                  </a:lnTo>
                  <a:lnTo>
                    <a:pt x="19571" y="1786"/>
                  </a:lnTo>
                  <a:lnTo>
                    <a:pt x="19571" y="450"/>
                  </a:lnTo>
                  <a:cubicBezTo>
                    <a:pt x="19541" y="466"/>
                    <a:pt x="19511" y="466"/>
                    <a:pt x="19497" y="466"/>
                  </a:cubicBezTo>
                  <a:lnTo>
                    <a:pt x="19497" y="1786"/>
                  </a:lnTo>
                  <a:lnTo>
                    <a:pt x="18012" y="1786"/>
                  </a:lnTo>
                  <a:lnTo>
                    <a:pt x="18012" y="300"/>
                  </a:lnTo>
                  <a:lnTo>
                    <a:pt x="18627" y="300"/>
                  </a:lnTo>
                  <a:cubicBezTo>
                    <a:pt x="18567" y="270"/>
                    <a:pt x="18551" y="240"/>
                    <a:pt x="18507" y="210"/>
                  </a:cubicBezTo>
                  <a:lnTo>
                    <a:pt x="18237" y="210"/>
                  </a:lnTo>
                  <a:cubicBezTo>
                    <a:pt x="18117" y="240"/>
                    <a:pt x="18012" y="286"/>
                    <a:pt x="17922" y="316"/>
                  </a:cubicBezTo>
                  <a:lnTo>
                    <a:pt x="17922" y="1786"/>
                  </a:lnTo>
                  <a:lnTo>
                    <a:pt x="16452" y="1786"/>
                  </a:lnTo>
                  <a:lnTo>
                    <a:pt x="16452" y="480"/>
                  </a:lnTo>
                  <a:lnTo>
                    <a:pt x="16362" y="480"/>
                  </a:lnTo>
                  <a:lnTo>
                    <a:pt x="16362" y="1786"/>
                  </a:lnTo>
                  <a:lnTo>
                    <a:pt x="14878" y="1786"/>
                  </a:lnTo>
                  <a:lnTo>
                    <a:pt x="14878" y="300"/>
                  </a:lnTo>
                  <a:lnTo>
                    <a:pt x="15042" y="300"/>
                  </a:lnTo>
                  <a:cubicBezTo>
                    <a:pt x="14998" y="300"/>
                    <a:pt x="14938" y="286"/>
                    <a:pt x="14862" y="286"/>
                  </a:cubicBezTo>
                  <a:cubicBezTo>
                    <a:pt x="14518" y="286"/>
                    <a:pt x="14158" y="300"/>
                    <a:pt x="13812" y="300"/>
                  </a:cubicBezTo>
                  <a:lnTo>
                    <a:pt x="14802" y="300"/>
                  </a:lnTo>
                  <a:lnTo>
                    <a:pt x="14802" y="1786"/>
                  </a:lnTo>
                  <a:lnTo>
                    <a:pt x="13318" y="1786"/>
                  </a:lnTo>
                  <a:lnTo>
                    <a:pt x="13318" y="300"/>
                  </a:lnTo>
                  <a:lnTo>
                    <a:pt x="13812" y="300"/>
                  </a:lnTo>
                  <a:cubicBezTo>
                    <a:pt x="13662" y="300"/>
                    <a:pt x="13528" y="300"/>
                    <a:pt x="13392" y="270"/>
                  </a:cubicBezTo>
                  <a:cubicBezTo>
                    <a:pt x="13332" y="256"/>
                    <a:pt x="13272" y="226"/>
                    <a:pt x="13228" y="196"/>
                  </a:cubicBezTo>
                  <a:lnTo>
                    <a:pt x="13228" y="210"/>
                  </a:lnTo>
                  <a:lnTo>
                    <a:pt x="12298" y="210"/>
                  </a:lnTo>
                  <a:cubicBezTo>
                    <a:pt x="12283" y="240"/>
                    <a:pt x="12223" y="256"/>
                    <a:pt x="12223" y="270"/>
                  </a:cubicBezTo>
                  <a:cubicBezTo>
                    <a:pt x="12103" y="286"/>
                    <a:pt x="11773" y="286"/>
                    <a:pt x="11383" y="300"/>
                  </a:cubicBezTo>
                  <a:lnTo>
                    <a:pt x="11668" y="300"/>
                  </a:lnTo>
                  <a:lnTo>
                    <a:pt x="11668" y="1786"/>
                  </a:lnTo>
                  <a:lnTo>
                    <a:pt x="10183" y="1786"/>
                  </a:lnTo>
                  <a:lnTo>
                    <a:pt x="10183" y="406"/>
                  </a:lnTo>
                  <a:cubicBezTo>
                    <a:pt x="10153" y="406"/>
                    <a:pt x="10123" y="406"/>
                    <a:pt x="10109" y="420"/>
                  </a:cubicBezTo>
                  <a:lnTo>
                    <a:pt x="10109" y="1786"/>
                  </a:lnTo>
                  <a:lnTo>
                    <a:pt x="8623" y="1786"/>
                  </a:lnTo>
                  <a:lnTo>
                    <a:pt x="8623" y="390"/>
                  </a:lnTo>
                  <a:cubicBezTo>
                    <a:pt x="8593" y="376"/>
                    <a:pt x="8563" y="376"/>
                    <a:pt x="8533" y="376"/>
                  </a:cubicBezTo>
                  <a:lnTo>
                    <a:pt x="8533" y="1786"/>
                  </a:lnTo>
                  <a:lnTo>
                    <a:pt x="7064" y="1786"/>
                  </a:lnTo>
                  <a:lnTo>
                    <a:pt x="7064" y="300"/>
                  </a:lnTo>
                  <a:lnTo>
                    <a:pt x="8263" y="300"/>
                  </a:lnTo>
                  <a:cubicBezTo>
                    <a:pt x="8143" y="270"/>
                    <a:pt x="8039" y="240"/>
                    <a:pt x="7934" y="210"/>
                  </a:cubicBezTo>
                  <a:lnTo>
                    <a:pt x="7064" y="210"/>
                  </a:lnTo>
                  <a:lnTo>
                    <a:pt x="7064" y="16"/>
                  </a:lnTo>
                  <a:cubicBezTo>
                    <a:pt x="7034" y="16"/>
                    <a:pt x="7004" y="16"/>
                    <a:pt x="69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24"/>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539" name="Google Shape;539;p24"/>
          <p:cNvSpPr/>
          <p:nvPr/>
        </p:nvSpPr>
        <p:spPr>
          <a:xfrm>
            <a:off x="5240264" y="2013867"/>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5240264" y="3537202"/>
            <a:ext cx="609600" cy="609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5240275" y="1252200"/>
            <a:ext cx="609600" cy="609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5241225" y="2775535"/>
            <a:ext cx="609600" cy="609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 name="Google Shape;543;p24"/>
          <p:cNvGrpSpPr/>
          <p:nvPr/>
        </p:nvGrpSpPr>
        <p:grpSpPr>
          <a:xfrm>
            <a:off x="5446109" y="2958349"/>
            <a:ext cx="200155" cy="243996"/>
            <a:chOff x="3907325" y="2620775"/>
            <a:chExt cx="395250" cy="481825"/>
          </a:xfrm>
        </p:grpSpPr>
        <p:sp>
          <p:nvSpPr>
            <p:cNvPr id="544" name="Google Shape;544;p24"/>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 name="Google Shape;545;p24"/>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 name="Google Shape;546;p24"/>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7" name="Google Shape;547;p24"/>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8" name="Google Shape;548;p24"/>
          <p:cNvGrpSpPr/>
          <p:nvPr/>
        </p:nvGrpSpPr>
        <p:grpSpPr>
          <a:xfrm>
            <a:off x="5415922" y="3730168"/>
            <a:ext cx="255505" cy="224003"/>
            <a:chOff x="-46042675" y="3218600"/>
            <a:chExt cx="300100" cy="263100"/>
          </a:xfrm>
        </p:grpSpPr>
        <p:sp>
          <p:nvSpPr>
            <p:cNvPr id="549" name="Google Shape;549;p24"/>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4"/>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4"/>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 name="Google Shape;555;p24"/>
          <p:cNvGrpSpPr/>
          <p:nvPr/>
        </p:nvGrpSpPr>
        <p:grpSpPr>
          <a:xfrm>
            <a:off x="5426844" y="2179957"/>
            <a:ext cx="291649" cy="277409"/>
            <a:chOff x="-6690625" y="3631325"/>
            <a:chExt cx="307225" cy="292225"/>
          </a:xfrm>
        </p:grpSpPr>
        <p:sp>
          <p:nvSpPr>
            <p:cNvPr id="556" name="Google Shape;556;p24"/>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4"/>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4"/>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4"/>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4"/>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 name="Google Shape;561;p24"/>
          <p:cNvGrpSpPr/>
          <p:nvPr/>
        </p:nvGrpSpPr>
        <p:grpSpPr>
          <a:xfrm>
            <a:off x="5422736" y="1435023"/>
            <a:ext cx="244946" cy="244009"/>
            <a:chOff x="2085450" y="842250"/>
            <a:chExt cx="483700" cy="481850"/>
          </a:xfrm>
        </p:grpSpPr>
        <p:sp>
          <p:nvSpPr>
            <p:cNvPr id="562" name="Google Shape;562;p24"/>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 name="Google Shape;563;p24"/>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 name="Google Shape;564;p24"/>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65" name="Google Shape;565;p24"/>
          <p:cNvSpPr txBox="1"/>
          <p:nvPr/>
        </p:nvSpPr>
        <p:spPr>
          <a:xfrm>
            <a:off x="909200" y="2095350"/>
            <a:ext cx="1672800" cy="95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400">
                <a:solidFill>
                  <a:schemeClr val="dk1"/>
                </a:solidFill>
                <a:latin typeface="Bellefair"/>
                <a:ea typeface="Bellefair"/>
                <a:cs typeface="Bellefair"/>
                <a:sym typeface="Bellefair"/>
              </a:rPr>
              <a:t>How do we do it?</a:t>
            </a:r>
            <a:endParaRPr sz="2400">
              <a:solidFill>
                <a:schemeClr val="dk1"/>
              </a:solidFill>
              <a:latin typeface="Bellefair"/>
              <a:ea typeface="Bellefair"/>
              <a:cs typeface="Bellefair"/>
              <a:sym typeface="Bellefair"/>
            </a:endParaRPr>
          </a:p>
        </p:txBody>
      </p:sp>
      <p:grpSp>
        <p:nvGrpSpPr>
          <p:cNvPr id="566" name="Google Shape;566;p24"/>
          <p:cNvGrpSpPr/>
          <p:nvPr/>
        </p:nvGrpSpPr>
        <p:grpSpPr>
          <a:xfrm>
            <a:off x="2774843" y="1321071"/>
            <a:ext cx="1711500" cy="965997"/>
            <a:chOff x="2776356" y="1321071"/>
            <a:chExt cx="1711500" cy="965997"/>
          </a:xfrm>
        </p:grpSpPr>
        <p:sp>
          <p:nvSpPr>
            <p:cNvPr id="567" name="Google Shape;567;p24"/>
            <p:cNvSpPr txBox="1"/>
            <p:nvPr/>
          </p:nvSpPr>
          <p:spPr>
            <a:xfrm flipH="1">
              <a:off x="2776356" y="1796568"/>
              <a:ext cx="1711500" cy="49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smallest planet </a:t>
              </a:r>
              <a:endParaRPr>
                <a:solidFill>
                  <a:srgbClr val="9C786B"/>
                </a:solidFill>
                <a:latin typeface="Bellota Text"/>
                <a:ea typeface="Bellota Text"/>
                <a:cs typeface="Bellota Text"/>
                <a:sym typeface="Bellota Text"/>
              </a:endParaRPr>
            </a:p>
          </p:txBody>
        </p:sp>
        <p:sp>
          <p:nvSpPr>
            <p:cNvPr id="568" name="Google Shape;568;p24"/>
            <p:cNvSpPr txBox="1"/>
            <p:nvPr/>
          </p:nvSpPr>
          <p:spPr>
            <a:xfrm flipH="1">
              <a:off x="2776356" y="1321071"/>
              <a:ext cx="1711500" cy="475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2400">
                  <a:solidFill>
                    <a:srgbClr val="9C786B"/>
                  </a:solidFill>
                  <a:latin typeface="Bellefair"/>
                  <a:ea typeface="Bellefair"/>
                  <a:cs typeface="Bellefair"/>
                  <a:sym typeface="Bellefair"/>
                </a:rPr>
                <a:t>Dynamic</a:t>
              </a:r>
              <a:endParaRPr sz="2400">
                <a:solidFill>
                  <a:srgbClr val="9C786B"/>
                </a:solidFill>
                <a:latin typeface="Bellefair"/>
                <a:ea typeface="Bellefair"/>
                <a:cs typeface="Bellefair"/>
                <a:sym typeface="Bellefair"/>
              </a:endParaRPr>
            </a:p>
          </p:txBody>
        </p:sp>
      </p:grpSp>
      <p:cxnSp>
        <p:nvCxnSpPr>
          <p:cNvPr id="569" name="Google Shape;569;p24"/>
          <p:cNvCxnSpPr>
            <a:stCxn id="541" idx="2"/>
            <a:endCxn id="568" idx="1"/>
          </p:cNvCxnSpPr>
          <p:nvPr/>
        </p:nvCxnSpPr>
        <p:spPr>
          <a:xfrm flipH="1">
            <a:off x="4486375" y="1557000"/>
            <a:ext cx="753900" cy="1800"/>
          </a:xfrm>
          <a:prstGeom prst="straightConnector1">
            <a:avLst/>
          </a:prstGeom>
          <a:noFill/>
          <a:ln cap="flat" cmpd="sng" w="19050">
            <a:solidFill>
              <a:schemeClr val="dk1"/>
            </a:solidFill>
            <a:prstDash val="solid"/>
            <a:round/>
            <a:headEnd len="med" w="med" type="none"/>
            <a:tailEnd len="med" w="med" type="oval"/>
          </a:ln>
        </p:spPr>
      </p:cxnSp>
      <p:grpSp>
        <p:nvGrpSpPr>
          <p:cNvPr id="570" name="Google Shape;570;p24"/>
          <p:cNvGrpSpPr/>
          <p:nvPr/>
        </p:nvGrpSpPr>
        <p:grpSpPr>
          <a:xfrm>
            <a:off x="6601019" y="2081674"/>
            <a:ext cx="1711500" cy="965997"/>
            <a:chOff x="6602531" y="2082705"/>
            <a:chExt cx="1711500" cy="965997"/>
          </a:xfrm>
        </p:grpSpPr>
        <p:sp>
          <p:nvSpPr>
            <p:cNvPr id="571" name="Google Shape;571;p24"/>
            <p:cNvSpPr txBox="1"/>
            <p:nvPr/>
          </p:nvSpPr>
          <p:spPr>
            <a:xfrm>
              <a:off x="6602531" y="2558201"/>
              <a:ext cx="1711500" cy="49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Mars is full of iron oxide dust</a:t>
              </a:r>
              <a:endParaRPr>
                <a:solidFill>
                  <a:srgbClr val="9C786B"/>
                </a:solidFill>
                <a:latin typeface="Bellota Text"/>
                <a:ea typeface="Bellota Text"/>
                <a:cs typeface="Bellota Text"/>
                <a:sym typeface="Bellota Text"/>
              </a:endParaRPr>
            </a:p>
          </p:txBody>
        </p:sp>
        <p:sp>
          <p:nvSpPr>
            <p:cNvPr id="572" name="Google Shape;572;p24"/>
            <p:cNvSpPr txBox="1"/>
            <p:nvPr/>
          </p:nvSpPr>
          <p:spPr>
            <a:xfrm>
              <a:off x="6602531" y="2082705"/>
              <a:ext cx="1711500" cy="475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400">
                  <a:solidFill>
                    <a:srgbClr val="9C786B"/>
                  </a:solidFill>
                  <a:latin typeface="Bellefair"/>
                  <a:ea typeface="Bellefair"/>
                  <a:cs typeface="Bellefair"/>
                  <a:sym typeface="Bellefair"/>
                </a:rPr>
                <a:t>Static</a:t>
              </a:r>
              <a:endParaRPr sz="2400">
                <a:solidFill>
                  <a:srgbClr val="9C786B"/>
                </a:solidFill>
                <a:latin typeface="Bellefair"/>
                <a:ea typeface="Bellefair"/>
                <a:cs typeface="Bellefair"/>
                <a:sym typeface="Bellefair"/>
              </a:endParaRPr>
            </a:p>
          </p:txBody>
        </p:sp>
      </p:grpSp>
      <p:cxnSp>
        <p:nvCxnSpPr>
          <p:cNvPr id="573" name="Google Shape;573;p24"/>
          <p:cNvCxnSpPr>
            <a:stCxn id="539" idx="6"/>
            <a:endCxn id="572" idx="1"/>
          </p:cNvCxnSpPr>
          <p:nvPr/>
        </p:nvCxnSpPr>
        <p:spPr>
          <a:xfrm>
            <a:off x="5849864" y="2318667"/>
            <a:ext cx="751200" cy="900"/>
          </a:xfrm>
          <a:prstGeom prst="straightConnector1">
            <a:avLst/>
          </a:prstGeom>
          <a:noFill/>
          <a:ln cap="flat" cmpd="sng" w="19050">
            <a:solidFill>
              <a:schemeClr val="lt2"/>
            </a:solidFill>
            <a:prstDash val="solid"/>
            <a:round/>
            <a:headEnd len="med" w="med" type="none"/>
            <a:tailEnd len="med" w="med" type="oval"/>
          </a:ln>
        </p:spPr>
      </p:cxnSp>
      <p:grpSp>
        <p:nvGrpSpPr>
          <p:cNvPr id="574" name="Google Shape;574;p24"/>
          <p:cNvGrpSpPr/>
          <p:nvPr/>
        </p:nvGrpSpPr>
        <p:grpSpPr>
          <a:xfrm>
            <a:off x="2774843" y="2842277"/>
            <a:ext cx="1711500" cy="965997"/>
            <a:chOff x="2776356" y="2841246"/>
            <a:chExt cx="1711500" cy="965997"/>
          </a:xfrm>
        </p:grpSpPr>
        <p:sp>
          <p:nvSpPr>
            <p:cNvPr id="575" name="Google Shape;575;p24"/>
            <p:cNvSpPr txBox="1"/>
            <p:nvPr/>
          </p:nvSpPr>
          <p:spPr>
            <a:xfrm flipH="1">
              <a:off x="2776356" y="3316743"/>
              <a:ext cx="1711500" cy="49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Saturn is a gas giant with rings</a:t>
              </a:r>
              <a:endParaRPr>
                <a:solidFill>
                  <a:srgbClr val="9C786B"/>
                </a:solidFill>
                <a:latin typeface="Bellota Text"/>
                <a:ea typeface="Bellota Text"/>
                <a:cs typeface="Bellota Text"/>
                <a:sym typeface="Bellota Text"/>
              </a:endParaRPr>
            </a:p>
          </p:txBody>
        </p:sp>
        <p:sp>
          <p:nvSpPr>
            <p:cNvPr id="576" name="Google Shape;576;p24"/>
            <p:cNvSpPr txBox="1"/>
            <p:nvPr/>
          </p:nvSpPr>
          <p:spPr>
            <a:xfrm flipH="1">
              <a:off x="2776356" y="2841246"/>
              <a:ext cx="1711500" cy="4755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None/>
              </a:pPr>
              <a:r>
                <a:rPr lang="en" sz="2400">
                  <a:solidFill>
                    <a:srgbClr val="9C786B"/>
                  </a:solidFill>
                  <a:latin typeface="Bellefair"/>
                  <a:ea typeface="Bellefair"/>
                  <a:cs typeface="Bellefair"/>
                  <a:sym typeface="Bellefair"/>
                </a:rPr>
                <a:t>Interactive</a:t>
              </a:r>
              <a:endParaRPr sz="2400">
                <a:solidFill>
                  <a:srgbClr val="9C786B"/>
                </a:solidFill>
                <a:latin typeface="Bellefair"/>
                <a:ea typeface="Bellefair"/>
                <a:cs typeface="Bellefair"/>
                <a:sym typeface="Bellefair"/>
              </a:endParaRPr>
            </a:p>
          </p:txBody>
        </p:sp>
      </p:grpSp>
      <p:cxnSp>
        <p:nvCxnSpPr>
          <p:cNvPr id="577" name="Google Shape;577;p24"/>
          <p:cNvCxnSpPr>
            <a:stCxn id="542" idx="2"/>
            <a:endCxn id="576" idx="1"/>
          </p:cNvCxnSpPr>
          <p:nvPr/>
        </p:nvCxnSpPr>
        <p:spPr>
          <a:xfrm rot="10800000">
            <a:off x="4486425" y="3080035"/>
            <a:ext cx="754800" cy="300"/>
          </a:xfrm>
          <a:prstGeom prst="straightConnector1">
            <a:avLst/>
          </a:prstGeom>
          <a:noFill/>
          <a:ln cap="flat" cmpd="sng" w="19050">
            <a:solidFill>
              <a:schemeClr val="dk1"/>
            </a:solidFill>
            <a:prstDash val="solid"/>
            <a:round/>
            <a:headEnd len="med" w="med" type="none"/>
            <a:tailEnd len="med" w="med" type="oval"/>
          </a:ln>
        </p:spPr>
      </p:cxnSp>
      <p:grpSp>
        <p:nvGrpSpPr>
          <p:cNvPr id="578" name="Google Shape;578;p24"/>
          <p:cNvGrpSpPr/>
          <p:nvPr/>
        </p:nvGrpSpPr>
        <p:grpSpPr>
          <a:xfrm>
            <a:off x="6601019" y="3602880"/>
            <a:ext cx="1711500" cy="965997"/>
            <a:chOff x="6602531" y="3602880"/>
            <a:chExt cx="1711500" cy="965997"/>
          </a:xfrm>
        </p:grpSpPr>
        <p:sp>
          <p:nvSpPr>
            <p:cNvPr id="579" name="Google Shape;579;p24"/>
            <p:cNvSpPr txBox="1"/>
            <p:nvPr/>
          </p:nvSpPr>
          <p:spPr>
            <a:xfrm>
              <a:off x="6602531" y="4078376"/>
              <a:ext cx="1711500" cy="49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Neptune is far away from Earth</a:t>
              </a:r>
              <a:endParaRPr>
                <a:solidFill>
                  <a:srgbClr val="9C786B"/>
                </a:solidFill>
                <a:latin typeface="Bellota Text"/>
                <a:ea typeface="Bellota Text"/>
                <a:cs typeface="Bellota Text"/>
                <a:sym typeface="Bellota Text"/>
              </a:endParaRPr>
            </a:p>
          </p:txBody>
        </p:sp>
        <p:sp>
          <p:nvSpPr>
            <p:cNvPr id="580" name="Google Shape;580;p24"/>
            <p:cNvSpPr txBox="1"/>
            <p:nvPr/>
          </p:nvSpPr>
          <p:spPr>
            <a:xfrm>
              <a:off x="6602531" y="3602880"/>
              <a:ext cx="1711500" cy="475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2400">
                  <a:solidFill>
                    <a:srgbClr val="9C786B"/>
                  </a:solidFill>
                  <a:latin typeface="Bellefair"/>
                  <a:ea typeface="Bellefair"/>
                  <a:cs typeface="Bellefair"/>
                  <a:sym typeface="Bellefair"/>
                </a:rPr>
                <a:t>Audiovisual</a:t>
              </a:r>
              <a:endParaRPr sz="2400">
                <a:solidFill>
                  <a:srgbClr val="9C786B"/>
                </a:solidFill>
                <a:latin typeface="Bellefair"/>
                <a:ea typeface="Bellefair"/>
                <a:cs typeface="Bellefair"/>
                <a:sym typeface="Bellefair"/>
              </a:endParaRPr>
            </a:p>
          </p:txBody>
        </p:sp>
      </p:grpSp>
      <p:cxnSp>
        <p:nvCxnSpPr>
          <p:cNvPr id="581" name="Google Shape;581;p24"/>
          <p:cNvCxnSpPr>
            <a:stCxn id="540" idx="6"/>
            <a:endCxn id="580" idx="1"/>
          </p:cNvCxnSpPr>
          <p:nvPr/>
        </p:nvCxnSpPr>
        <p:spPr>
          <a:xfrm flipH="1" rot="10800000">
            <a:off x="5849864" y="3840502"/>
            <a:ext cx="751200" cy="1500"/>
          </a:xfrm>
          <a:prstGeom prst="straightConnector1">
            <a:avLst/>
          </a:prstGeom>
          <a:noFill/>
          <a:ln cap="flat" cmpd="sng" w="19050">
            <a:solidFill>
              <a:schemeClr val="lt2"/>
            </a:solidFill>
            <a:prstDash val="solid"/>
            <a:round/>
            <a:headEnd len="med" w="med" type="none"/>
            <a:tailEnd len="med" w="med" type="oval"/>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5"/>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587" name="Google Shape;587;p25"/>
          <p:cNvGrpSpPr/>
          <p:nvPr/>
        </p:nvGrpSpPr>
        <p:grpSpPr>
          <a:xfrm>
            <a:off x="715092" y="1513190"/>
            <a:ext cx="4839089" cy="2577959"/>
            <a:chOff x="233350" y="949250"/>
            <a:chExt cx="7137300" cy="3802300"/>
          </a:xfrm>
        </p:grpSpPr>
        <p:sp>
          <p:nvSpPr>
            <p:cNvPr id="588" name="Google Shape;588;p25"/>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5"/>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5"/>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5"/>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5"/>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5"/>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5"/>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5"/>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5"/>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5"/>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5"/>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5"/>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5"/>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5"/>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5"/>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5"/>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5"/>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5"/>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5"/>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5"/>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5"/>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5"/>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5"/>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5"/>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5"/>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5"/>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5"/>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5"/>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5"/>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5"/>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5"/>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5"/>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5"/>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5"/>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5"/>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5"/>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5"/>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5"/>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5"/>
          <p:cNvGrpSpPr/>
          <p:nvPr/>
        </p:nvGrpSpPr>
        <p:grpSpPr>
          <a:xfrm>
            <a:off x="4231078" y="2274931"/>
            <a:ext cx="314150" cy="314150"/>
            <a:chOff x="6586191" y="4832706"/>
            <a:chExt cx="517716" cy="517716"/>
          </a:xfrm>
        </p:grpSpPr>
        <p:grpSp>
          <p:nvGrpSpPr>
            <p:cNvPr id="640" name="Google Shape;640;p25"/>
            <p:cNvGrpSpPr/>
            <p:nvPr/>
          </p:nvGrpSpPr>
          <p:grpSpPr>
            <a:xfrm>
              <a:off x="6586191" y="4832706"/>
              <a:ext cx="517716" cy="517716"/>
              <a:chOff x="7227050" y="1860363"/>
              <a:chExt cx="819300" cy="819300"/>
            </a:xfrm>
          </p:grpSpPr>
          <p:sp>
            <p:nvSpPr>
              <p:cNvPr id="641" name="Google Shape;641;p25"/>
              <p:cNvSpPr/>
              <p:nvPr/>
            </p:nvSpPr>
            <p:spPr>
              <a:xfrm>
                <a:off x="7227050" y="1860363"/>
                <a:ext cx="819300" cy="819300"/>
              </a:xfrm>
              <a:prstGeom prst="ellipse">
                <a:avLst/>
              </a:pr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5"/>
              <p:cNvSpPr/>
              <p:nvPr/>
            </p:nvSpPr>
            <p:spPr>
              <a:xfrm>
                <a:off x="7277129" y="1910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3" name="Google Shape;643;p25"/>
            <p:cNvSpPr/>
            <p:nvPr/>
          </p:nvSpPr>
          <p:spPr>
            <a:xfrm flipH="1">
              <a:off x="6755761" y="4960157"/>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 name="Google Shape;644;p25"/>
          <p:cNvGrpSpPr/>
          <p:nvPr/>
        </p:nvGrpSpPr>
        <p:grpSpPr>
          <a:xfrm>
            <a:off x="2797222" y="1940207"/>
            <a:ext cx="314150" cy="314150"/>
            <a:chOff x="6586191" y="4832706"/>
            <a:chExt cx="517716" cy="517716"/>
          </a:xfrm>
        </p:grpSpPr>
        <p:grpSp>
          <p:nvGrpSpPr>
            <p:cNvPr id="645" name="Google Shape;645;p25"/>
            <p:cNvGrpSpPr/>
            <p:nvPr/>
          </p:nvGrpSpPr>
          <p:grpSpPr>
            <a:xfrm>
              <a:off x="6586191" y="4832706"/>
              <a:ext cx="517716" cy="517716"/>
              <a:chOff x="7227050" y="1860363"/>
              <a:chExt cx="819300" cy="819300"/>
            </a:xfrm>
          </p:grpSpPr>
          <p:sp>
            <p:nvSpPr>
              <p:cNvPr id="646" name="Google Shape;646;p25"/>
              <p:cNvSpPr/>
              <p:nvPr/>
            </p:nvSpPr>
            <p:spPr>
              <a:xfrm>
                <a:off x="7227050" y="1860363"/>
                <a:ext cx="819300" cy="819300"/>
              </a:xfrm>
              <a:prstGeom prst="ellipse">
                <a:avLst/>
              </a:prstGeom>
              <a:solidFill>
                <a:srgbClr val="858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7277129" y="1910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8" name="Google Shape;648;p25"/>
            <p:cNvSpPr/>
            <p:nvPr/>
          </p:nvSpPr>
          <p:spPr>
            <a:xfrm flipH="1">
              <a:off x="6755761" y="4960157"/>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 name="Google Shape;649;p25"/>
          <p:cNvGrpSpPr/>
          <p:nvPr/>
        </p:nvGrpSpPr>
        <p:grpSpPr>
          <a:xfrm>
            <a:off x="1862092" y="3264952"/>
            <a:ext cx="314150" cy="314150"/>
            <a:chOff x="6586191" y="4832706"/>
            <a:chExt cx="517716" cy="517716"/>
          </a:xfrm>
        </p:grpSpPr>
        <p:grpSp>
          <p:nvGrpSpPr>
            <p:cNvPr id="650" name="Google Shape;650;p25"/>
            <p:cNvGrpSpPr/>
            <p:nvPr/>
          </p:nvGrpSpPr>
          <p:grpSpPr>
            <a:xfrm>
              <a:off x="6586191" y="4832706"/>
              <a:ext cx="517716" cy="517716"/>
              <a:chOff x="7227050" y="1860363"/>
              <a:chExt cx="819300" cy="819300"/>
            </a:xfrm>
          </p:grpSpPr>
          <p:sp>
            <p:nvSpPr>
              <p:cNvPr id="651" name="Google Shape;651;p25"/>
              <p:cNvSpPr/>
              <p:nvPr/>
            </p:nvSpPr>
            <p:spPr>
              <a:xfrm>
                <a:off x="7227050" y="1860363"/>
                <a:ext cx="819300" cy="81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5"/>
              <p:cNvSpPr/>
              <p:nvPr/>
            </p:nvSpPr>
            <p:spPr>
              <a:xfrm>
                <a:off x="7277129" y="1910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3" name="Google Shape;653;p25"/>
            <p:cNvSpPr/>
            <p:nvPr/>
          </p:nvSpPr>
          <p:spPr>
            <a:xfrm flipH="1">
              <a:off x="6755761" y="4960157"/>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4" name="Google Shape;654;p25"/>
          <p:cNvGrpSpPr/>
          <p:nvPr/>
        </p:nvGrpSpPr>
        <p:grpSpPr>
          <a:xfrm>
            <a:off x="6614152" y="1468626"/>
            <a:ext cx="1815508" cy="413071"/>
            <a:chOff x="296725" y="1656799"/>
            <a:chExt cx="4651571" cy="1685314"/>
          </a:xfrm>
        </p:grpSpPr>
        <p:sp>
          <p:nvSpPr>
            <p:cNvPr id="655" name="Google Shape;655;p2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25"/>
          <p:cNvGrpSpPr/>
          <p:nvPr/>
        </p:nvGrpSpPr>
        <p:grpSpPr>
          <a:xfrm>
            <a:off x="6614152" y="2509760"/>
            <a:ext cx="1815508" cy="413071"/>
            <a:chOff x="296725" y="1656799"/>
            <a:chExt cx="4651571" cy="1685314"/>
          </a:xfrm>
        </p:grpSpPr>
        <p:sp>
          <p:nvSpPr>
            <p:cNvPr id="660" name="Google Shape;660;p2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 name="Google Shape;664;p25"/>
          <p:cNvGrpSpPr/>
          <p:nvPr/>
        </p:nvGrpSpPr>
        <p:grpSpPr>
          <a:xfrm>
            <a:off x="6614152" y="3550882"/>
            <a:ext cx="1815508" cy="413071"/>
            <a:chOff x="296725" y="1656799"/>
            <a:chExt cx="4651571" cy="1685314"/>
          </a:xfrm>
        </p:grpSpPr>
        <p:sp>
          <p:nvSpPr>
            <p:cNvPr id="665" name="Google Shape;665;p2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 name="Google Shape;669;p25"/>
          <p:cNvSpPr/>
          <p:nvPr/>
        </p:nvSpPr>
        <p:spPr>
          <a:xfrm>
            <a:off x="5844150" y="3423662"/>
            <a:ext cx="667500" cy="66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efair"/>
                <a:ea typeface="Bellefair"/>
                <a:cs typeface="Bellefair"/>
                <a:sym typeface="Bellefair"/>
              </a:rPr>
              <a:t>78%</a:t>
            </a:r>
            <a:endParaRPr>
              <a:solidFill>
                <a:schemeClr val="dk1"/>
              </a:solidFill>
              <a:latin typeface="Bellefair"/>
              <a:ea typeface="Bellefair"/>
              <a:cs typeface="Bellefair"/>
              <a:sym typeface="Bellefair"/>
            </a:endParaRPr>
          </a:p>
        </p:txBody>
      </p:sp>
      <p:sp>
        <p:nvSpPr>
          <p:cNvPr id="670" name="Google Shape;670;p25"/>
          <p:cNvSpPr/>
          <p:nvPr/>
        </p:nvSpPr>
        <p:spPr>
          <a:xfrm>
            <a:off x="5844150" y="2382624"/>
            <a:ext cx="667500" cy="667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4"/>
                </a:solidFill>
                <a:latin typeface="Bellefair"/>
                <a:ea typeface="Bellefair"/>
                <a:cs typeface="Bellefair"/>
                <a:sym typeface="Bellefair"/>
              </a:rPr>
              <a:t>56%</a:t>
            </a:r>
            <a:endParaRPr>
              <a:solidFill>
                <a:schemeClr val="accent4"/>
              </a:solidFill>
              <a:latin typeface="Bellefair"/>
              <a:ea typeface="Bellefair"/>
              <a:cs typeface="Bellefair"/>
              <a:sym typeface="Bellefair"/>
            </a:endParaRPr>
          </a:p>
        </p:txBody>
      </p:sp>
      <p:sp>
        <p:nvSpPr>
          <p:cNvPr id="671" name="Google Shape;671;p25"/>
          <p:cNvSpPr/>
          <p:nvPr/>
        </p:nvSpPr>
        <p:spPr>
          <a:xfrm>
            <a:off x="5844150" y="1341599"/>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4"/>
                </a:solidFill>
                <a:latin typeface="Bellefair"/>
                <a:ea typeface="Bellefair"/>
                <a:cs typeface="Bellefair"/>
                <a:sym typeface="Bellefair"/>
              </a:rPr>
              <a:t>24</a:t>
            </a:r>
            <a:r>
              <a:rPr lang="en">
                <a:solidFill>
                  <a:schemeClr val="accent4"/>
                </a:solidFill>
                <a:latin typeface="Bellefair"/>
                <a:ea typeface="Bellefair"/>
                <a:cs typeface="Bellefair"/>
                <a:sym typeface="Bellefair"/>
              </a:rPr>
              <a:t>%</a:t>
            </a:r>
            <a:endParaRPr>
              <a:solidFill>
                <a:schemeClr val="accent4"/>
              </a:solidFill>
              <a:latin typeface="Bellefair"/>
              <a:ea typeface="Bellefair"/>
              <a:cs typeface="Bellefair"/>
              <a:sym typeface="Bellefair"/>
            </a:endParaRPr>
          </a:p>
        </p:txBody>
      </p:sp>
      <p:grpSp>
        <p:nvGrpSpPr>
          <p:cNvPr id="672" name="Google Shape;672;p25"/>
          <p:cNvGrpSpPr/>
          <p:nvPr/>
        </p:nvGrpSpPr>
        <p:grpSpPr>
          <a:xfrm>
            <a:off x="6614125" y="1468700"/>
            <a:ext cx="1816825" cy="940700"/>
            <a:chOff x="6614125" y="1468700"/>
            <a:chExt cx="1816825" cy="940700"/>
          </a:xfrm>
        </p:grpSpPr>
        <p:sp>
          <p:nvSpPr>
            <p:cNvPr id="673" name="Google Shape;673;p25"/>
            <p:cNvSpPr txBox="1"/>
            <p:nvPr/>
          </p:nvSpPr>
          <p:spPr>
            <a:xfrm>
              <a:off x="6614125" y="1468700"/>
              <a:ext cx="1816800" cy="41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674" name="Google Shape;674;p25"/>
            <p:cNvSpPr txBox="1"/>
            <p:nvPr/>
          </p:nvSpPr>
          <p:spPr>
            <a:xfrm>
              <a:off x="6615350" y="1881700"/>
              <a:ext cx="18156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It’s the second planet from the Sun</a:t>
              </a:r>
              <a:endParaRPr>
                <a:solidFill>
                  <a:schemeClr val="dk1"/>
                </a:solidFill>
                <a:latin typeface="Bellota Text"/>
                <a:ea typeface="Bellota Text"/>
                <a:cs typeface="Bellota Text"/>
                <a:sym typeface="Bellota Text"/>
              </a:endParaRPr>
            </a:p>
          </p:txBody>
        </p:sp>
      </p:grpSp>
      <p:grpSp>
        <p:nvGrpSpPr>
          <p:cNvPr id="675" name="Google Shape;675;p25"/>
          <p:cNvGrpSpPr/>
          <p:nvPr/>
        </p:nvGrpSpPr>
        <p:grpSpPr>
          <a:xfrm>
            <a:off x="6614124" y="2509825"/>
            <a:ext cx="1816826" cy="940700"/>
            <a:chOff x="6614124" y="2509825"/>
            <a:chExt cx="1816826" cy="940700"/>
          </a:xfrm>
        </p:grpSpPr>
        <p:sp>
          <p:nvSpPr>
            <p:cNvPr id="676" name="Google Shape;676;p25"/>
            <p:cNvSpPr txBox="1"/>
            <p:nvPr/>
          </p:nvSpPr>
          <p:spPr>
            <a:xfrm>
              <a:off x="6614124" y="2509825"/>
              <a:ext cx="1816800" cy="41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677" name="Google Shape;677;p25"/>
            <p:cNvSpPr txBox="1"/>
            <p:nvPr/>
          </p:nvSpPr>
          <p:spPr>
            <a:xfrm>
              <a:off x="6615350" y="2922825"/>
              <a:ext cx="18156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Mars is actually a very cold place</a:t>
              </a:r>
              <a:endParaRPr>
                <a:solidFill>
                  <a:schemeClr val="dk1"/>
                </a:solidFill>
                <a:latin typeface="Bellota Text"/>
                <a:ea typeface="Bellota Text"/>
                <a:cs typeface="Bellota Text"/>
                <a:sym typeface="Bellota Text"/>
              </a:endParaRPr>
            </a:p>
          </p:txBody>
        </p:sp>
      </p:grpSp>
      <p:grpSp>
        <p:nvGrpSpPr>
          <p:cNvPr id="678" name="Google Shape;678;p25"/>
          <p:cNvGrpSpPr/>
          <p:nvPr/>
        </p:nvGrpSpPr>
        <p:grpSpPr>
          <a:xfrm>
            <a:off x="6614124" y="3550950"/>
            <a:ext cx="1816826" cy="940700"/>
            <a:chOff x="6614124" y="3550950"/>
            <a:chExt cx="1816826" cy="940700"/>
          </a:xfrm>
        </p:grpSpPr>
        <p:sp>
          <p:nvSpPr>
            <p:cNvPr id="679" name="Google Shape;679;p25"/>
            <p:cNvSpPr txBox="1"/>
            <p:nvPr/>
          </p:nvSpPr>
          <p:spPr>
            <a:xfrm>
              <a:off x="6614124" y="3550950"/>
              <a:ext cx="1816800" cy="41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680" name="Google Shape;680;p25"/>
            <p:cNvSpPr txBox="1"/>
            <p:nvPr/>
          </p:nvSpPr>
          <p:spPr>
            <a:xfrm>
              <a:off x="6615350" y="3963950"/>
              <a:ext cx="18156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6"/>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pic>
        <p:nvPicPr>
          <p:cNvPr id="686" name="Google Shape;686;p26" title="Chart">
            <a:hlinkClick r:id="rId3"/>
          </p:cNvPr>
          <p:cNvPicPr preferRelativeResize="0"/>
          <p:nvPr/>
        </p:nvPicPr>
        <p:blipFill>
          <a:blip r:embed="rId4">
            <a:alphaModFix/>
          </a:blip>
          <a:stretch>
            <a:fillRect/>
          </a:stretch>
        </p:blipFill>
        <p:spPr>
          <a:xfrm>
            <a:off x="715100" y="1410850"/>
            <a:ext cx="4383324" cy="2710350"/>
          </a:xfrm>
          <a:prstGeom prst="rect">
            <a:avLst/>
          </a:prstGeom>
          <a:noFill/>
          <a:ln>
            <a:noFill/>
          </a:ln>
        </p:spPr>
      </p:pic>
      <p:sp>
        <p:nvSpPr>
          <p:cNvPr id="687" name="Google Shape;687;p26"/>
          <p:cNvSpPr txBox="1"/>
          <p:nvPr/>
        </p:nvSpPr>
        <p:spPr>
          <a:xfrm>
            <a:off x="715050" y="4201825"/>
            <a:ext cx="4235100" cy="31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9C786B"/>
                </a:solidFill>
                <a:latin typeface="Bellota Text"/>
                <a:ea typeface="Bellota Text"/>
                <a:cs typeface="Bellota Text"/>
                <a:sym typeface="Bellota Text"/>
              </a:rPr>
              <a:t>Follow the link in the graph to modify its data and then paste the new one here. </a:t>
            </a:r>
            <a:r>
              <a:rPr b="1" lang="en" sz="1100">
                <a:solidFill>
                  <a:srgbClr val="9C786B"/>
                </a:solidFill>
                <a:uFill>
                  <a:noFill/>
                </a:uFill>
                <a:latin typeface="Bellota Text"/>
                <a:ea typeface="Bellota Text"/>
                <a:cs typeface="Bellota Text"/>
                <a:sym typeface="Bellota Text"/>
                <a:hlinkClick r:id="rId5">
                  <a:extLst>
                    <a:ext uri="{A12FA001-AC4F-418D-AE19-62706E023703}">
                      <ahyp:hlinkClr val="tx"/>
                    </a:ext>
                  </a:extLst>
                </a:hlinkClick>
              </a:rPr>
              <a:t>For more info, click here</a:t>
            </a:r>
            <a:endParaRPr sz="1100">
              <a:solidFill>
                <a:srgbClr val="9C786B"/>
              </a:solidFill>
              <a:latin typeface="Bellota Text"/>
              <a:ea typeface="Bellota Text"/>
              <a:cs typeface="Bellota Text"/>
              <a:sym typeface="Bellota Text"/>
            </a:endParaRPr>
          </a:p>
        </p:txBody>
      </p:sp>
      <p:sp>
        <p:nvSpPr>
          <p:cNvPr id="688" name="Google Shape;688;p26"/>
          <p:cNvSpPr/>
          <p:nvPr/>
        </p:nvSpPr>
        <p:spPr>
          <a:xfrm>
            <a:off x="5510775" y="1297647"/>
            <a:ext cx="667500" cy="667500"/>
          </a:xfrm>
          <a:prstGeom prst="ellipse">
            <a:avLst/>
          </a:prstGeom>
          <a:solidFill>
            <a:schemeClr val="dk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Bellefair"/>
                <a:ea typeface="Bellefair"/>
                <a:cs typeface="Bellefair"/>
                <a:sym typeface="Bellefair"/>
              </a:rPr>
              <a:t>35%</a:t>
            </a:r>
            <a:endParaRPr>
              <a:solidFill>
                <a:schemeClr val="dk1"/>
              </a:solidFill>
              <a:latin typeface="Bellefair"/>
              <a:ea typeface="Bellefair"/>
              <a:cs typeface="Bellefair"/>
              <a:sym typeface="Bellefair"/>
            </a:endParaRPr>
          </a:p>
        </p:txBody>
      </p:sp>
      <p:grpSp>
        <p:nvGrpSpPr>
          <p:cNvPr id="689" name="Google Shape;689;p26"/>
          <p:cNvGrpSpPr/>
          <p:nvPr/>
        </p:nvGrpSpPr>
        <p:grpSpPr>
          <a:xfrm>
            <a:off x="4185817" y="2009097"/>
            <a:ext cx="340204" cy="298116"/>
            <a:chOff x="899850" y="871450"/>
            <a:chExt cx="483175" cy="423400"/>
          </a:xfrm>
        </p:grpSpPr>
        <p:sp>
          <p:nvSpPr>
            <p:cNvPr id="690" name="Google Shape;690;p26"/>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691" name="Google Shape;691;p26"/>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692" name="Google Shape;692;p26"/>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693" name="Google Shape;693;p26"/>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sp>
        <p:nvSpPr>
          <p:cNvPr id="694" name="Google Shape;694;p26"/>
          <p:cNvSpPr/>
          <p:nvPr/>
        </p:nvSpPr>
        <p:spPr>
          <a:xfrm>
            <a:off x="5510775" y="2099747"/>
            <a:ext cx="667500" cy="6675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dk1"/>
                </a:solidFill>
                <a:latin typeface="Bellefair"/>
                <a:ea typeface="Bellefair"/>
                <a:cs typeface="Bellefair"/>
                <a:sym typeface="Bellefair"/>
              </a:rPr>
              <a:t>23%</a:t>
            </a:r>
            <a:endParaRPr>
              <a:solidFill>
                <a:schemeClr val="dk1"/>
              </a:solidFill>
              <a:latin typeface="Bellefair"/>
              <a:ea typeface="Bellefair"/>
              <a:cs typeface="Bellefair"/>
              <a:sym typeface="Bellefair"/>
            </a:endParaRPr>
          </a:p>
        </p:txBody>
      </p:sp>
      <p:sp>
        <p:nvSpPr>
          <p:cNvPr id="695" name="Google Shape;695;p26"/>
          <p:cNvSpPr/>
          <p:nvPr/>
        </p:nvSpPr>
        <p:spPr>
          <a:xfrm>
            <a:off x="5510775" y="2901847"/>
            <a:ext cx="667500" cy="667500"/>
          </a:xfrm>
          <a:prstGeom prst="ellipse">
            <a:avLst/>
          </a:prstGeom>
          <a:solidFill>
            <a:schemeClr val="dk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4"/>
                </a:solidFill>
                <a:latin typeface="Bellefair"/>
                <a:ea typeface="Bellefair"/>
                <a:cs typeface="Bellefair"/>
                <a:sym typeface="Bellefair"/>
              </a:rPr>
              <a:t>56%</a:t>
            </a:r>
            <a:endParaRPr>
              <a:solidFill>
                <a:schemeClr val="accent4"/>
              </a:solidFill>
              <a:latin typeface="Bellefair"/>
              <a:ea typeface="Bellefair"/>
              <a:cs typeface="Bellefair"/>
              <a:sym typeface="Bellefair"/>
            </a:endParaRPr>
          </a:p>
        </p:txBody>
      </p:sp>
      <p:sp>
        <p:nvSpPr>
          <p:cNvPr id="696" name="Google Shape;696;p26"/>
          <p:cNvSpPr/>
          <p:nvPr/>
        </p:nvSpPr>
        <p:spPr>
          <a:xfrm>
            <a:off x="5510775" y="3703947"/>
            <a:ext cx="667500" cy="6675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a:solidFill>
                  <a:schemeClr val="accent4"/>
                </a:solidFill>
                <a:latin typeface="Bellefair"/>
                <a:ea typeface="Bellefair"/>
                <a:cs typeface="Bellefair"/>
                <a:sym typeface="Bellefair"/>
              </a:rPr>
              <a:t>87%</a:t>
            </a:r>
            <a:endParaRPr>
              <a:solidFill>
                <a:schemeClr val="accent4"/>
              </a:solidFill>
              <a:latin typeface="Bellefair"/>
              <a:ea typeface="Bellefair"/>
              <a:cs typeface="Bellefair"/>
              <a:sym typeface="Bellefair"/>
            </a:endParaRPr>
          </a:p>
        </p:txBody>
      </p:sp>
      <p:grpSp>
        <p:nvGrpSpPr>
          <p:cNvPr id="697" name="Google Shape;697;p26"/>
          <p:cNvGrpSpPr/>
          <p:nvPr/>
        </p:nvGrpSpPr>
        <p:grpSpPr>
          <a:xfrm>
            <a:off x="3273893" y="2713189"/>
            <a:ext cx="343442" cy="339288"/>
            <a:chOff x="3858100" y="1435075"/>
            <a:chExt cx="487775" cy="481875"/>
          </a:xfrm>
        </p:grpSpPr>
        <p:sp>
          <p:nvSpPr>
            <p:cNvPr id="698" name="Google Shape;698;p26"/>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699" name="Google Shape;699;p26"/>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0" name="Google Shape;700;p26"/>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1" name="Google Shape;701;p26"/>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2" name="Google Shape;702;p26"/>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703" name="Google Shape;703;p26"/>
          <p:cNvGrpSpPr/>
          <p:nvPr/>
        </p:nvGrpSpPr>
        <p:grpSpPr>
          <a:xfrm>
            <a:off x="2385443" y="3475303"/>
            <a:ext cx="305386" cy="338602"/>
            <a:chOff x="3300325" y="249875"/>
            <a:chExt cx="433725" cy="480900"/>
          </a:xfrm>
        </p:grpSpPr>
        <p:sp>
          <p:nvSpPr>
            <p:cNvPr id="704" name="Google Shape;704;p26"/>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5" name="Google Shape;705;p26"/>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6" name="Google Shape;706;p26"/>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7" name="Google Shape;707;p26"/>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8" name="Google Shape;708;p26"/>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09" name="Google Shape;709;p26"/>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710" name="Google Shape;710;p26"/>
          <p:cNvGrpSpPr/>
          <p:nvPr/>
        </p:nvGrpSpPr>
        <p:grpSpPr>
          <a:xfrm>
            <a:off x="1529034" y="3247990"/>
            <a:ext cx="219345" cy="227301"/>
            <a:chOff x="3357325" y="2093500"/>
            <a:chExt cx="311525" cy="322825"/>
          </a:xfrm>
        </p:grpSpPr>
        <p:sp>
          <p:nvSpPr>
            <p:cNvPr id="711" name="Google Shape;711;p26"/>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12" name="Google Shape;712;p26"/>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713" name="Google Shape;713;p26"/>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grpSp>
        <p:nvGrpSpPr>
          <p:cNvPr id="714" name="Google Shape;714;p26"/>
          <p:cNvGrpSpPr/>
          <p:nvPr/>
        </p:nvGrpSpPr>
        <p:grpSpPr>
          <a:xfrm>
            <a:off x="6334202" y="3799929"/>
            <a:ext cx="2163600" cy="632876"/>
            <a:chOff x="6334202" y="3843881"/>
            <a:chExt cx="2163600" cy="632876"/>
          </a:xfrm>
        </p:grpSpPr>
        <p:sp>
          <p:nvSpPr>
            <p:cNvPr id="715" name="Google Shape;715;p26"/>
            <p:cNvSpPr txBox="1"/>
            <p:nvPr/>
          </p:nvSpPr>
          <p:spPr>
            <a:xfrm>
              <a:off x="6334202" y="3843881"/>
              <a:ext cx="2163600" cy="32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Mercury</a:t>
              </a:r>
              <a:endParaRPr sz="2400">
                <a:solidFill>
                  <a:schemeClr val="dk1"/>
                </a:solidFill>
                <a:latin typeface="Bellefair"/>
                <a:ea typeface="Bellefair"/>
                <a:cs typeface="Bellefair"/>
                <a:sym typeface="Bellefair"/>
              </a:endParaRPr>
            </a:p>
          </p:txBody>
        </p:sp>
        <p:sp>
          <p:nvSpPr>
            <p:cNvPr id="716" name="Google Shape;716;p26"/>
            <p:cNvSpPr txBox="1"/>
            <p:nvPr/>
          </p:nvSpPr>
          <p:spPr>
            <a:xfrm>
              <a:off x="6334202" y="4018057"/>
              <a:ext cx="2163600" cy="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Mercury is the closest planet to the Sun</a:t>
              </a:r>
              <a:endParaRPr>
                <a:solidFill>
                  <a:schemeClr val="dk1"/>
                </a:solidFill>
                <a:latin typeface="Bellota Text"/>
                <a:ea typeface="Bellota Text"/>
                <a:cs typeface="Bellota Text"/>
                <a:sym typeface="Bellota Text"/>
              </a:endParaRPr>
            </a:p>
          </p:txBody>
        </p:sp>
      </p:grpSp>
      <p:grpSp>
        <p:nvGrpSpPr>
          <p:cNvPr id="717" name="Google Shape;717;p26"/>
          <p:cNvGrpSpPr/>
          <p:nvPr/>
        </p:nvGrpSpPr>
        <p:grpSpPr>
          <a:xfrm>
            <a:off x="6334202" y="2997011"/>
            <a:ext cx="2163600" cy="632876"/>
            <a:chOff x="6334202" y="3040963"/>
            <a:chExt cx="2163600" cy="632876"/>
          </a:xfrm>
        </p:grpSpPr>
        <p:sp>
          <p:nvSpPr>
            <p:cNvPr id="718" name="Google Shape;718;p26"/>
            <p:cNvSpPr txBox="1"/>
            <p:nvPr/>
          </p:nvSpPr>
          <p:spPr>
            <a:xfrm>
              <a:off x="6334202" y="3040963"/>
              <a:ext cx="2163600" cy="32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Neptune</a:t>
              </a:r>
              <a:endParaRPr sz="2400">
                <a:solidFill>
                  <a:schemeClr val="dk1"/>
                </a:solidFill>
                <a:latin typeface="Bellefair"/>
                <a:ea typeface="Bellefair"/>
                <a:cs typeface="Bellefair"/>
                <a:sym typeface="Bellefair"/>
              </a:endParaRPr>
            </a:p>
          </p:txBody>
        </p:sp>
        <p:sp>
          <p:nvSpPr>
            <p:cNvPr id="719" name="Google Shape;719;p26"/>
            <p:cNvSpPr txBox="1"/>
            <p:nvPr/>
          </p:nvSpPr>
          <p:spPr>
            <a:xfrm>
              <a:off x="6334202" y="3215139"/>
              <a:ext cx="2163548" cy="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Neptune is the farthest planet from the Sun</a:t>
              </a:r>
              <a:endParaRPr>
                <a:solidFill>
                  <a:schemeClr val="dk1"/>
                </a:solidFill>
                <a:latin typeface="Bellota Text"/>
                <a:ea typeface="Bellota Text"/>
                <a:cs typeface="Bellota Text"/>
                <a:sym typeface="Bellota Text"/>
              </a:endParaRPr>
            </a:p>
          </p:txBody>
        </p:sp>
      </p:grpSp>
      <p:grpSp>
        <p:nvGrpSpPr>
          <p:cNvPr id="720" name="Google Shape;720;p26"/>
          <p:cNvGrpSpPr/>
          <p:nvPr/>
        </p:nvGrpSpPr>
        <p:grpSpPr>
          <a:xfrm>
            <a:off x="6334202" y="2194093"/>
            <a:ext cx="2163600" cy="632876"/>
            <a:chOff x="6334202" y="2238045"/>
            <a:chExt cx="2163600" cy="632876"/>
          </a:xfrm>
        </p:grpSpPr>
        <p:sp>
          <p:nvSpPr>
            <p:cNvPr id="721" name="Google Shape;721;p26"/>
            <p:cNvSpPr txBox="1"/>
            <p:nvPr/>
          </p:nvSpPr>
          <p:spPr>
            <a:xfrm>
              <a:off x="6334202" y="2238045"/>
              <a:ext cx="2163600" cy="32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Mars</a:t>
              </a:r>
              <a:endParaRPr sz="2400">
                <a:solidFill>
                  <a:schemeClr val="dk1"/>
                </a:solidFill>
                <a:latin typeface="Bellefair"/>
                <a:ea typeface="Bellefair"/>
                <a:cs typeface="Bellefair"/>
                <a:sym typeface="Bellefair"/>
              </a:endParaRPr>
            </a:p>
          </p:txBody>
        </p:sp>
        <p:sp>
          <p:nvSpPr>
            <p:cNvPr id="722" name="Google Shape;722;p26"/>
            <p:cNvSpPr txBox="1"/>
            <p:nvPr/>
          </p:nvSpPr>
          <p:spPr>
            <a:xfrm>
              <a:off x="6334202" y="2412221"/>
              <a:ext cx="2163548" cy="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Despite being red, Mars is a very cold place</a:t>
              </a:r>
              <a:endParaRPr>
                <a:solidFill>
                  <a:schemeClr val="dk1"/>
                </a:solidFill>
                <a:latin typeface="Bellota Text"/>
                <a:ea typeface="Bellota Text"/>
                <a:cs typeface="Bellota Text"/>
                <a:sym typeface="Bellota Text"/>
              </a:endParaRPr>
            </a:p>
          </p:txBody>
        </p:sp>
      </p:grpSp>
      <p:grpSp>
        <p:nvGrpSpPr>
          <p:cNvPr id="723" name="Google Shape;723;p26"/>
          <p:cNvGrpSpPr/>
          <p:nvPr/>
        </p:nvGrpSpPr>
        <p:grpSpPr>
          <a:xfrm>
            <a:off x="6334202" y="1391175"/>
            <a:ext cx="2163600" cy="632876"/>
            <a:chOff x="6334202" y="1435127"/>
            <a:chExt cx="2163600" cy="632876"/>
          </a:xfrm>
        </p:grpSpPr>
        <p:sp>
          <p:nvSpPr>
            <p:cNvPr id="724" name="Google Shape;724;p26"/>
            <p:cNvSpPr txBox="1"/>
            <p:nvPr/>
          </p:nvSpPr>
          <p:spPr>
            <a:xfrm>
              <a:off x="6334202" y="1435127"/>
              <a:ext cx="2163600" cy="326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Jupiter</a:t>
              </a:r>
              <a:endParaRPr sz="2400">
                <a:solidFill>
                  <a:schemeClr val="dk1"/>
                </a:solidFill>
                <a:latin typeface="Bellefair"/>
                <a:ea typeface="Bellefair"/>
                <a:cs typeface="Bellefair"/>
                <a:sym typeface="Bellefair"/>
              </a:endParaRPr>
            </a:p>
          </p:txBody>
        </p:sp>
        <p:sp>
          <p:nvSpPr>
            <p:cNvPr id="725" name="Google Shape;725;p26"/>
            <p:cNvSpPr txBox="1"/>
            <p:nvPr/>
          </p:nvSpPr>
          <p:spPr>
            <a:xfrm>
              <a:off x="6334202" y="1609303"/>
              <a:ext cx="2163548" cy="4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grpSp>
        <p:nvGrpSpPr>
          <p:cNvPr id="730" name="Google Shape;730;p27"/>
          <p:cNvGrpSpPr/>
          <p:nvPr/>
        </p:nvGrpSpPr>
        <p:grpSpPr>
          <a:xfrm>
            <a:off x="5059063" y="1362116"/>
            <a:ext cx="2838655" cy="2840082"/>
            <a:chOff x="6087600" y="1624881"/>
            <a:chExt cx="2565900" cy="3259217"/>
          </a:xfrm>
        </p:grpSpPr>
        <p:sp>
          <p:nvSpPr>
            <p:cNvPr id="731" name="Google Shape;731;p27"/>
            <p:cNvSpPr/>
            <p:nvPr/>
          </p:nvSpPr>
          <p:spPr>
            <a:xfrm>
              <a:off x="6087600" y="1624881"/>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7"/>
            <p:cNvSpPr/>
            <p:nvPr/>
          </p:nvSpPr>
          <p:spPr>
            <a:xfrm>
              <a:off x="6087600" y="3344156"/>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7"/>
            <p:cNvSpPr/>
            <p:nvPr/>
          </p:nvSpPr>
          <p:spPr>
            <a:xfrm>
              <a:off x="6087600" y="2281425"/>
              <a:ext cx="2565900" cy="1781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 name="Google Shape;734;p27"/>
          <p:cNvSpPr/>
          <p:nvPr/>
        </p:nvSpPr>
        <p:spPr>
          <a:xfrm>
            <a:off x="7488767" y="1257650"/>
            <a:ext cx="190721" cy="462816"/>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rgbClr val="858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7"/>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736" name="Google Shape;736;p27"/>
          <p:cNvSpPr txBox="1"/>
          <p:nvPr/>
        </p:nvSpPr>
        <p:spPr>
          <a:xfrm>
            <a:off x="4666350" y="4258075"/>
            <a:ext cx="3624000" cy="31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9C786B"/>
                </a:solidFill>
                <a:latin typeface="Bellota Text"/>
                <a:ea typeface="Bellota Text"/>
                <a:cs typeface="Bellota Text"/>
                <a:sym typeface="Bellota Text"/>
              </a:rPr>
              <a:t>Follow the link in the graph to modify its data and then paste the new one here. </a:t>
            </a:r>
            <a:r>
              <a:rPr b="1" lang="en" sz="1100">
                <a:solidFill>
                  <a:srgbClr val="9C786B"/>
                </a:solidFill>
                <a:uFill>
                  <a:noFill/>
                </a:uFill>
                <a:latin typeface="Bellota Text"/>
                <a:ea typeface="Bellota Text"/>
                <a:cs typeface="Bellota Text"/>
                <a:sym typeface="Bellota Text"/>
                <a:hlinkClick r:id="rId3">
                  <a:extLst>
                    <a:ext uri="{A12FA001-AC4F-418D-AE19-62706E023703}">
                      <ahyp:hlinkClr val="tx"/>
                    </a:ext>
                  </a:extLst>
                </a:hlinkClick>
              </a:rPr>
              <a:t>For more info, click here</a:t>
            </a:r>
            <a:endParaRPr sz="1100">
              <a:solidFill>
                <a:srgbClr val="9C786B"/>
              </a:solidFill>
              <a:latin typeface="Bellota Text"/>
              <a:ea typeface="Bellota Text"/>
              <a:cs typeface="Bellota Text"/>
              <a:sym typeface="Bellota Text"/>
            </a:endParaRPr>
          </a:p>
        </p:txBody>
      </p:sp>
      <p:grpSp>
        <p:nvGrpSpPr>
          <p:cNvPr id="737" name="Google Shape;737;p27"/>
          <p:cNvGrpSpPr/>
          <p:nvPr/>
        </p:nvGrpSpPr>
        <p:grpSpPr>
          <a:xfrm>
            <a:off x="1094037" y="1362164"/>
            <a:ext cx="1111725" cy="552615"/>
            <a:chOff x="296725" y="1656799"/>
            <a:chExt cx="4651571" cy="1685314"/>
          </a:xfrm>
        </p:grpSpPr>
        <p:sp>
          <p:nvSpPr>
            <p:cNvPr id="738" name="Google Shape;738;p27"/>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9" name="Google Shape;739;p27"/>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27"/>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27"/>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42" name="Google Shape;742;p27"/>
          <p:cNvGrpSpPr/>
          <p:nvPr/>
        </p:nvGrpSpPr>
        <p:grpSpPr>
          <a:xfrm>
            <a:off x="715100" y="1458175"/>
            <a:ext cx="1869600" cy="1315152"/>
            <a:chOff x="715100" y="1458175"/>
            <a:chExt cx="1869600" cy="1315152"/>
          </a:xfrm>
        </p:grpSpPr>
        <p:sp>
          <p:nvSpPr>
            <p:cNvPr id="743" name="Google Shape;743;p27"/>
            <p:cNvSpPr txBox="1"/>
            <p:nvPr/>
          </p:nvSpPr>
          <p:spPr>
            <a:xfrm>
              <a:off x="715100" y="1930325"/>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744" name="Google Shape;744;p27"/>
            <p:cNvSpPr txBox="1"/>
            <p:nvPr/>
          </p:nvSpPr>
          <p:spPr>
            <a:xfrm>
              <a:off x="715100" y="2290927"/>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sp>
          <p:nvSpPr>
            <p:cNvPr id="745" name="Google Shape;745;p27"/>
            <p:cNvSpPr txBox="1"/>
            <p:nvPr/>
          </p:nvSpPr>
          <p:spPr>
            <a:xfrm>
              <a:off x="1094038" y="1458175"/>
              <a:ext cx="11118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10</a:t>
              </a:r>
              <a:endParaRPr sz="2400">
                <a:solidFill>
                  <a:srgbClr val="9C786B"/>
                </a:solidFill>
                <a:latin typeface="Bellefair"/>
                <a:ea typeface="Bellefair"/>
                <a:cs typeface="Bellefair"/>
                <a:sym typeface="Bellefair"/>
              </a:endParaRPr>
            </a:p>
          </p:txBody>
        </p:sp>
      </p:grpSp>
      <p:grpSp>
        <p:nvGrpSpPr>
          <p:cNvPr id="746" name="Google Shape;746;p27"/>
          <p:cNvGrpSpPr/>
          <p:nvPr/>
        </p:nvGrpSpPr>
        <p:grpSpPr>
          <a:xfrm>
            <a:off x="3069662" y="1362164"/>
            <a:ext cx="1111725" cy="552615"/>
            <a:chOff x="296725" y="1656799"/>
            <a:chExt cx="4651571" cy="1685314"/>
          </a:xfrm>
        </p:grpSpPr>
        <p:sp>
          <p:nvSpPr>
            <p:cNvPr id="747" name="Google Shape;747;p27"/>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27"/>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27"/>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27"/>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51" name="Google Shape;751;p27"/>
          <p:cNvGrpSpPr/>
          <p:nvPr/>
        </p:nvGrpSpPr>
        <p:grpSpPr>
          <a:xfrm>
            <a:off x="2690725" y="1458175"/>
            <a:ext cx="1869600" cy="1315152"/>
            <a:chOff x="2690725" y="1458175"/>
            <a:chExt cx="1869600" cy="1315152"/>
          </a:xfrm>
        </p:grpSpPr>
        <p:sp>
          <p:nvSpPr>
            <p:cNvPr id="752" name="Google Shape;752;p27"/>
            <p:cNvSpPr txBox="1"/>
            <p:nvPr/>
          </p:nvSpPr>
          <p:spPr>
            <a:xfrm>
              <a:off x="2690725" y="1930325"/>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753" name="Google Shape;753;p27"/>
            <p:cNvSpPr txBox="1"/>
            <p:nvPr/>
          </p:nvSpPr>
          <p:spPr>
            <a:xfrm>
              <a:off x="2690725" y="2290927"/>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sp>
          <p:nvSpPr>
            <p:cNvPr id="754" name="Google Shape;754;p27"/>
            <p:cNvSpPr txBox="1"/>
            <p:nvPr/>
          </p:nvSpPr>
          <p:spPr>
            <a:xfrm>
              <a:off x="3069663" y="1458175"/>
              <a:ext cx="11118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29</a:t>
              </a:r>
              <a:r>
                <a:rPr lang="en" sz="2400">
                  <a:solidFill>
                    <a:schemeClr val="accent4"/>
                  </a:solidFill>
                  <a:latin typeface="Bellefair"/>
                  <a:ea typeface="Bellefair"/>
                  <a:cs typeface="Bellefair"/>
                  <a:sym typeface="Bellefair"/>
                </a:rPr>
                <a:t>%</a:t>
              </a:r>
              <a:endParaRPr sz="2400">
                <a:solidFill>
                  <a:schemeClr val="accent4"/>
                </a:solidFill>
                <a:latin typeface="Bellefair"/>
                <a:ea typeface="Bellefair"/>
                <a:cs typeface="Bellefair"/>
                <a:sym typeface="Bellefair"/>
              </a:endParaRPr>
            </a:p>
          </p:txBody>
        </p:sp>
      </p:grpSp>
      <p:grpSp>
        <p:nvGrpSpPr>
          <p:cNvPr id="755" name="Google Shape;755;p27"/>
          <p:cNvGrpSpPr/>
          <p:nvPr/>
        </p:nvGrpSpPr>
        <p:grpSpPr>
          <a:xfrm>
            <a:off x="1094037" y="3014239"/>
            <a:ext cx="1111725" cy="552615"/>
            <a:chOff x="296725" y="1656799"/>
            <a:chExt cx="4651571" cy="1685314"/>
          </a:xfrm>
        </p:grpSpPr>
        <p:sp>
          <p:nvSpPr>
            <p:cNvPr id="756" name="Google Shape;756;p27"/>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27"/>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8" name="Google Shape;758;p27"/>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27"/>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60" name="Google Shape;760;p27"/>
          <p:cNvGrpSpPr/>
          <p:nvPr/>
        </p:nvGrpSpPr>
        <p:grpSpPr>
          <a:xfrm>
            <a:off x="715100" y="3110250"/>
            <a:ext cx="1869600" cy="1315152"/>
            <a:chOff x="715100" y="3110250"/>
            <a:chExt cx="1869600" cy="1315152"/>
          </a:xfrm>
        </p:grpSpPr>
        <p:sp>
          <p:nvSpPr>
            <p:cNvPr id="761" name="Google Shape;761;p27"/>
            <p:cNvSpPr txBox="1"/>
            <p:nvPr/>
          </p:nvSpPr>
          <p:spPr>
            <a:xfrm>
              <a:off x="715100" y="35824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Neptune</a:t>
              </a:r>
              <a:endParaRPr sz="2400">
                <a:solidFill>
                  <a:srgbClr val="9C786B"/>
                </a:solidFill>
                <a:latin typeface="Bellefair"/>
                <a:ea typeface="Bellefair"/>
                <a:cs typeface="Bellefair"/>
                <a:sym typeface="Bellefair"/>
              </a:endParaRPr>
            </a:p>
          </p:txBody>
        </p:sp>
        <p:sp>
          <p:nvSpPr>
            <p:cNvPr id="762" name="Google Shape;762;p27"/>
            <p:cNvSpPr txBox="1"/>
            <p:nvPr/>
          </p:nvSpPr>
          <p:spPr>
            <a:xfrm>
              <a:off x="715100" y="3943002"/>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sp>
          <p:nvSpPr>
            <p:cNvPr id="763" name="Google Shape;763;p27"/>
            <p:cNvSpPr txBox="1"/>
            <p:nvPr/>
          </p:nvSpPr>
          <p:spPr>
            <a:xfrm>
              <a:off x="1094038" y="3110250"/>
              <a:ext cx="11118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45</a:t>
              </a:r>
              <a:r>
                <a:rPr lang="en" sz="2400">
                  <a:solidFill>
                    <a:schemeClr val="accent4"/>
                  </a:solidFill>
                  <a:latin typeface="Bellefair"/>
                  <a:ea typeface="Bellefair"/>
                  <a:cs typeface="Bellefair"/>
                  <a:sym typeface="Bellefair"/>
                </a:rPr>
                <a:t>%</a:t>
              </a:r>
              <a:endParaRPr sz="2400">
                <a:solidFill>
                  <a:schemeClr val="accent4"/>
                </a:solidFill>
                <a:latin typeface="Bellefair"/>
                <a:ea typeface="Bellefair"/>
                <a:cs typeface="Bellefair"/>
                <a:sym typeface="Bellefair"/>
              </a:endParaRPr>
            </a:p>
          </p:txBody>
        </p:sp>
      </p:grpSp>
      <p:grpSp>
        <p:nvGrpSpPr>
          <p:cNvPr id="764" name="Google Shape;764;p27"/>
          <p:cNvGrpSpPr/>
          <p:nvPr/>
        </p:nvGrpSpPr>
        <p:grpSpPr>
          <a:xfrm>
            <a:off x="3069662" y="3014239"/>
            <a:ext cx="1111725" cy="552615"/>
            <a:chOff x="296725" y="1656799"/>
            <a:chExt cx="4651571" cy="1685314"/>
          </a:xfrm>
        </p:grpSpPr>
        <p:sp>
          <p:nvSpPr>
            <p:cNvPr id="765" name="Google Shape;765;p27"/>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27"/>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p27"/>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8" name="Google Shape;768;p27"/>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769" name="Google Shape;769;p27"/>
          <p:cNvGrpSpPr/>
          <p:nvPr/>
        </p:nvGrpSpPr>
        <p:grpSpPr>
          <a:xfrm>
            <a:off x="2690725" y="3110250"/>
            <a:ext cx="1869600" cy="1315152"/>
            <a:chOff x="2690725" y="3110250"/>
            <a:chExt cx="1869600" cy="1315152"/>
          </a:xfrm>
        </p:grpSpPr>
        <p:sp>
          <p:nvSpPr>
            <p:cNvPr id="770" name="Google Shape;770;p27"/>
            <p:cNvSpPr txBox="1"/>
            <p:nvPr/>
          </p:nvSpPr>
          <p:spPr>
            <a:xfrm>
              <a:off x="2690725" y="35824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771" name="Google Shape;771;p27"/>
            <p:cNvSpPr txBox="1"/>
            <p:nvPr/>
          </p:nvSpPr>
          <p:spPr>
            <a:xfrm>
              <a:off x="2690725" y="3943002"/>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Despite being red, Mars is a cold place</a:t>
              </a:r>
              <a:endParaRPr>
                <a:solidFill>
                  <a:srgbClr val="9C786B"/>
                </a:solidFill>
                <a:latin typeface="Bellota Text"/>
                <a:ea typeface="Bellota Text"/>
                <a:cs typeface="Bellota Text"/>
                <a:sym typeface="Bellota Text"/>
              </a:endParaRPr>
            </a:p>
          </p:txBody>
        </p:sp>
        <p:sp>
          <p:nvSpPr>
            <p:cNvPr id="772" name="Google Shape;772;p27"/>
            <p:cNvSpPr txBox="1"/>
            <p:nvPr/>
          </p:nvSpPr>
          <p:spPr>
            <a:xfrm>
              <a:off x="3069663" y="3110250"/>
              <a:ext cx="11118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16</a:t>
              </a:r>
              <a:r>
                <a:rPr lang="en" sz="2400">
                  <a:solidFill>
                    <a:schemeClr val="dk1"/>
                  </a:solidFill>
                  <a:latin typeface="Bellefair"/>
                  <a:ea typeface="Bellefair"/>
                  <a:cs typeface="Bellefair"/>
                  <a:sym typeface="Bellefair"/>
                </a:rPr>
                <a:t>%</a:t>
              </a:r>
              <a:endParaRPr sz="2400">
                <a:solidFill>
                  <a:schemeClr val="dk1"/>
                </a:solidFill>
                <a:latin typeface="Bellefair"/>
                <a:ea typeface="Bellefair"/>
                <a:cs typeface="Bellefair"/>
                <a:sym typeface="Bellefair"/>
              </a:endParaRPr>
            </a:p>
          </p:txBody>
        </p:sp>
      </p:grpSp>
      <p:pic>
        <p:nvPicPr>
          <p:cNvPr id="773" name="Google Shape;773;p27" title="Chart">
            <a:hlinkClick r:id="rId4"/>
          </p:cNvPr>
          <p:cNvPicPr preferRelativeResize="0"/>
          <p:nvPr/>
        </p:nvPicPr>
        <p:blipFill>
          <a:blip r:embed="rId5">
            <a:alphaModFix/>
          </a:blip>
          <a:stretch>
            <a:fillRect/>
          </a:stretch>
        </p:blipFill>
        <p:spPr>
          <a:xfrm>
            <a:off x="5439250" y="1673462"/>
            <a:ext cx="2078200" cy="2118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28"/>
          <p:cNvSpPr/>
          <p:nvPr/>
        </p:nvSpPr>
        <p:spPr>
          <a:xfrm>
            <a:off x="2835163" y="35392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a:off x="2835163" y="25731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p:nvPr/>
        </p:nvSpPr>
        <p:spPr>
          <a:xfrm>
            <a:off x="2835163" y="16070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8"/>
          <p:cNvSpPr/>
          <p:nvPr/>
        </p:nvSpPr>
        <p:spPr>
          <a:xfrm>
            <a:off x="5701138" y="35392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8"/>
          <p:cNvSpPr/>
          <p:nvPr/>
        </p:nvSpPr>
        <p:spPr>
          <a:xfrm>
            <a:off x="5701138" y="25731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p:nvPr/>
        </p:nvSpPr>
        <p:spPr>
          <a:xfrm>
            <a:off x="5701138" y="1607038"/>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8"/>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785" name="Google Shape;785;p28"/>
          <p:cNvGrpSpPr/>
          <p:nvPr/>
        </p:nvGrpSpPr>
        <p:grpSpPr>
          <a:xfrm>
            <a:off x="3703112" y="2000394"/>
            <a:ext cx="1739680" cy="1843413"/>
            <a:chOff x="6087600" y="1624881"/>
            <a:chExt cx="2565900" cy="3259217"/>
          </a:xfrm>
        </p:grpSpPr>
        <p:sp>
          <p:nvSpPr>
            <p:cNvPr id="786" name="Google Shape;786;p28"/>
            <p:cNvSpPr/>
            <p:nvPr/>
          </p:nvSpPr>
          <p:spPr>
            <a:xfrm>
              <a:off x="6087600" y="1624881"/>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6087600" y="3344156"/>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6087600" y="2281425"/>
              <a:ext cx="2565900" cy="1781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9" name="Google Shape;789;p28"/>
          <p:cNvSpPr/>
          <p:nvPr/>
        </p:nvSpPr>
        <p:spPr>
          <a:xfrm>
            <a:off x="4935464" y="1912100"/>
            <a:ext cx="161204" cy="391187"/>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rgbClr val="858C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txBox="1"/>
          <p:nvPr/>
        </p:nvSpPr>
        <p:spPr>
          <a:xfrm>
            <a:off x="3703500" y="2447150"/>
            <a:ext cx="1739700" cy="86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What do </a:t>
            </a:r>
            <a:endParaRPr sz="2400">
              <a:solidFill>
                <a:schemeClr val="dk1"/>
              </a:solidFill>
              <a:latin typeface="Bellefair"/>
              <a:ea typeface="Bellefair"/>
              <a:cs typeface="Bellefair"/>
              <a:sym typeface="Bellefair"/>
            </a:endParaRPr>
          </a:p>
          <a:p>
            <a:pPr indent="0" lvl="0" marL="0" rtl="0" algn="ctr">
              <a:spcBef>
                <a:spcPts val="0"/>
              </a:spcBef>
              <a:spcAft>
                <a:spcPts val="0"/>
              </a:spcAft>
              <a:buNone/>
            </a:pPr>
            <a:r>
              <a:rPr lang="en" sz="2400">
                <a:solidFill>
                  <a:schemeClr val="dk1"/>
                </a:solidFill>
                <a:latin typeface="Bellefair"/>
                <a:ea typeface="Bellefair"/>
                <a:cs typeface="Bellefair"/>
                <a:sym typeface="Bellefair"/>
              </a:rPr>
              <a:t>we offer?</a:t>
            </a:r>
            <a:endParaRPr sz="2400">
              <a:solidFill>
                <a:srgbClr val="9C786B"/>
              </a:solidFill>
              <a:latin typeface="Bellefair"/>
              <a:ea typeface="Bellefair"/>
              <a:cs typeface="Bellefair"/>
              <a:sym typeface="Bellefair"/>
            </a:endParaRPr>
          </a:p>
        </p:txBody>
      </p:sp>
      <p:grpSp>
        <p:nvGrpSpPr>
          <p:cNvPr id="791" name="Google Shape;791;p28"/>
          <p:cNvGrpSpPr/>
          <p:nvPr/>
        </p:nvGrpSpPr>
        <p:grpSpPr>
          <a:xfrm>
            <a:off x="5820615" y="1727828"/>
            <a:ext cx="370645" cy="368042"/>
            <a:chOff x="-63250675" y="3744075"/>
            <a:chExt cx="320350" cy="318100"/>
          </a:xfrm>
        </p:grpSpPr>
        <p:sp>
          <p:nvSpPr>
            <p:cNvPr id="792" name="Google Shape;792;p28"/>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8"/>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28"/>
          <p:cNvGrpSpPr/>
          <p:nvPr/>
        </p:nvGrpSpPr>
        <p:grpSpPr>
          <a:xfrm>
            <a:off x="5826400" y="2698528"/>
            <a:ext cx="359075" cy="358844"/>
            <a:chOff x="-61351725" y="3372400"/>
            <a:chExt cx="310350" cy="310150"/>
          </a:xfrm>
        </p:grpSpPr>
        <p:sp>
          <p:nvSpPr>
            <p:cNvPr id="796" name="Google Shape;796;p28"/>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28"/>
          <p:cNvGrpSpPr/>
          <p:nvPr/>
        </p:nvGrpSpPr>
        <p:grpSpPr>
          <a:xfrm>
            <a:off x="2956332" y="1729505"/>
            <a:ext cx="367261" cy="364686"/>
            <a:chOff x="-64781025" y="3361050"/>
            <a:chExt cx="317425" cy="315200"/>
          </a:xfrm>
        </p:grpSpPr>
        <p:sp>
          <p:nvSpPr>
            <p:cNvPr id="800" name="Google Shape;800;p28"/>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8"/>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28"/>
          <p:cNvGrpSpPr/>
          <p:nvPr/>
        </p:nvGrpSpPr>
        <p:grpSpPr>
          <a:xfrm>
            <a:off x="2959977" y="2694710"/>
            <a:ext cx="359972" cy="366480"/>
            <a:chOff x="-62148800" y="3377700"/>
            <a:chExt cx="311125" cy="316750"/>
          </a:xfrm>
        </p:grpSpPr>
        <p:sp>
          <p:nvSpPr>
            <p:cNvPr id="805" name="Google Shape;805;p28"/>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8"/>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 name="Google Shape;807;p28"/>
          <p:cNvGrpSpPr/>
          <p:nvPr/>
        </p:nvGrpSpPr>
        <p:grpSpPr>
          <a:xfrm>
            <a:off x="2956780" y="3660393"/>
            <a:ext cx="366364" cy="367290"/>
            <a:chOff x="-61784125" y="3377700"/>
            <a:chExt cx="316650" cy="317450"/>
          </a:xfrm>
        </p:grpSpPr>
        <p:sp>
          <p:nvSpPr>
            <p:cNvPr id="808" name="Google Shape;808;p28"/>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8"/>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8"/>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8"/>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8"/>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8"/>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28"/>
          <p:cNvGrpSpPr/>
          <p:nvPr/>
        </p:nvGrpSpPr>
        <p:grpSpPr>
          <a:xfrm>
            <a:off x="5822755" y="3661304"/>
            <a:ext cx="366364" cy="365467"/>
            <a:chOff x="-59029025" y="3711650"/>
            <a:chExt cx="316650" cy="315875"/>
          </a:xfrm>
        </p:grpSpPr>
        <p:sp>
          <p:nvSpPr>
            <p:cNvPr id="816" name="Google Shape;816;p28"/>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8"/>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8"/>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8"/>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8"/>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8"/>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8"/>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 name="Google Shape;823;p28"/>
          <p:cNvGrpSpPr/>
          <p:nvPr/>
        </p:nvGrpSpPr>
        <p:grpSpPr>
          <a:xfrm>
            <a:off x="6310738" y="1490350"/>
            <a:ext cx="2121300" cy="843001"/>
            <a:chOff x="6310738" y="1490350"/>
            <a:chExt cx="2121300" cy="843001"/>
          </a:xfrm>
        </p:grpSpPr>
        <p:sp>
          <p:nvSpPr>
            <p:cNvPr id="824" name="Google Shape;824;p28"/>
            <p:cNvSpPr txBox="1"/>
            <p:nvPr/>
          </p:nvSpPr>
          <p:spPr>
            <a:xfrm>
              <a:off x="6310738" y="1490350"/>
              <a:ext cx="21213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825" name="Google Shape;825;p28"/>
            <p:cNvSpPr txBox="1"/>
            <p:nvPr/>
          </p:nvSpPr>
          <p:spPr>
            <a:xfrm>
              <a:off x="6310738" y="1850951"/>
              <a:ext cx="2121300" cy="48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Despite being red, Mars is a very cold place</a:t>
              </a:r>
              <a:endParaRPr>
                <a:solidFill>
                  <a:srgbClr val="9C786B"/>
                </a:solidFill>
                <a:latin typeface="Bellota Text"/>
                <a:ea typeface="Bellota Text"/>
                <a:cs typeface="Bellota Text"/>
                <a:sym typeface="Bellota Text"/>
              </a:endParaRPr>
            </a:p>
          </p:txBody>
        </p:sp>
      </p:grpSp>
      <p:grpSp>
        <p:nvGrpSpPr>
          <p:cNvPr id="826" name="Google Shape;826;p28"/>
          <p:cNvGrpSpPr/>
          <p:nvPr/>
        </p:nvGrpSpPr>
        <p:grpSpPr>
          <a:xfrm>
            <a:off x="6310738" y="2456450"/>
            <a:ext cx="2121300" cy="843001"/>
            <a:chOff x="6310738" y="2456450"/>
            <a:chExt cx="2121300" cy="843001"/>
          </a:xfrm>
        </p:grpSpPr>
        <p:sp>
          <p:nvSpPr>
            <p:cNvPr id="827" name="Google Shape;827;p28"/>
            <p:cNvSpPr txBox="1"/>
            <p:nvPr/>
          </p:nvSpPr>
          <p:spPr>
            <a:xfrm>
              <a:off x="6310738" y="2456450"/>
              <a:ext cx="21213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828" name="Google Shape;828;p28"/>
            <p:cNvSpPr txBox="1"/>
            <p:nvPr/>
          </p:nvSpPr>
          <p:spPr>
            <a:xfrm>
              <a:off x="6310738" y="2817051"/>
              <a:ext cx="2121300" cy="48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grpSp>
      <p:grpSp>
        <p:nvGrpSpPr>
          <p:cNvPr id="829" name="Google Shape;829;p28"/>
          <p:cNvGrpSpPr/>
          <p:nvPr/>
        </p:nvGrpSpPr>
        <p:grpSpPr>
          <a:xfrm>
            <a:off x="6310738" y="3422550"/>
            <a:ext cx="2121300" cy="843001"/>
            <a:chOff x="6310738" y="3422550"/>
            <a:chExt cx="2121300" cy="843001"/>
          </a:xfrm>
        </p:grpSpPr>
        <p:sp>
          <p:nvSpPr>
            <p:cNvPr id="830" name="Google Shape;830;p28"/>
            <p:cNvSpPr txBox="1"/>
            <p:nvPr/>
          </p:nvSpPr>
          <p:spPr>
            <a:xfrm>
              <a:off x="6310738" y="3422550"/>
              <a:ext cx="2121300" cy="360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9C786B"/>
                  </a:solidFill>
                  <a:latin typeface="Bellefair"/>
                  <a:ea typeface="Bellefair"/>
                  <a:cs typeface="Bellefair"/>
                  <a:sym typeface="Bellefair"/>
                </a:rPr>
                <a:t>Saturn</a:t>
              </a:r>
              <a:endParaRPr sz="2400">
                <a:solidFill>
                  <a:srgbClr val="9C786B"/>
                </a:solidFill>
                <a:latin typeface="Bellefair"/>
                <a:ea typeface="Bellefair"/>
                <a:cs typeface="Bellefair"/>
                <a:sym typeface="Bellefair"/>
              </a:endParaRPr>
            </a:p>
          </p:txBody>
        </p:sp>
        <p:sp>
          <p:nvSpPr>
            <p:cNvPr id="831" name="Google Shape;831;p28"/>
            <p:cNvSpPr txBox="1"/>
            <p:nvPr/>
          </p:nvSpPr>
          <p:spPr>
            <a:xfrm>
              <a:off x="6310738" y="3783151"/>
              <a:ext cx="2121300" cy="48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9C786B"/>
                  </a:solidFill>
                  <a:latin typeface="Bellota Text"/>
                  <a:ea typeface="Bellota Text"/>
                  <a:cs typeface="Bellota Text"/>
                  <a:sym typeface="Bellota Text"/>
                </a:rPr>
                <a:t>It’s composed of hydrogen and helium</a:t>
              </a:r>
              <a:endParaRPr>
                <a:solidFill>
                  <a:srgbClr val="9C786B"/>
                </a:solidFill>
                <a:latin typeface="Bellota Text"/>
                <a:ea typeface="Bellota Text"/>
                <a:cs typeface="Bellota Text"/>
                <a:sym typeface="Bellota Text"/>
              </a:endParaRPr>
            </a:p>
          </p:txBody>
        </p:sp>
      </p:grpSp>
      <p:grpSp>
        <p:nvGrpSpPr>
          <p:cNvPr id="832" name="Google Shape;832;p28"/>
          <p:cNvGrpSpPr/>
          <p:nvPr/>
        </p:nvGrpSpPr>
        <p:grpSpPr>
          <a:xfrm>
            <a:off x="713863" y="1490350"/>
            <a:ext cx="2121300" cy="843001"/>
            <a:chOff x="713863" y="1490350"/>
            <a:chExt cx="2121300" cy="843001"/>
          </a:xfrm>
        </p:grpSpPr>
        <p:sp>
          <p:nvSpPr>
            <p:cNvPr id="833" name="Google Shape;833;p28"/>
            <p:cNvSpPr txBox="1"/>
            <p:nvPr/>
          </p:nvSpPr>
          <p:spPr>
            <a:xfrm>
              <a:off x="713863" y="1490350"/>
              <a:ext cx="2121300" cy="360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rgbClr val="9C786B"/>
                  </a:solidFill>
                  <a:latin typeface="Bellefair"/>
                  <a:ea typeface="Bellefair"/>
                  <a:cs typeface="Bellefair"/>
                  <a:sym typeface="Bellefair"/>
                </a:rPr>
                <a:t>Neptune</a:t>
              </a:r>
              <a:endParaRPr sz="2400">
                <a:solidFill>
                  <a:srgbClr val="9C786B"/>
                </a:solidFill>
                <a:latin typeface="Bellefair"/>
                <a:ea typeface="Bellefair"/>
                <a:cs typeface="Bellefair"/>
                <a:sym typeface="Bellefair"/>
              </a:endParaRPr>
            </a:p>
          </p:txBody>
        </p:sp>
        <p:sp>
          <p:nvSpPr>
            <p:cNvPr id="834" name="Google Shape;834;p28"/>
            <p:cNvSpPr txBox="1"/>
            <p:nvPr/>
          </p:nvSpPr>
          <p:spPr>
            <a:xfrm>
              <a:off x="713863" y="1850951"/>
              <a:ext cx="2121300" cy="4824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Neptune is the farthest planet from the Sun</a:t>
              </a:r>
              <a:endParaRPr>
                <a:solidFill>
                  <a:srgbClr val="9C786B"/>
                </a:solidFill>
                <a:latin typeface="Bellota Text"/>
                <a:ea typeface="Bellota Text"/>
                <a:cs typeface="Bellota Text"/>
                <a:sym typeface="Bellota Text"/>
              </a:endParaRPr>
            </a:p>
          </p:txBody>
        </p:sp>
      </p:grpSp>
      <p:grpSp>
        <p:nvGrpSpPr>
          <p:cNvPr id="835" name="Google Shape;835;p28"/>
          <p:cNvGrpSpPr/>
          <p:nvPr/>
        </p:nvGrpSpPr>
        <p:grpSpPr>
          <a:xfrm>
            <a:off x="713863" y="2456450"/>
            <a:ext cx="2121300" cy="843001"/>
            <a:chOff x="713863" y="2456450"/>
            <a:chExt cx="2121300" cy="843001"/>
          </a:xfrm>
        </p:grpSpPr>
        <p:sp>
          <p:nvSpPr>
            <p:cNvPr id="836" name="Google Shape;836;p28"/>
            <p:cNvSpPr txBox="1"/>
            <p:nvPr/>
          </p:nvSpPr>
          <p:spPr>
            <a:xfrm>
              <a:off x="713863" y="2456450"/>
              <a:ext cx="2121300" cy="360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837" name="Google Shape;837;p28"/>
            <p:cNvSpPr txBox="1"/>
            <p:nvPr/>
          </p:nvSpPr>
          <p:spPr>
            <a:xfrm>
              <a:off x="713863" y="2817051"/>
              <a:ext cx="2121300" cy="4824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grpSp>
      <p:grpSp>
        <p:nvGrpSpPr>
          <p:cNvPr id="838" name="Google Shape;838;p28"/>
          <p:cNvGrpSpPr/>
          <p:nvPr/>
        </p:nvGrpSpPr>
        <p:grpSpPr>
          <a:xfrm>
            <a:off x="713863" y="3422550"/>
            <a:ext cx="2121300" cy="843001"/>
            <a:chOff x="713863" y="3422550"/>
            <a:chExt cx="2121300" cy="843001"/>
          </a:xfrm>
        </p:grpSpPr>
        <p:sp>
          <p:nvSpPr>
            <p:cNvPr id="839" name="Google Shape;839;p28"/>
            <p:cNvSpPr txBox="1"/>
            <p:nvPr/>
          </p:nvSpPr>
          <p:spPr>
            <a:xfrm>
              <a:off x="713863" y="3422550"/>
              <a:ext cx="2121300" cy="360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2400">
                  <a:solidFill>
                    <a:srgbClr val="9C786B"/>
                  </a:solidFill>
                  <a:latin typeface="Bellefair"/>
                  <a:ea typeface="Bellefair"/>
                  <a:cs typeface="Bellefair"/>
                  <a:sym typeface="Bellefair"/>
                </a:rPr>
                <a:t>Earth</a:t>
              </a:r>
              <a:endParaRPr sz="2400">
                <a:solidFill>
                  <a:srgbClr val="9C786B"/>
                </a:solidFill>
                <a:latin typeface="Bellefair"/>
                <a:ea typeface="Bellefair"/>
                <a:cs typeface="Bellefair"/>
                <a:sym typeface="Bellefair"/>
              </a:endParaRPr>
            </a:p>
          </p:txBody>
        </p:sp>
        <p:sp>
          <p:nvSpPr>
            <p:cNvPr id="840" name="Google Shape;840;p28"/>
            <p:cNvSpPr txBox="1"/>
            <p:nvPr/>
          </p:nvSpPr>
          <p:spPr>
            <a:xfrm>
              <a:off x="713863" y="3783151"/>
              <a:ext cx="2121300" cy="4824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solidFill>
                    <a:srgbClr val="9C786B"/>
                  </a:solidFill>
                  <a:latin typeface="Bellota Text"/>
                  <a:ea typeface="Bellota Text"/>
                  <a:cs typeface="Bellota Text"/>
                  <a:sym typeface="Bellota Text"/>
                </a:rPr>
                <a:t>Earth is the third planet from the Sun</a:t>
              </a:r>
              <a:endParaRPr>
                <a:solidFill>
                  <a:srgbClr val="9C786B"/>
                </a:solidFill>
                <a:latin typeface="Bellota Text"/>
                <a:ea typeface="Bellota Text"/>
                <a:cs typeface="Bellota Text"/>
                <a:sym typeface="Bellota Text"/>
              </a:endParaRPr>
            </a:p>
          </p:txBody>
        </p:sp>
      </p:grpSp>
      <p:cxnSp>
        <p:nvCxnSpPr>
          <p:cNvPr id="841" name="Google Shape;841;p28"/>
          <p:cNvCxnSpPr>
            <a:stCxn id="790" idx="1"/>
            <a:endCxn id="780" idx="6"/>
          </p:cNvCxnSpPr>
          <p:nvPr/>
        </p:nvCxnSpPr>
        <p:spPr>
          <a:xfrm rot="10800000">
            <a:off x="3444900" y="1911950"/>
            <a:ext cx="258600" cy="966000"/>
          </a:xfrm>
          <a:prstGeom prst="bentConnector3">
            <a:avLst>
              <a:gd fmla="val 50027" name="adj1"/>
            </a:avLst>
          </a:prstGeom>
          <a:noFill/>
          <a:ln cap="flat" cmpd="sng" w="19050">
            <a:solidFill>
              <a:schemeClr val="dk1"/>
            </a:solidFill>
            <a:prstDash val="solid"/>
            <a:round/>
            <a:headEnd len="med" w="med" type="none"/>
            <a:tailEnd len="med" w="med" type="none"/>
          </a:ln>
        </p:spPr>
      </p:cxnSp>
      <p:cxnSp>
        <p:nvCxnSpPr>
          <p:cNvPr id="842" name="Google Shape;842;p28"/>
          <p:cNvCxnSpPr>
            <a:stCxn id="790" idx="1"/>
            <a:endCxn id="779" idx="6"/>
          </p:cNvCxnSpPr>
          <p:nvPr/>
        </p:nvCxnSpPr>
        <p:spPr>
          <a:xfrm flipH="1">
            <a:off x="3444900" y="2877950"/>
            <a:ext cx="258600" cy="600"/>
          </a:xfrm>
          <a:prstGeom prst="bentConnector3">
            <a:avLst>
              <a:gd fmla="val 50027" name="adj1"/>
            </a:avLst>
          </a:prstGeom>
          <a:noFill/>
          <a:ln cap="flat" cmpd="sng" w="19050">
            <a:solidFill>
              <a:schemeClr val="dk1"/>
            </a:solidFill>
            <a:prstDash val="solid"/>
            <a:round/>
            <a:headEnd len="med" w="med" type="none"/>
            <a:tailEnd len="med" w="med" type="none"/>
          </a:ln>
        </p:spPr>
      </p:cxnSp>
      <p:cxnSp>
        <p:nvCxnSpPr>
          <p:cNvPr id="843" name="Google Shape;843;p28"/>
          <p:cNvCxnSpPr>
            <a:stCxn id="790" idx="1"/>
            <a:endCxn id="778" idx="6"/>
          </p:cNvCxnSpPr>
          <p:nvPr/>
        </p:nvCxnSpPr>
        <p:spPr>
          <a:xfrm flipH="1">
            <a:off x="3444900" y="2877950"/>
            <a:ext cx="258600" cy="966000"/>
          </a:xfrm>
          <a:prstGeom prst="bentConnector3">
            <a:avLst>
              <a:gd fmla="val 50027" name="adj1"/>
            </a:avLst>
          </a:prstGeom>
          <a:noFill/>
          <a:ln cap="flat" cmpd="sng" w="19050">
            <a:solidFill>
              <a:schemeClr val="dk1"/>
            </a:solidFill>
            <a:prstDash val="solid"/>
            <a:round/>
            <a:headEnd len="med" w="med" type="none"/>
            <a:tailEnd len="med" w="med" type="none"/>
          </a:ln>
        </p:spPr>
      </p:cxnSp>
      <p:cxnSp>
        <p:nvCxnSpPr>
          <p:cNvPr id="844" name="Google Shape;844;p28"/>
          <p:cNvCxnSpPr>
            <a:stCxn id="790" idx="3"/>
            <a:endCxn id="783" idx="2"/>
          </p:cNvCxnSpPr>
          <p:nvPr/>
        </p:nvCxnSpPr>
        <p:spPr>
          <a:xfrm flipH="1" rot="10800000">
            <a:off x="5443200" y="1911950"/>
            <a:ext cx="258000" cy="966000"/>
          </a:xfrm>
          <a:prstGeom prst="bentConnector3">
            <a:avLst>
              <a:gd fmla="val 49988" name="adj1"/>
            </a:avLst>
          </a:prstGeom>
          <a:noFill/>
          <a:ln cap="flat" cmpd="sng" w="19050">
            <a:solidFill>
              <a:schemeClr val="dk1"/>
            </a:solidFill>
            <a:prstDash val="solid"/>
            <a:round/>
            <a:headEnd len="med" w="med" type="none"/>
            <a:tailEnd len="med" w="med" type="none"/>
          </a:ln>
        </p:spPr>
      </p:cxnSp>
      <p:cxnSp>
        <p:nvCxnSpPr>
          <p:cNvPr id="845" name="Google Shape;845;p28"/>
          <p:cNvCxnSpPr>
            <a:stCxn id="790" idx="3"/>
            <a:endCxn id="782" idx="2"/>
          </p:cNvCxnSpPr>
          <p:nvPr/>
        </p:nvCxnSpPr>
        <p:spPr>
          <a:xfrm>
            <a:off x="5443200" y="2877950"/>
            <a:ext cx="258000" cy="600"/>
          </a:xfrm>
          <a:prstGeom prst="bentConnector3">
            <a:avLst>
              <a:gd fmla="val 49988" name="adj1"/>
            </a:avLst>
          </a:prstGeom>
          <a:noFill/>
          <a:ln cap="flat" cmpd="sng" w="19050">
            <a:solidFill>
              <a:schemeClr val="dk1"/>
            </a:solidFill>
            <a:prstDash val="solid"/>
            <a:round/>
            <a:headEnd len="med" w="med" type="none"/>
            <a:tailEnd len="med" w="med" type="none"/>
          </a:ln>
        </p:spPr>
      </p:cxnSp>
      <p:cxnSp>
        <p:nvCxnSpPr>
          <p:cNvPr id="846" name="Google Shape;846;p28"/>
          <p:cNvCxnSpPr>
            <a:stCxn id="790" idx="3"/>
            <a:endCxn id="781" idx="2"/>
          </p:cNvCxnSpPr>
          <p:nvPr/>
        </p:nvCxnSpPr>
        <p:spPr>
          <a:xfrm>
            <a:off x="5443200" y="2877950"/>
            <a:ext cx="258000" cy="966000"/>
          </a:xfrm>
          <a:prstGeom prst="bentConnector3">
            <a:avLst>
              <a:gd fmla="val 49988" name="adj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29"/>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852" name="Google Shape;852;p29"/>
          <p:cNvGrpSpPr/>
          <p:nvPr/>
        </p:nvGrpSpPr>
        <p:grpSpPr>
          <a:xfrm>
            <a:off x="3901508" y="3810056"/>
            <a:ext cx="1342909" cy="667553"/>
            <a:chOff x="296725" y="1656799"/>
            <a:chExt cx="4651571" cy="1685314"/>
          </a:xfrm>
        </p:grpSpPr>
        <p:sp>
          <p:nvSpPr>
            <p:cNvPr id="853" name="Google Shape;853;p2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2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5" name="Google Shape;855;p2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6" name="Google Shape;856;p2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57" name="Google Shape;857;p29"/>
          <p:cNvGrpSpPr/>
          <p:nvPr/>
        </p:nvGrpSpPr>
        <p:grpSpPr>
          <a:xfrm>
            <a:off x="6227113" y="3809972"/>
            <a:ext cx="1343374" cy="667722"/>
            <a:chOff x="296725" y="1656799"/>
            <a:chExt cx="4651571" cy="1685314"/>
          </a:xfrm>
        </p:grpSpPr>
        <p:sp>
          <p:nvSpPr>
            <p:cNvPr id="858" name="Google Shape;858;p2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9" name="Google Shape;859;p2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0" name="Google Shape;860;p2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1" name="Google Shape;861;p2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62" name="Google Shape;862;p29"/>
          <p:cNvGrpSpPr/>
          <p:nvPr/>
        </p:nvGrpSpPr>
        <p:grpSpPr>
          <a:xfrm>
            <a:off x="1573746" y="3810056"/>
            <a:ext cx="1342909" cy="667553"/>
            <a:chOff x="296725" y="1656799"/>
            <a:chExt cx="4651571" cy="1685314"/>
          </a:xfrm>
        </p:grpSpPr>
        <p:sp>
          <p:nvSpPr>
            <p:cNvPr id="863" name="Google Shape;863;p29"/>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29"/>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5" name="Google Shape;865;p29"/>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29"/>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867" name="Google Shape;867;p29"/>
          <p:cNvGrpSpPr/>
          <p:nvPr/>
        </p:nvGrpSpPr>
        <p:grpSpPr>
          <a:xfrm>
            <a:off x="4397450" y="3970182"/>
            <a:ext cx="351024" cy="347301"/>
            <a:chOff x="946175" y="3619500"/>
            <a:chExt cx="296975" cy="293825"/>
          </a:xfrm>
        </p:grpSpPr>
        <p:sp>
          <p:nvSpPr>
            <p:cNvPr id="868" name="Google Shape;868;p29"/>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9"/>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9"/>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9"/>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9"/>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9"/>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4" name="Google Shape;874;p29"/>
          <p:cNvGrpSpPr/>
          <p:nvPr/>
        </p:nvGrpSpPr>
        <p:grpSpPr>
          <a:xfrm>
            <a:off x="2070161" y="3968793"/>
            <a:ext cx="350079" cy="350079"/>
            <a:chOff x="2037825" y="3254050"/>
            <a:chExt cx="296175" cy="296175"/>
          </a:xfrm>
        </p:grpSpPr>
        <p:sp>
          <p:nvSpPr>
            <p:cNvPr id="875" name="Google Shape;875;p29"/>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9"/>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9"/>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9"/>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9"/>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1" name="Google Shape;881;p29"/>
          <p:cNvGrpSpPr/>
          <p:nvPr/>
        </p:nvGrpSpPr>
        <p:grpSpPr>
          <a:xfrm>
            <a:off x="6745184" y="3969266"/>
            <a:ext cx="307231" cy="349133"/>
            <a:chOff x="5736525" y="3963700"/>
            <a:chExt cx="259925" cy="295375"/>
          </a:xfrm>
        </p:grpSpPr>
        <p:sp>
          <p:nvSpPr>
            <p:cNvPr id="882" name="Google Shape;882;p29"/>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9"/>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9"/>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9"/>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9"/>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9"/>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 name="Google Shape;889;p29"/>
          <p:cNvGrpSpPr/>
          <p:nvPr/>
        </p:nvGrpSpPr>
        <p:grpSpPr>
          <a:xfrm>
            <a:off x="1689306" y="1380876"/>
            <a:ext cx="1111788" cy="1111788"/>
            <a:chOff x="5844150" y="1341599"/>
            <a:chExt cx="667500" cy="667500"/>
          </a:xfrm>
        </p:grpSpPr>
        <p:sp>
          <p:nvSpPr>
            <p:cNvPr id="890" name="Google Shape;890;p29"/>
            <p:cNvSpPr/>
            <p:nvPr/>
          </p:nvSpPr>
          <p:spPr>
            <a:xfrm>
              <a:off x="5844150" y="1341599"/>
              <a:ext cx="667500" cy="66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solidFill>
                  <a:schemeClr val="accent4"/>
                </a:solidFill>
                <a:latin typeface="Bellefair"/>
                <a:ea typeface="Bellefair"/>
                <a:cs typeface="Bellefair"/>
                <a:sym typeface="Bellefair"/>
              </a:endParaRPr>
            </a:p>
          </p:txBody>
        </p:sp>
        <p:sp>
          <p:nvSpPr>
            <p:cNvPr id="891" name="Google Shape;891;p29"/>
            <p:cNvSpPr/>
            <p:nvPr/>
          </p:nvSpPr>
          <p:spPr>
            <a:xfrm>
              <a:off x="5888500" y="1386025"/>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892" name="Google Shape;892;p29"/>
          <p:cNvGrpSpPr/>
          <p:nvPr/>
        </p:nvGrpSpPr>
        <p:grpSpPr>
          <a:xfrm>
            <a:off x="4017069" y="1380876"/>
            <a:ext cx="1111788" cy="1111788"/>
            <a:chOff x="5844150" y="1341599"/>
            <a:chExt cx="667500" cy="667500"/>
          </a:xfrm>
        </p:grpSpPr>
        <p:sp>
          <p:nvSpPr>
            <p:cNvPr id="893" name="Google Shape;893;p29"/>
            <p:cNvSpPr/>
            <p:nvPr/>
          </p:nvSpPr>
          <p:spPr>
            <a:xfrm>
              <a:off x="5844150" y="1341599"/>
              <a:ext cx="667500" cy="667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solidFill>
                  <a:schemeClr val="accent4"/>
                </a:solidFill>
                <a:latin typeface="Bellefair"/>
                <a:ea typeface="Bellefair"/>
                <a:cs typeface="Bellefair"/>
                <a:sym typeface="Bellefair"/>
              </a:endParaRPr>
            </a:p>
          </p:txBody>
        </p:sp>
        <p:sp>
          <p:nvSpPr>
            <p:cNvPr id="894" name="Google Shape;894;p29"/>
            <p:cNvSpPr/>
            <p:nvPr/>
          </p:nvSpPr>
          <p:spPr>
            <a:xfrm>
              <a:off x="5888500" y="1386025"/>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895" name="Google Shape;895;p29"/>
          <p:cNvGrpSpPr/>
          <p:nvPr/>
        </p:nvGrpSpPr>
        <p:grpSpPr>
          <a:xfrm>
            <a:off x="6342906" y="1380876"/>
            <a:ext cx="1111788" cy="1111788"/>
            <a:chOff x="5844150" y="1341599"/>
            <a:chExt cx="667500" cy="667500"/>
          </a:xfrm>
        </p:grpSpPr>
        <p:sp>
          <p:nvSpPr>
            <p:cNvPr id="896" name="Google Shape;896;p29"/>
            <p:cNvSpPr/>
            <p:nvPr/>
          </p:nvSpPr>
          <p:spPr>
            <a:xfrm>
              <a:off x="5844150" y="1341599"/>
              <a:ext cx="667500" cy="667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solidFill>
                  <a:schemeClr val="accent4"/>
                </a:solidFill>
                <a:latin typeface="Bellefair"/>
                <a:ea typeface="Bellefair"/>
                <a:cs typeface="Bellefair"/>
                <a:sym typeface="Bellefair"/>
              </a:endParaRPr>
            </a:p>
          </p:txBody>
        </p:sp>
        <p:sp>
          <p:nvSpPr>
            <p:cNvPr id="897" name="Google Shape;897;p29"/>
            <p:cNvSpPr/>
            <p:nvPr/>
          </p:nvSpPr>
          <p:spPr>
            <a:xfrm>
              <a:off x="5888500" y="1386025"/>
              <a:ext cx="578700" cy="5787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Bellefair"/>
                <a:ea typeface="Bellefair"/>
                <a:cs typeface="Bellefair"/>
                <a:sym typeface="Bellefair"/>
              </a:endParaRPr>
            </a:p>
          </p:txBody>
        </p:sp>
      </p:grpSp>
      <p:grpSp>
        <p:nvGrpSpPr>
          <p:cNvPr id="898" name="Google Shape;898;p29"/>
          <p:cNvGrpSpPr/>
          <p:nvPr/>
        </p:nvGrpSpPr>
        <p:grpSpPr>
          <a:xfrm>
            <a:off x="5964000" y="1593750"/>
            <a:ext cx="1869600" cy="2010902"/>
            <a:chOff x="5964000" y="1593750"/>
            <a:chExt cx="1869600" cy="2010902"/>
          </a:xfrm>
        </p:grpSpPr>
        <p:grpSp>
          <p:nvGrpSpPr>
            <p:cNvPr id="899" name="Google Shape;899;p29"/>
            <p:cNvGrpSpPr/>
            <p:nvPr/>
          </p:nvGrpSpPr>
          <p:grpSpPr>
            <a:xfrm>
              <a:off x="5964000" y="2698100"/>
              <a:ext cx="1869600" cy="906552"/>
              <a:chOff x="5964963" y="2698100"/>
              <a:chExt cx="1869600" cy="906552"/>
            </a:xfrm>
          </p:grpSpPr>
          <p:sp>
            <p:nvSpPr>
              <p:cNvPr id="900" name="Google Shape;900;p29"/>
              <p:cNvSpPr txBox="1"/>
              <p:nvPr/>
            </p:nvSpPr>
            <p:spPr>
              <a:xfrm>
                <a:off x="59649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901" name="Google Shape;901;p29"/>
              <p:cNvSpPr txBox="1"/>
              <p:nvPr/>
            </p:nvSpPr>
            <p:spPr>
              <a:xfrm>
                <a:off x="5964963" y="3122252"/>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grpSp>
        <p:sp>
          <p:nvSpPr>
            <p:cNvPr id="902" name="Google Shape;902;p29"/>
            <p:cNvSpPr txBox="1"/>
            <p:nvPr/>
          </p:nvSpPr>
          <p:spPr>
            <a:xfrm>
              <a:off x="6378750" y="1593750"/>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88%</a:t>
              </a:r>
              <a:endParaRPr sz="2400">
                <a:solidFill>
                  <a:schemeClr val="accent4"/>
                </a:solidFill>
                <a:latin typeface="Bellefair"/>
                <a:ea typeface="Bellefair"/>
                <a:cs typeface="Bellefair"/>
                <a:sym typeface="Bellefair"/>
              </a:endParaRPr>
            </a:p>
          </p:txBody>
        </p:sp>
      </p:grpSp>
      <p:grpSp>
        <p:nvGrpSpPr>
          <p:cNvPr id="903" name="Google Shape;903;p29"/>
          <p:cNvGrpSpPr/>
          <p:nvPr/>
        </p:nvGrpSpPr>
        <p:grpSpPr>
          <a:xfrm>
            <a:off x="3638163" y="1593750"/>
            <a:ext cx="1869600" cy="2010902"/>
            <a:chOff x="3638163" y="1593750"/>
            <a:chExt cx="1869600" cy="2010902"/>
          </a:xfrm>
        </p:grpSpPr>
        <p:grpSp>
          <p:nvGrpSpPr>
            <p:cNvPr id="904" name="Google Shape;904;p29"/>
            <p:cNvGrpSpPr/>
            <p:nvPr/>
          </p:nvGrpSpPr>
          <p:grpSpPr>
            <a:xfrm>
              <a:off x="3638163" y="2698100"/>
              <a:ext cx="1869600" cy="906552"/>
              <a:chOff x="3638163" y="2698100"/>
              <a:chExt cx="1869600" cy="906552"/>
            </a:xfrm>
          </p:grpSpPr>
          <p:sp>
            <p:nvSpPr>
              <p:cNvPr id="905" name="Google Shape;905;p29"/>
              <p:cNvSpPr txBox="1"/>
              <p:nvPr/>
            </p:nvSpPr>
            <p:spPr>
              <a:xfrm>
                <a:off x="36381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906" name="Google Shape;906;p29"/>
              <p:cNvSpPr txBox="1"/>
              <p:nvPr/>
            </p:nvSpPr>
            <p:spPr>
              <a:xfrm>
                <a:off x="3638163" y="3122252"/>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grpSp>
        <p:sp>
          <p:nvSpPr>
            <p:cNvPr id="907" name="Google Shape;907;p29"/>
            <p:cNvSpPr txBox="1"/>
            <p:nvPr/>
          </p:nvSpPr>
          <p:spPr>
            <a:xfrm>
              <a:off x="4051950" y="1593750"/>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99</a:t>
              </a:r>
              <a:r>
                <a:rPr lang="en" sz="2400">
                  <a:solidFill>
                    <a:schemeClr val="accent4"/>
                  </a:solidFill>
                  <a:latin typeface="Bellefair"/>
                  <a:ea typeface="Bellefair"/>
                  <a:cs typeface="Bellefair"/>
                  <a:sym typeface="Bellefair"/>
                </a:rPr>
                <a:t>%</a:t>
              </a:r>
              <a:endParaRPr sz="2400">
                <a:solidFill>
                  <a:schemeClr val="accent4"/>
                </a:solidFill>
                <a:latin typeface="Bellefair"/>
                <a:ea typeface="Bellefair"/>
                <a:cs typeface="Bellefair"/>
                <a:sym typeface="Bellefair"/>
              </a:endParaRPr>
            </a:p>
          </p:txBody>
        </p:sp>
      </p:grpSp>
      <p:grpSp>
        <p:nvGrpSpPr>
          <p:cNvPr id="908" name="Google Shape;908;p29"/>
          <p:cNvGrpSpPr/>
          <p:nvPr/>
        </p:nvGrpSpPr>
        <p:grpSpPr>
          <a:xfrm>
            <a:off x="1310400" y="1593750"/>
            <a:ext cx="1869600" cy="2010902"/>
            <a:chOff x="1310400" y="1593750"/>
            <a:chExt cx="1869600" cy="2010902"/>
          </a:xfrm>
        </p:grpSpPr>
        <p:grpSp>
          <p:nvGrpSpPr>
            <p:cNvPr id="909" name="Google Shape;909;p29"/>
            <p:cNvGrpSpPr/>
            <p:nvPr/>
          </p:nvGrpSpPr>
          <p:grpSpPr>
            <a:xfrm>
              <a:off x="1310400" y="2698100"/>
              <a:ext cx="1869600" cy="906552"/>
              <a:chOff x="1311363" y="2698100"/>
              <a:chExt cx="1869600" cy="906552"/>
            </a:xfrm>
          </p:grpSpPr>
          <p:sp>
            <p:nvSpPr>
              <p:cNvPr id="910" name="Google Shape;910;p29"/>
              <p:cNvSpPr txBox="1"/>
              <p:nvPr/>
            </p:nvSpPr>
            <p:spPr>
              <a:xfrm>
                <a:off x="13113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Neptune</a:t>
                </a:r>
                <a:endParaRPr sz="2400">
                  <a:solidFill>
                    <a:srgbClr val="9C786B"/>
                  </a:solidFill>
                  <a:latin typeface="Bellefair"/>
                  <a:ea typeface="Bellefair"/>
                  <a:cs typeface="Bellefair"/>
                  <a:sym typeface="Bellefair"/>
                </a:endParaRPr>
              </a:p>
            </p:txBody>
          </p:sp>
          <p:sp>
            <p:nvSpPr>
              <p:cNvPr id="911" name="Google Shape;911;p29"/>
              <p:cNvSpPr txBox="1"/>
              <p:nvPr/>
            </p:nvSpPr>
            <p:spPr>
              <a:xfrm>
                <a:off x="1311363" y="3122252"/>
                <a:ext cx="1869600" cy="482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It’s the farthest planet from the Sun</a:t>
                </a:r>
                <a:endParaRPr>
                  <a:solidFill>
                    <a:srgbClr val="9C786B"/>
                  </a:solidFill>
                  <a:latin typeface="Bellota Text"/>
                  <a:ea typeface="Bellota Text"/>
                  <a:cs typeface="Bellota Text"/>
                  <a:sym typeface="Bellota Text"/>
                </a:endParaRPr>
              </a:p>
            </p:txBody>
          </p:sp>
        </p:grpSp>
        <p:sp>
          <p:nvSpPr>
            <p:cNvPr id="912" name="Google Shape;912;p29"/>
            <p:cNvSpPr txBox="1"/>
            <p:nvPr/>
          </p:nvSpPr>
          <p:spPr>
            <a:xfrm>
              <a:off x="1727075" y="1593750"/>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79</a:t>
              </a:r>
              <a:r>
                <a:rPr lang="en" sz="2400">
                  <a:solidFill>
                    <a:schemeClr val="accent4"/>
                  </a:solidFill>
                  <a:latin typeface="Bellefair"/>
                  <a:ea typeface="Bellefair"/>
                  <a:cs typeface="Bellefair"/>
                  <a:sym typeface="Bellefair"/>
                </a:rPr>
                <a:t>%</a:t>
              </a:r>
              <a:endParaRPr sz="2400">
                <a:solidFill>
                  <a:schemeClr val="accent4"/>
                </a:solidFill>
                <a:latin typeface="Bellefair"/>
                <a:ea typeface="Bellefair"/>
                <a:cs typeface="Bellefair"/>
                <a:sym typeface="Bellefai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cxnSp>
        <p:nvCxnSpPr>
          <p:cNvPr id="917" name="Google Shape;917;p30"/>
          <p:cNvCxnSpPr>
            <a:stCxn id="918" idx="3"/>
            <a:endCxn id="919" idx="1"/>
          </p:cNvCxnSpPr>
          <p:nvPr/>
        </p:nvCxnSpPr>
        <p:spPr>
          <a:xfrm>
            <a:off x="5599225" y="2877950"/>
            <a:ext cx="1290000" cy="276900"/>
          </a:xfrm>
          <a:prstGeom prst="bentConnector3">
            <a:avLst>
              <a:gd fmla="val 50004" name="adj1"/>
            </a:avLst>
          </a:prstGeom>
          <a:noFill/>
          <a:ln cap="flat" cmpd="sng" w="19050">
            <a:solidFill>
              <a:schemeClr val="dk1"/>
            </a:solidFill>
            <a:prstDash val="solid"/>
            <a:round/>
            <a:headEnd len="med" w="med" type="none"/>
            <a:tailEnd len="med" w="med" type="oval"/>
          </a:ln>
        </p:spPr>
      </p:cxnSp>
      <p:cxnSp>
        <p:nvCxnSpPr>
          <p:cNvPr id="920" name="Google Shape;920;p30"/>
          <p:cNvCxnSpPr>
            <a:stCxn id="918" idx="1"/>
            <a:endCxn id="921" idx="3"/>
          </p:cNvCxnSpPr>
          <p:nvPr/>
        </p:nvCxnSpPr>
        <p:spPr>
          <a:xfrm flipH="1">
            <a:off x="2257525" y="2877950"/>
            <a:ext cx="1290000" cy="276900"/>
          </a:xfrm>
          <a:prstGeom prst="bentConnector3">
            <a:avLst>
              <a:gd fmla="val 49998" name="adj1"/>
            </a:avLst>
          </a:prstGeom>
          <a:noFill/>
          <a:ln cap="flat" cmpd="sng" w="19050">
            <a:solidFill>
              <a:schemeClr val="dk1"/>
            </a:solidFill>
            <a:prstDash val="solid"/>
            <a:round/>
            <a:headEnd len="med" w="med" type="none"/>
            <a:tailEnd len="med" w="med" type="oval"/>
          </a:ln>
        </p:spPr>
      </p:cxnSp>
      <p:sp>
        <p:nvSpPr>
          <p:cNvPr id="919" name="Google Shape;919;p30"/>
          <p:cNvSpPr/>
          <p:nvPr/>
        </p:nvSpPr>
        <p:spPr>
          <a:xfrm>
            <a:off x="6889325" y="2997388"/>
            <a:ext cx="5310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0"/>
          <p:cNvSpPr/>
          <p:nvPr/>
        </p:nvSpPr>
        <p:spPr>
          <a:xfrm>
            <a:off x="1726575" y="2997388"/>
            <a:ext cx="5310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2" name="Google Shape;922;p30"/>
          <p:cNvCxnSpPr>
            <a:stCxn id="918" idx="0"/>
            <a:endCxn id="923" idx="3"/>
          </p:cNvCxnSpPr>
          <p:nvPr/>
        </p:nvCxnSpPr>
        <p:spPr>
          <a:xfrm flipH="1" rot="5400000">
            <a:off x="2967475" y="764000"/>
            <a:ext cx="896100" cy="2315700"/>
          </a:xfrm>
          <a:prstGeom prst="bentConnector2">
            <a:avLst/>
          </a:prstGeom>
          <a:noFill/>
          <a:ln cap="flat" cmpd="sng" w="19050">
            <a:solidFill>
              <a:schemeClr val="dk1"/>
            </a:solidFill>
            <a:prstDash val="solid"/>
            <a:round/>
            <a:headEnd len="med" w="med" type="none"/>
            <a:tailEnd len="med" w="med" type="oval"/>
          </a:ln>
        </p:spPr>
      </p:cxnSp>
      <p:cxnSp>
        <p:nvCxnSpPr>
          <p:cNvPr id="924" name="Google Shape;924;p30"/>
          <p:cNvCxnSpPr>
            <a:stCxn id="918" idx="0"/>
            <a:endCxn id="925" idx="1"/>
          </p:cNvCxnSpPr>
          <p:nvPr/>
        </p:nvCxnSpPr>
        <p:spPr>
          <a:xfrm rot="-5400000">
            <a:off x="5283325" y="763850"/>
            <a:ext cx="896100" cy="2316000"/>
          </a:xfrm>
          <a:prstGeom prst="bentConnector2">
            <a:avLst/>
          </a:prstGeom>
          <a:noFill/>
          <a:ln cap="flat" cmpd="sng" w="19050">
            <a:solidFill>
              <a:schemeClr val="dk1"/>
            </a:solidFill>
            <a:prstDash val="solid"/>
            <a:round/>
            <a:headEnd len="med" w="med" type="none"/>
            <a:tailEnd len="med" w="med" type="oval"/>
          </a:ln>
        </p:spPr>
      </p:cxnSp>
      <p:sp>
        <p:nvSpPr>
          <p:cNvPr id="925" name="Google Shape;925;p30"/>
          <p:cNvSpPr/>
          <p:nvPr/>
        </p:nvSpPr>
        <p:spPr>
          <a:xfrm>
            <a:off x="6889325" y="1316450"/>
            <a:ext cx="5310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0"/>
          <p:cNvSpPr/>
          <p:nvPr/>
        </p:nvSpPr>
        <p:spPr>
          <a:xfrm>
            <a:off x="1726575" y="1316450"/>
            <a:ext cx="531000" cy="31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30"/>
          <p:cNvGrpSpPr/>
          <p:nvPr/>
        </p:nvGrpSpPr>
        <p:grpSpPr>
          <a:xfrm>
            <a:off x="3285567" y="1867985"/>
            <a:ext cx="2573041" cy="2019936"/>
            <a:chOff x="3163775" y="1783494"/>
            <a:chExt cx="2817918" cy="2473290"/>
          </a:xfrm>
        </p:grpSpPr>
        <p:sp>
          <p:nvSpPr>
            <p:cNvPr id="927" name="Google Shape;927;p30"/>
            <p:cNvSpPr/>
            <p:nvPr/>
          </p:nvSpPr>
          <p:spPr>
            <a:xfrm>
              <a:off x="3163775" y="1783494"/>
              <a:ext cx="2817918" cy="2473290"/>
            </a:xfrm>
            <a:custGeom>
              <a:rect b="b" l="l" r="r" t="t"/>
              <a:pathLst>
                <a:path extrusionOk="0" h="24207" w="27580">
                  <a:moveTo>
                    <a:pt x="6266" y="1"/>
                  </a:moveTo>
                  <a:cubicBezTo>
                    <a:pt x="6041" y="1"/>
                    <a:pt x="5818" y="26"/>
                    <a:pt x="5594" y="93"/>
                  </a:cubicBezTo>
                  <a:cubicBezTo>
                    <a:pt x="5294" y="169"/>
                    <a:pt x="5010" y="349"/>
                    <a:pt x="4694" y="363"/>
                  </a:cubicBezTo>
                  <a:cubicBezTo>
                    <a:pt x="4593" y="366"/>
                    <a:pt x="4492" y="367"/>
                    <a:pt x="4391" y="367"/>
                  </a:cubicBezTo>
                  <a:cubicBezTo>
                    <a:pt x="3937" y="367"/>
                    <a:pt x="3481" y="341"/>
                    <a:pt x="3014" y="303"/>
                  </a:cubicBezTo>
                  <a:cubicBezTo>
                    <a:pt x="2880" y="303"/>
                    <a:pt x="2730" y="289"/>
                    <a:pt x="2595" y="289"/>
                  </a:cubicBezTo>
                  <a:cubicBezTo>
                    <a:pt x="2520" y="289"/>
                    <a:pt x="2445" y="273"/>
                    <a:pt x="2385" y="273"/>
                  </a:cubicBezTo>
                  <a:cubicBezTo>
                    <a:pt x="2345" y="273"/>
                    <a:pt x="2298" y="267"/>
                    <a:pt x="2254" y="267"/>
                  </a:cubicBezTo>
                  <a:cubicBezTo>
                    <a:pt x="2232" y="267"/>
                    <a:pt x="2210" y="268"/>
                    <a:pt x="2190" y="273"/>
                  </a:cubicBezTo>
                  <a:cubicBezTo>
                    <a:pt x="2145" y="273"/>
                    <a:pt x="2100" y="289"/>
                    <a:pt x="2055" y="289"/>
                  </a:cubicBezTo>
                  <a:lnTo>
                    <a:pt x="1365" y="289"/>
                  </a:lnTo>
                  <a:cubicBezTo>
                    <a:pt x="1290" y="273"/>
                    <a:pt x="1230" y="259"/>
                    <a:pt x="1170" y="259"/>
                  </a:cubicBezTo>
                  <a:cubicBezTo>
                    <a:pt x="1150" y="254"/>
                    <a:pt x="1130" y="252"/>
                    <a:pt x="1111" y="252"/>
                  </a:cubicBezTo>
                  <a:cubicBezTo>
                    <a:pt x="1072" y="252"/>
                    <a:pt x="1035" y="259"/>
                    <a:pt x="1005" y="259"/>
                  </a:cubicBezTo>
                  <a:cubicBezTo>
                    <a:pt x="855" y="259"/>
                    <a:pt x="721" y="243"/>
                    <a:pt x="571" y="243"/>
                  </a:cubicBezTo>
                  <a:cubicBezTo>
                    <a:pt x="541" y="243"/>
                    <a:pt x="511" y="229"/>
                    <a:pt x="465" y="229"/>
                  </a:cubicBezTo>
                  <a:lnTo>
                    <a:pt x="331" y="229"/>
                  </a:lnTo>
                  <a:cubicBezTo>
                    <a:pt x="285" y="229"/>
                    <a:pt x="285" y="229"/>
                    <a:pt x="285" y="273"/>
                  </a:cubicBezTo>
                  <a:cubicBezTo>
                    <a:pt x="255" y="349"/>
                    <a:pt x="241" y="439"/>
                    <a:pt x="255" y="513"/>
                  </a:cubicBezTo>
                  <a:cubicBezTo>
                    <a:pt x="271" y="603"/>
                    <a:pt x="315" y="693"/>
                    <a:pt x="331" y="783"/>
                  </a:cubicBezTo>
                  <a:cubicBezTo>
                    <a:pt x="331" y="813"/>
                    <a:pt x="345" y="843"/>
                    <a:pt x="345" y="873"/>
                  </a:cubicBezTo>
                  <a:cubicBezTo>
                    <a:pt x="361" y="889"/>
                    <a:pt x="361" y="919"/>
                    <a:pt x="361" y="933"/>
                  </a:cubicBezTo>
                  <a:cubicBezTo>
                    <a:pt x="375" y="1053"/>
                    <a:pt x="435" y="1173"/>
                    <a:pt x="451" y="1309"/>
                  </a:cubicBezTo>
                  <a:cubicBezTo>
                    <a:pt x="511" y="1729"/>
                    <a:pt x="451" y="2179"/>
                    <a:pt x="375" y="2613"/>
                  </a:cubicBezTo>
                  <a:cubicBezTo>
                    <a:pt x="315" y="2928"/>
                    <a:pt x="241" y="3228"/>
                    <a:pt x="315" y="3558"/>
                  </a:cubicBezTo>
                  <a:cubicBezTo>
                    <a:pt x="361" y="3813"/>
                    <a:pt x="571" y="3948"/>
                    <a:pt x="631" y="4173"/>
                  </a:cubicBezTo>
                  <a:cubicBezTo>
                    <a:pt x="661" y="4308"/>
                    <a:pt x="601" y="4428"/>
                    <a:pt x="691" y="4548"/>
                  </a:cubicBezTo>
                  <a:cubicBezTo>
                    <a:pt x="781" y="4682"/>
                    <a:pt x="931" y="4682"/>
                    <a:pt x="975" y="4908"/>
                  </a:cubicBezTo>
                  <a:cubicBezTo>
                    <a:pt x="1020" y="5148"/>
                    <a:pt x="811" y="5372"/>
                    <a:pt x="945" y="5598"/>
                  </a:cubicBezTo>
                  <a:cubicBezTo>
                    <a:pt x="1005" y="5702"/>
                    <a:pt x="1095" y="5748"/>
                    <a:pt x="1155" y="5852"/>
                  </a:cubicBezTo>
                  <a:cubicBezTo>
                    <a:pt x="1170" y="5912"/>
                    <a:pt x="1260" y="6108"/>
                    <a:pt x="1260" y="6168"/>
                  </a:cubicBezTo>
                  <a:cubicBezTo>
                    <a:pt x="1245" y="6272"/>
                    <a:pt x="1050" y="6422"/>
                    <a:pt x="975" y="6512"/>
                  </a:cubicBezTo>
                  <a:cubicBezTo>
                    <a:pt x="901" y="6618"/>
                    <a:pt x="811" y="6708"/>
                    <a:pt x="721" y="6812"/>
                  </a:cubicBezTo>
                  <a:cubicBezTo>
                    <a:pt x="601" y="6962"/>
                    <a:pt x="465" y="7098"/>
                    <a:pt x="331" y="7232"/>
                  </a:cubicBezTo>
                  <a:cubicBezTo>
                    <a:pt x="211" y="7352"/>
                    <a:pt x="165" y="7427"/>
                    <a:pt x="285" y="7607"/>
                  </a:cubicBezTo>
                  <a:cubicBezTo>
                    <a:pt x="331" y="7667"/>
                    <a:pt x="421" y="7697"/>
                    <a:pt x="465" y="7772"/>
                  </a:cubicBezTo>
                  <a:cubicBezTo>
                    <a:pt x="511" y="7892"/>
                    <a:pt x="435" y="8087"/>
                    <a:pt x="421" y="8207"/>
                  </a:cubicBezTo>
                  <a:cubicBezTo>
                    <a:pt x="361" y="8642"/>
                    <a:pt x="301" y="9077"/>
                    <a:pt x="225" y="9511"/>
                  </a:cubicBezTo>
                  <a:cubicBezTo>
                    <a:pt x="165" y="9781"/>
                    <a:pt x="225" y="10081"/>
                    <a:pt x="211" y="10351"/>
                  </a:cubicBezTo>
                  <a:cubicBezTo>
                    <a:pt x="195" y="10487"/>
                    <a:pt x="135" y="10591"/>
                    <a:pt x="121" y="10711"/>
                  </a:cubicBezTo>
                  <a:cubicBezTo>
                    <a:pt x="105" y="10877"/>
                    <a:pt x="255" y="11131"/>
                    <a:pt x="361" y="11281"/>
                  </a:cubicBezTo>
                  <a:cubicBezTo>
                    <a:pt x="465" y="11447"/>
                    <a:pt x="631" y="11581"/>
                    <a:pt x="721" y="11761"/>
                  </a:cubicBezTo>
                  <a:cubicBezTo>
                    <a:pt x="901" y="12107"/>
                    <a:pt x="765" y="12571"/>
                    <a:pt x="855" y="12931"/>
                  </a:cubicBezTo>
                  <a:cubicBezTo>
                    <a:pt x="915" y="13171"/>
                    <a:pt x="901" y="13471"/>
                    <a:pt x="901" y="13741"/>
                  </a:cubicBezTo>
                  <a:cubicBezTo>
                    <a:pt x="901" y="13861"/>
                    <a:pt x="945" y="13966"/>
                    <a:pt x="945" y="14056"/>
                  </a:cubicBezTo>
                  <a:cubicBezTo>
                    <a:pt x="960" y="14221"/>
                    <a:pt x="825" y="14281"/>
                    <a:pt x="661" y="14431"/>
                  </a:cubicBezTo>
                  <a:cubicBezTo>
                    <a:pt x="541" y="14521"/>
                    <a:pt x="405" y="14626"/>
                    <a:pt x="345" y="14760"/>
                  </a:cubicBezTo>
                  <a:cubicBezTo>
                    <a:pt x="255" y="14940"/>
                    <a:pt x="345" y="15046"/>
                    <a:pt x="375" y="15226"/>
                  </a:cubicBezTo>
                  <a:cubicBezTo>
                    <a:pt x="421" y="15526"/>
                    <a:pt x="285" y="15826"/>
                    <a:pt x="285" y="16140"/>
                  </a:cubicBezTo>
                  <a:cubicBezTo>
                    <a:pt x="285" y="16366"/>
                    <a:pt x="195" y="16486"/>
                    <a:pt x="211" y="16710"/>
                  </a:cubicBezTo>
                  <a:cubicBezTo>
                    <a:pt x="211" y="16920"/>
                    <a:pt x="211" y="17130"/>
                    <a:pt x="135" y="17340"/>
                  </a:cubicBezTo>
                  <a:cubicBezTo>
                    <a:pt x="91" y="17460"/>
                    <a:pt x="1" y="17550"/>
                    <a:pt x="31" y="17686"/>
                  </a:cubicBezTo>
                  <a:cubicBezTo>
                    <a:pt x="75" y="17925"/>
                    <a:pt x="391" y="18030"/>
                    <a:pt x="511" y="18210"/>
                  </a:cubicBezTo>
                  <a:cubicBezTo>
                    <a:pt x="615" y="18390"/>
                    <a:pt x="555" y="18765"/>
                    <a:pt x="601" y="18990"/>
                  </a:cubicBezTo>
                  <a:cubicBezTo>
                    <a:pt x="661" y="19320"/>
                    <a:pt x="631" y="19605"/>
                    <a:pt x="751" y="19919"/>
                  </a:cubicBezTo>
                  <a:cubicBezTo>
                    <a:pt x="841" y="20159"/>
                    <a:pt x="811" y="20385"/>
                    <a:pt x="811" y="20639"/>
                  </a:cubicBezTo>
                  <a:cubicBezTo>
                    <a:pt x="811" y="20729"/>
                    <a:pt x="841" y="20969"/>
                    <a:pt x="811" y="21059"/>
                  </a:cubicBezTo>
                  <a:cubicBezTo>
                    <a:pt x="765" y="21209"/>
                    <a:pt x="735" y="21135"/>
                    <a:pt x="631" y="21239"/>
                  </a:cubicBezTo>
                  <a:cubicBezTo>
                    <a:pt x="465" y="21405"/>
                    <a:pt x="391" y="21735"/>
                    <a:pt x="301" y="21929"/>
                  </a:cubicBezTo>
                  <a:cubicBezTo>
                    <a:pt x="1" y="22529"/>
                    <a:pt x="121" y="23279"/>
                    <a:pt x="121" y="23939"/>
                  </a:cubicBezTo>
                  <a:cubicBezTo>
                    <a:pt x="299" y="24015"/>
                    <a:pt x="509" y="24032"/>
                    <a:pt x="727" y="24032"/>
                  </a:cubicBezTo>
                  <a:cubicBezTo>
                    <a:pt x="901" y="24032"/>
                    <a:pt x="1080" y="24021"/>
                    <a:pt x="1251" y="24021"/>
                  </a:cubicBezTo>
                  <a:cubicBezTo>
                    <a:pt x="1369" y="24021"/>
                    <a:pt x="1484" y="24026"/>
                    <a:pt x="1590" y="24044"/>
                  </a:cubicBezTo>
                  <a:cubicBezTo>
                    <a:pt x="1830" y="24089"/>
                    <a:pt x="2055" y="24104"/>
                    <a:pt x="2310" y="24104"/>
                  </a:cubicBezTo>
                  <a:cubicBezTo>
                    <a:pt x="2745" y="24104"/>
                    <a:pt x="3134" y="24014"/>
                    <a:pt x="3570" y="24014"/>
                  </a:cubicBezTo>
                  <a:cubicBezTo>
                    <a:pt x="3626" y="24016"/>
                    <a:pt x="3683" y="24016"/>
                    <a:pt x="3739" y="24016"/>
                  </a:cubicBezTo>
                  <a:cubicBezTo>
                    <a:pt x="4324" y="24016"/>
                    <a:pt x="4899" y="23953"/>
                    <a:pt x="5474" y="23939"/>
                  </a:cubicBezTo>
                  <a:cubicBezTo>
                    <a:pt x="5760" y="23924"/>
                    <a:pt x="6044" y="23924"/>
                    <a:pt x="6329" y="23894"/>
                  </a:cubicBezTo>
                  <a:cubicBezTo>
                    <a:pt x="6450" y="23882"/>
                    <a:pt x="6610" y="23840"/>
                    <a:pt x="6753" y="23840"/>
                  </a:cubicBezTo>
                  <a:cubicBezTo>
                    <a:pt x="6788" y="23840"/>
                    <a:pt x="6822" y="23843"/>
                    <a:pt x="6854" y="23849"/>
                  </a:cubicBezTo>
                  <a:cubicBezTo>
                    <a:pt x="7004" y="23879"/>
                    <a:pt x="7139" y="23969"/>
                    <a:pt x="7304" y="23999"/>
                  </a:cubicBezTo>
                  <a:cubicBezTo>
                    <a:pt x="7426" y="24024"/>
                    <a:pt x="7548" y="24034"/>
                    <a:pt x="7671" y="24034"/>
                  </a:cubicBezTo>
                  <a:cubicBezTo>
                    <a:pt x="8087" y="24034"/>
                    <a:pt x="8507" y="23921"/>
                    <a:pt x="8920" y="23921"/>
                  </a:cubicBezTo>
                  <a:cubicBezTo>
                    <a:pt x="8956" y="23921"/>
                    <a:pt x="8993" y="23922"/>
                    <a:pt x="9029" y="23924"/>
                  </a:cubicBezTo>
                  <a:cubicBezTo>
                    <a:pt x="9193" y="23939"/>
                    <a:pt x="9283" y="24014"/>
                    <a:pt x="9463" y="24029"/>
                  </a:cubicBezTo>
                  <a:cubicBezTo>
                    <a:pt x="9899" y="24029"/>
                    <a:pt x="10333" y="24014"/>
                    <a:pt x="10783" y="24014"/>
                  </a:cubicBezTo>
                  <a:cubicBezTo>
                    <a:pt x="11041" y="24014"/>
                    <a:pt x="11316" y="24039"/>
                    <a:pt x="11588" y="24039"/>
                  </a:cubicBezTo>
                  <a:cubicBezTo>
                    <a:pt x="11680" y="24039"/>
                    <a:pt x="11772" y="24036"/>
                    <a:pt x="11863" y="24029"/>
                  </a:cubicBezTo>
                  <a:cubicBezTo>
                    <a:pt x="12043" y="24014"/>
                    <a:pt x="12133" y="23924"/>
                    <a:pt x="12268" y="23864"/>
                  </a:cubicBezTo>
                  <a:cubicBezTo>
                    <a:pt x="12503" y="23768"/>
                    <a:pt x="12752" y="23748"/>
                    <a:pt x="13006" y="23748"/>
                  </a:cubicBezTo>
                  <a:cubicBezTo>
                    <a:pt x="13190" y="23748"/>
                    <a:pt x="13375" y="23759"/>
                    <a:pt x="13558" y="23759"/>
                  </a:cubicBezTo>
                  <a:cubicBezTo>
                    <a:pt x="13722" y="23909"/>
                    <a:pt x="13858" y="23924"/>
                    <a:pt x="14052" y="23954"/>
                  </a:cubicBezTo>
                  <a:cubicBezTo>
                    <a:pt x="14382" y="23999"/>
                    <a:pt x="14712" y="24029"/>
                    <a:pt x="15028" y="24089"/>
                  </a:cubicBezTo>
                  <a:cubicBezTo>
                    <a:pt x="15193" y="24123"/>
                    <a:pt x="15367" y="24140"/>
                    <a:pt x="15545" y="24140"/>
                  </a:cubicBezTo>
                  <a:cubicBezTo>
                    <a:pt x="15915" y="24140"/>
                    <a:pt x="16298" y="24066"/>
                    <a:pt x="16632" y="23924"/>
                  </a:cubicBezTo>
                  <a:cubicBezTo>
                    <a:pt x="16823" y="23852"/>
                    <a:pt x="17031" y="23835"/>
                    <a:pt x="17242" y="23835"/>
                  </a:cubicBezTo>
                  <a:cubicBezTo>
                    <a:pt x="17429" y="23835"/>
                    <a:pt x="17619" y="23849"/>
                    <a:pt x="17802" y="23849"/>
                  </a:cubicBezTo>
                  <a:cubicBezTo>
                    <a:pt x="18342" y="23849"/>
                    <a:pt x="18867" y="23789"/>
                    <a:pt x="19407" y="23744"/>
                  </a:cubicBezTo>
                  <a:cubicBezTo>
                    <a:pt x="19971" y="23699"/>
                    <a:pt x="20569" y="23638"/>
                    <a:pt x="21156" y="23638"/>
                  </a:cubicBezTo>
                  <a:cubicBezTo>
                    <a:pt x="21551" y="23638"/>
                    <a:pt x="21942" y="23666"/>
                    <a:pt x="22316" y="23744"/>
                  </a:cubicBezTo>
                  <a:cubicBezTo>
                    <a:pt x="22526" y="23774"/>
                    <a:pt x="22736" y="23789"/>
                    <a:pt x="22946" y="23834"/>
                  </a:cubicBezTo>
                  <a:cubicBezTo>
                    <a:pt x="23051" y="23849"/>
                    <a:pt x="23160" y="23857"/>
                    <a:pt x="23270" y="23857"/>
                  </a:cubicBezTo>
                  <a:cubicBezTo>
                    <a:pt x="23381" y="23857"/>
                    <a:pt x="23493" y="23849"/>
                    <a:pt x="23606" y="23834"/>
                  </a:cubicBezTo>
                  <a:lnTo>
                    <a:pt x="23966" y="23744"/>
                  </a:lnTo>
                  <a:cubicBezTo>
                    <a:pt x="24040" y="23774"/>
                    <a:pt x="24116" y="23804"/>
                    <a:pt x="24206" y="23819"/>
                  </a:cubicBezTo>
                  <a:cubicBezTo>
                    <a:pt x="24370" y="23849"/>
                    <a:pt x="24550" y="23864"/>
                    <a:pt x="24716" y="23864"/>
                  </a:cubicBezTo>
                  <a:cubicBezTo>
                    <a:pt x="25030" y="23909"/>
                    <a:pt x="25300" y="23939"/>
                    <a:pt x="25586" y="24089"/>
                  </a:cubicBezTo>
                  <a:cubicBezTo>
                    <a:pt x="25777" y="24185"/>
                    <a:pt x="25963" y="24205"/>
                    <a:pt x="26156" y="24205"/>
                  </a:cubicBezTo>
                  <a:cubicBezTo>
                    <a:pt x="26295" y="24205"/>
                    <a:pt x="26439" y="24194"/>
                    <a:pt x="26590" y="24194"/>
                  </a:cubicBezTo>
                  <a:cubicBezTo>
                    <a:pt x="26670" y="24194"/>
                    <a:pt x="26765" y="24206"/>
                    <a:pt x="26857" y="24206"/>
                  </a:cubicBezTo>
                  <a:cubicBezTo>
                    <a:pt x="26973" y="24206"/>
                    <a:pt x="27085" y="24188"/>
                    <a:pt x="27160" y="24104"/>
                  </a:cubicBezTo>
                  <a:cubicBezTo>
                    <a:pt x="27190" y="23804"/>
                    <a:pt x="27115" y="23459"/>
                    <a:pt x="27055" y="23159"/>
                  </a:cubicBezTo>
                  <a:cubicBezTo>
                    <a:pt x="26980" y="22829"/>
                    <a:pt x="27010" y="22589"/>
                    <a:pt x="27055" y="22245"/>
                  </a:cubicBezTo>
                  <a:cubicBezTo>
                    <a:pt x="27100" y="21885"/>
                    <a:pt x="27190" y="21539"/>
                    <a:pt x="27175" y="21179"/>
                  </a:cubicBezTo>
                  <a:cubicBezTo>
                    <a:pt x="27160" y="20879"/>
                    <a:pt x="27010" y="20715"/>
                    <a:pt x="26890" y="20459"/>
                  </a:cubicBezTo>
                  <a:cubicBezTo>
                    <a:pt x="26800" y="20249"/>
                    <a:pt x="26785" y="20025"/>
                    <a:pt x="26830" y="19755"/>
                  </a:cubicBezTo>
                  <a:cubicBezTo>
                    <a:pt x="26875" y="19590"/>
                    <a:pt x="26980" y="19425"/>
                    <a:pt x="26995" y="19245"/>
                  </a:cubicBezTo>
                  <a:cubicBezTo>
                    <a:pt x="27010" y="19020"/>
                    <a:pt x="26875" y="18795"/>
                    <a:pt x="26830" y="18570"/>
                  </a:cubicBezTo>
                  <a:cubicBezTo>
                    <a:pt x="26800" y="18390"/>
                    <a:pt x="26830" y="18210"/>
                    <a:pt x="26800" y="18045"/>
                  </a:cubicBezTo>
                  <a:cubicBezTo>
                    <a:pt x="26725" y="17670"/>
                    <a:pt x="26635" y="17296"/>
                    <a:pt x="26650" y="16920"/>
                  </a:cubicBezTo>
                  <a:cubicBezTo>
                    <a:pt x="26650" y="16620"/>
                    <a:pt x="26635" y="16350"/>
                    <a:pt x="26725" y="16066"/>
                  </a:cubicBezTo>
                  <a:cubicBezTo>
                    <a:pt x="26800" y="15766"/>
                    <a:pt x="26965" y="15526"/>
                    <a:pt x="27085" y="15256"/>
                  </a:cubicBezTo>
                  <a:cubicBezTo>
                    <a:pt x="27265" y="14850"/>
                    <a:pt x="27580" y="14341"/>
                    <a:pt x="27490" y="13876"/>
                  </a:cubicBezTo>
                  <a:cubicBezTo>
                    <a:pt x="27430" y="13531"/>
                    <a:pt x="27400" y="13186"/>
                    <a:pt x="27325" y="12841"/>
                  </a:cubicBezTo>
                  <a:cubicBezTo>
                    <a:pt x="27265" y="12527"/>
                    <a:pt x="27175" y="12257"/>
                    <a:pt x="27175" y="11941"/>
                  </a:cubicBezTo>
                  <a:cubicBezTo>
                    <a:pt x="27160" y="11581"/>
                    <a:pt x="26935" y="11221"/>
                    <a:pt x="26995" y="10847"/>
                  </a:cubicBezTo>
                  <a:cubicBezTo>
                    <a:pt x="27025" y="10697"/>
                    <a:pt x="27175" y="10561"/>
                    <a:pt x="27175" y="10411"/>
                  </a:cubicBezTo>
                  <a:cubicBezTo>
                    <a:pt x="27160" y="10337"/>
                    <a:pt x="27115" y="10261"/>
                    <a:pt x="27055" y="10201"/>
                  </a:cubicBezTo>
                  <a:cubicBezTo>
                    <a:pt x="26950" y="9991"/>
                    <a:pt x="26890" y="9781"/>
                    <a:pt x="26890" y="9541"/>
                  </a:cubicBezTo>
                  <a:cubicBezTo>
                    <a:pt x="26905" y="9317"/>
                    <a:pt x="26905" y="9092"/>
                    <a:pt x="26905" y="8867"/>
                  </a:cubicBezTo>
                  <a:cubicBezTo>
                    <a:pt x="26920" y="8762"/>
                    <a:pt x="26890" y="8672"/>
                    <a:pt x="26830" y="8597"/>
                  </a:cubicBezTo>
                  <a:cubicBezTo>
                    <a:pt x="26710" y="7877"/>
                    <a:pt x="26860" y="7112"/>
                    <a:pt x="27055" y="6422"/>
                  </a:cubicBezTo>
                  <a:cubicBezTo>
                    <a:pt x="27205" y="5868"/>
                    <a:pt x="27340" y="5508"/>
                    <a:pt x="27340" y="4968"/>
                  </a:cubicBezTo>
                  <a:cubicBezTo>
                    <a:pt x="27325" y="4578"/>
                    <a:pt x="27340" y="4188"/>
                    <a:pt x="27340" y="3783"/>
                  </a:cubicBezTo>
                  <a:cubicBezTo>
                    <a:pt x="27340" y="3333"/>
                    <a:pt x="27415" y="2883"/>
                    <a:pt x="27430" y="2418"/>
                  </a:cubicBezTo>
                  <a:cubicBezTo>
                    <a:pt x="27430" y="2029"/>
                    <a:pt x="27355" y="1669"/>
                    <a:pt x="27340" y="1279"/>
                  </a:cubicBezTo>
                  <a:cubicBezTo>
                    <a:pt x="27325" y="1083"/>
                    <a:pt x="27355" y="889"/>
                    <a:pt x="27325" y="679"/>
                  </a:cubicBezTo>
                  <a:cubicBezTo>
                    <a:pt x="27280" y="469"/>
                    <a:pt x="27250" y="319"/>
                    <a:pt x="27250" y="93"/>
                  </a:cubicBezTo>
                  <a:cubicBezTo>
                    <a:pt x="27250" y="92"/>
                    <a:pt x="27249" y="91"/>
                    <a:pt x="27248" y="91"/>
                  </a:cubicBezTo>
                  <a:cubicBezTo>
                    <a:pt x="27230" y="91"/>
                    <a:pt x="27080" y="290"/>
                    <a:pt x="27070" y="290"/>
                  </a:cubicBezTo>
                  <a:cubicBezTo>
                    <a:pt x="27070" y="290"/>
                    <a:pt x="27070" y="289"/>
                    <a:pt x="27070" y="289"/>
                  </a:cubicBezTo>
                  <a:cubicBezTo>
                    <a:pt x="27004" y="265"/>
                    <a:pt x="26922" y="257"/>
                    <a:pt x="26838" y="257"/>
                  </a:cubicBezTo>
                  <a:cubicBezTo>
                    <a:pt x="26714" y="257"/>
                    <a:pt x="26584" y="273"/>
                    <a:pt x="26486" y="273"/>
                  </a:cubicBezTo>
                  <a:cubicBezTo>
                    <a:pt x="26170" y="273"/>
                    <a:pt x="25900" y="243"/>
                    <a:pt x="25600" y="199"/>
                  </a:cubicBezTo>
                  <a:cubicBezTo>
                    <a:pt x="25550" y="191"/>
                    <a:pt x="25503" y="188"/>
                    <a:pt x="25456" y="188"/>
                  </a:cubicBezTo>
                  <a:cubicBezTo>
                    <a:pt x="25240" y="188"/>
                    <a:pt x="25056" y="261"/>
                    <a:pt x="24820" y="273"/>
                  </a:cubicBezTo>
                  <a:cubicBezTo>
                    <a:pt x="24660" y="278"/>
                    <a:pt x="24499" y="280"/>
                    <a:pt x="24336" y="280"/>
                  </a:cubicBezTo>
                  <a:cubicBezTo>
                    <a:pt x="24011" y="280"/>
                    <a:pt x="23681" y="273"/>
                    <a:pt x="23351" y="273"/>
                  </a:cubicBezTo>
                  <a:cubicBezTo>
                    <a:pt x="22886" y="273"/>
                    <a:pt x="22511" y="423"/>
                    <a:pt x="22076" y="513"/>
                  </a:cubicBezTo>
                  <a:cubicBezTo>
                    <a:pt x="21974" y="534"/>
                    <a:pt x="21874" y="542"/>
                    <a:pt x="21776" y="542"/>
                  </a:cubicBezTo>
                  <a:cubicBezTo>
                    <a:pt x="21446" y="542"/>
                    <a:pt x="21137" y="450"/>
                    <a:pt x="20801" y="439"/>
                  </a:cubicBezTo>
                  <a:cubicBezTo>
                    <a:pt x="20663" y="430"/>
                    <a:pt x="20516" y="421"/>
                    <a:pt x="20370" y="421"/>
                  </a:cubicBezTo>
                  <a:cubicBezTo>
                    <a:pt x="20261" y="421"/>
                    <a:pt x="20153" y="426"/>
                    <a:pt x="20051" y="439"/>
                  </a:cubicBezTo>
                  <a:cubicBezTo>
                    <a:pt x="19857" y="453"/>
                    <a:pt x="19661" y="529"/>
                    <a:pt x="19467" y="529"/>
                  </a:cubicBezTo>
                  <a:cubicBezTo>
                    <a:pt x="19440" y="530"/>
                    <a:pt x="19413" y="531"/>
                    <a:pt x="19387" y="531"/>
                  </a:cubicBezTo>
                  <a:cubicBezTo>
                    <a:pt x="19141" y="531"/>
                    <a:pt x="18888" y="473"/>
                    <a:pt x="18671" y="379"/>
                  </a:cubicBezTo>
                  <a:cubicBezTo>
                    <a:pt x="18581" y="333"/>
                    <a:pt x="18581" y="273"/>
                    <a:pt x="18491" y="259"/>
                  </a:cubicBezTo>
                  <a:cubicBezTo>
                    <a:pt x="18473" y="255"/>
                    <a:pt x="18453" y="254"/>
                    <a:pt x="18432" y="254"/>
                  </a:cubicBezTo>
                  <a:cubicBezTo>
                    <a:pt x="18281" y="254"/>
                    <a:pt x="18071" y="339"/>
                    <a:pt x="17952" y="379"/>
                  </a:cubicBezTo>
                  <a:cubicBezTo>
                    <a:pt x="17637" y="469"/>
                    <a:pt x="17322" y="513"/>
                    <a:pt x="16992" y="529"/>
                  </a:cubicBezTo>
                  <a:cubicBezTo>
                    <a:pt x="16849" y="533"/>
                    <a:pt x="16702" y="535"/>
                    <a:pt x="16554" y="535"/>
                  </a:cubicBezTo>
                  <a:cubicBezTo>
                    <a:pt x="16127" y="535"/>
                    <a:pt x="15687" y="512"/>
                    <a:pt x="15298" y="423"/>
                  </a:cubicBezTo>
                  <a:cubicBezTo>
                    <a:pt x="15118" y="379"/>
                    <a:pt x="15072" y="349"/>
                    <a:pt x="14892" y="349"/>
                  </a:cubicBezTo>
                  <a:cubicBezTo>
                    <a:pt x="14548" y="349"/>
                    <a:pt x="14188" y="363"/>
                    <a:pt x="13842" y="363"/>
                  </a:cubicBezTo>
                  <a:cubicBezTo>
                    <a:pt x="13692" y="363"/>
                    <a:pt x="13558" y="363"/>
                    <a:pt x="13422" y="333"/>
                  </a:cubicBezTo>
                  <a:cubicBezTo>
                    <a:pt x="13332" y="319"/>
                    <a:pt x="13258" y="273"/>
                    <a:pt x="13198" y="199"/>
                  </a:cubicBezTo>
                  <a:cubicBezTo>
                    <a:pt x="13124" y="175"/>
                    <a:pt x="13048" y="166"/>
                    <a:pt x="12973" y="166"/>
                  </a:cubicBezTo>
                  <a:cubicBezTo>
                    <a:pt x="12758" y="166"/>
                    <a:pt x="12542" y="240"/>
                    <a:pt x="12343" y="273"/>
                  </a:cubicBezTo>
                  <a:cubicBezTo>
                    <a:pt x="12343" y="289"/>
                    <a:pt x="12253" y="319"/>
                    <a:pt x="12253" y="333"/>
                  </a:cubicBezTo>
                  <a:cubicBezTo>
                    <a:pt x="11923" y="349"/>
                    <a:pt x="9869" y="363"/>
                    <a:pt x="9899" y="603"/>
                  </a:cubicBezTo>
                  <a:cubicBezTo>
                    <a:pt x="9850" y="621"/>
                    <a:pt x="9795" y="628"/>
                    <a:pt x="9738" y="628"/>
                  </a:cubicBezTo>
                  <a:cubicBezTo>
                    <a:pt x="9548" y="628"/>
                    <a:pt x="9324" y="552"/>
                    <a:pt x="9163" y="529"/>
                  </a:cubicBezTo>
                  <a:cubicBezTo>
                    <a:pt x="8459" y="453"/>
                    <a:pt x="7784" y="183"/>
                    <a:pt x="7094" y="79"/>
                  </a:cubicBezTo>
                  <a:cubicBezTo>
                    <a:pt x="6814" y="37"/>
                    <a:pt x="6539" y="1"/>
                    <a:pt x="62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0"/>
            <p:cNvSpPr/>
            <p:nvPr/>
          </p:nvSpPr>
          <p:spPr>
            <a:xfrm>
              <a:off x="3166840" y="1789931"/>
              <a:ext cx="2802592" cy="2463992"/>
            </a:xfrm>
            <a:custGeom>
              <a:rect b="b" l="l" r="r" t="t"/>
              <a:pathLst>
                <a:path extrusionOk="0" h="24116" w="27430">
                  <a:moveTo>
                    <a:pt x="2280" y="300"/>
                  </a:moveTo>
                  <a:lnTo>
                    <a:pt x="2280" y="1786"/>
                  </a:lnTo>
                  <a:lnTo>
                    <a:pt x="795" y="1786"/>
                  </a:lnTo>
                  <a:lnTo>
                    <a:pt x="795" y="300"/>
                  </a:lnTo>
                  <a:close/>
                  <a:moveTo>
                    <a:pt x="3840" y="300"/>
                  </a:moveTo>
                  <a:lnTo>
                    <a:pt x="3840" y="1786"/>
                  </a:lnTo>
                  <a:lnTo>
                    <a:pt x="2370" y="1786"/>
                  </a:lnTo>
                  <a:lnTo>
                    <a:pt x="2370" y="300"/>
                  </a:lnTo>
                  <a:close/>
                  <a:moveTo>
                    <a:pt x="6974" y="300"/>
                  </a:moveTo>
                  <a:lnTo>
                    <a:pt x="6974" y="1786"/>
                  </a:lnTo>
                  <a:lnTo>
                    <a:pt x="5490" y="1786"/>
                  </a:lnTo>
                  <a:lnTo>
                    <a:pt x="5490" y="300"/>
                  </a:lnTo>
                  <a:close/>
                  <a:moveTo>
                    <a:pt x="13228" y="300"/>
                  </a:moveTo>
                  <a:lnTo>
                    <a:pt x="13228" y="1786"/>
                  </a:lnTo>
                  <a:lnTo>
                    <a:pt x="11758" y="1786"/>
                  </a:lnTo>
                  <a:lnTo>
                    <a:pt x="11758" y="300"/>
                  </a:lnTo>
                  <a:close/>
                  <a:moveTo>
                    <a:pt x="24190" y="300"/>
                  </a:moveTo>
                  <a:lnTo>
                    <a:pt x="24190" y="1786"/>
                  </a:lnTo>
                  <a:lnTo>
                    <a:pt x="22706" y="1786"/>
                  </a:lnTo>
                  <a:lnTo>
                    <a:pt x="22706" y="300"/>
                  </a:lnTo>
                  <a:close/>
                  <a:moveTo>
                    <a:pt x="25750" y="300"/>
                  </a:moveTo>
                  <a:lnTo>
                    <a:pt x="25750" y="1786"/>
                  </a:lnTo>
                  <a:lnTo>
                    <a:pt x="24266" y="1786"/>
                  </a:lnTo>
                  <a:lnTo>
                    <a:pt x="24266" y="300"/>
                  </a:lnTo>
                  <a:close/>
                  <a:moveTo>
                    <a:pt x="2280" y="1860"/>
                  </a:moveTo>
                  <a:lnTo>
                    <a:pt x="2280" y="3345"/>
                  </a:lnTo>
                  <a:lnTo>
                    <a:pt x="795" y="3345"/>
                  </a:lnTo>
                  <a:lnTo>
                    <a:pt x="795" y="1860"/>
                  </a:lnTo>
                  <a:close/>
                  <a:moveTo>
                    <a:pt x="3840" y="1860"/>
                  </a:moveTo>
                  <a:lnTo>
                    <a:pt x="3840" y="3345"/>
                  </a:lnTo>
                  <a:lnTo>
                    <a:pt x="2370" y="3345"/>
                  </a:lnTo>
                  <a:lnTo>
                    <a:pt x="2370" y="1860"/>
                  </a:lnTo>
                  <a:close/>
                  <a:moveTo>
                    <a:pt x="5414" y="1860"/>
                  </a:moveTo>
                  <a:lnTo>
                    <a:pt x="5414" y="3345"/>
                  </a:lnTo>
                  <a:lnTo>
                    <a:pt x="3930" y="3345"/>
                  </a:lnTo>
                  <a:lnTo>
                    <a:pt x="3930" y="1860"/>
                  </a:lnTo>
                  <a:close/>
                  <a:moveTo>
                    <a:pt x="6974" y="1860"/>
                  </a:moveTo>
                  <a:lnTo>
                    <a:pt x="6974" y="3345"/>
                  </a:lnTo>
                  <a:lnTo>
                    <a:pt x="5490" y="3345"/>
                  </a:lnTo>
                  <a:lnTo>
                    <a:pt x="5490" y="1860"/>
                  </a:lnTo>
                  <a:close/>
                  <a:moveTo>
                    <a:pt x="8533" y="1860"/>
                  </a:moveTo>
                  <a:lnTo>
                    <a:pt x="8533" y="3345"/>
                  </a:lnTo>
                  <a:lnTo>
                    <a:pt x="7064" y="3345"/>
                  </a:lnTo>
                  <a:lnTo>
                    <a:pt x="7064" y="1860"/>
                  </a:lnTo>
                  <a:close/>
                  <a:moveTo>
                    <a:pt x="10109" y="1860"/>
                  </a:moveTo>
                  <a:lnTo>
                    <a:pt x="10109" y="3345"/>
                  </a:lnTo>
                  <a:lnTo>
                    <a:pt x="8623" y="3345"/>
                  </a:lnTo>
                  <a:lnTo>
                    <a:pt x="8623" y="1860"/>
                  </a:lnTo>
                  <a:close/>
                  <a:moveTo>
                    <a:pt x="11668" y="1860"/>
                  </a:moveTo>
                  <a:lnTo>
                    <a:pt x="11668" y="3345"/>
                  </a:lnTo>
                  <a:lnTo>
                    <a:pt x="10183" y="3345"/>
                  </a:lnTo>
                  <a:lnTo>
                    <a:pt x="10183" y="1860"/>
                  </a:lnTo>
                  <a:close/>
                  <a:moveTo>
                    <a:pt x="13228" y="1860"/>
                  </a:moveTo>
                  <a:lnTo>
                    <a:pt x="13228" y="3345"/>
                  </a:lnTo>
                  <a:lnTo>
                    <a:pt x="11758" y="3345"/>
                  </a:lnTo>
                  <a:lnTo>
                    <a:pt x="11758" y="1860"/>
                  </a:lnTo>
                  <a:close/>
                  <a:moveTo>
                    <a:pt x="14802" y="1860"/>
                  </a:moveTo>
                  <a:lnTo>
                    <a:pt x="14802" y="3345"/>
                  </a:lnTo>
                  <a:lnTo>
                    <a:pt x="13318" y="3345"/>
                  </a:lnTo>
                  <a:lnTo>
                    <a:pt x="13318" y="1860"/>
                  </a:lnTo>
                  <a:close/>
                  <a:moveTo>
                    <a:pt x="16362" y="1860"/>
                  </a:moveTo>
                  <a:lnTo>
                    <a:pt x="16362" y="3345"/>
                  </a:lnTo>
                  <a:lnTo>
                    <a:pt x="14878" y="3345"/>
                  </a:lnTo>
                  <a:lnTo>
                    <a:pt x="14878" y="1860"/>
                  </a:lnTo>
                  <a:close/>
                  <a:moveTo>
                    <a:pt x="17922" y="1860"/>
                  </a:moveTo>
                  <a:lnTo>
                    <a:pt x="17922" y="3345"/>
                  </a:lnTo>
                  <a:lnTo>
                    <a:pt x="16452" y="3345"/>
                  </a:lnTo>
                  <a:lnTo>
                    <a:pt x="16452" y="1860"/>
                  </a:lnTo>
                  <a:close/>
                  <a:moveTo>
                    <a:pt x="19497" y="1860"/>
                  </a:moveTo>
                  <a:lnTo>
                    <a:pt x="19497" y="3345"/>
                  </a:lnTo>
                  <a:lnTo>
                    <a:pt x="18012" y="3345"/>
                  </a:lnTo>
                  <a:lnTo>
                    <a:pt x="18012" y="1860"/>
                  </a:lnTo>
                  <a:close/>
                  <a:moveTo>
                    <a:pt x="21057" y="1860"/>
                  </a:moveTo>
                  <a:lnTo>
                    <a:pt x="21057" y="3345"/>
                  </a:lnTo>
                  <a:lnTo>
                    <a:pt x="19571" y="3345"/>
                  </a:lnTo>
                  <a:lnTo>
                    <a:pt x="19571" y="1860"/>
                  </a:lnTo>
                  <a:close/>
                  <a:moveTo>
                    <a:pt x="22616" y="1860"/>
                  </a:moveTo>
                  <a:lnTo>
                    <a:pt x="22616" y="3345"/>
                  </a:lnTo>
                  <a:lnTo>
                    <a:pt x="21147" y="3345"/>
                  </a:lnTo>
                  <a:lnTo>
                    <a:pt x="21147" y="1860"/>
                  </a:lnTo>
                  <a:close/>
                  <a:moveTo>
                    <a:pt x="24190" y="1860"/>
                  </a:moveTo>
                  <a:lnTo>
                    <a:pt x="24190" y="3345"/>
                  </a:lnTo>
                  <a:lnTo>
                    <a:pt x="22706" y="3345"/>
                  </a:lnTo>
                  <a:lnTo>
                    <a:pt x="22706" y="1860"/>
                  </a:lnTo>
                  <a:close/>
                  <a:moveTo>
                    <a:pt x="25750" y="1860"/>
                  </a:moveTo>
                  <a:lnTo>
                    <a:pt x="25750" y="3345"/>
                  </a:lnTo>
                  <a:lnTo>
                    <a:pt x="24266" y="3345"/>
                  </a:lnTo>
                  <a:lnTo>
                    <a:pt x="24266" y="1860"/>
                  </a:lnTo>
                  <a:close/>
                  <a:moveTo>
                    <a:pt x="27310" y="1860"/>
                  </a:moveTo>
                  <a:lnTo>
                    <a:pt x="27310" y="3345"/>
                  </a:lnTo>
                  <a:lnTo>
                    <a:pt x="25840" y="3345"/>
                  </a:lnTo>
                  <a:lnTo>
                    <a:pt x="25840" y="1860"/>
                  </a:lnTo>
                  <a:close/>
                  <a:moveTo>
                    <a:pt x="3840" y="3435"/>
                  </a:moveTo>
                  <a:lnTo>
                    <a:pt x="3840" y="4905"/>
                  </a:lnTo>
                  <a:lnTo>
                    <a:pt x="2370" y="4905"/>
                  </a:lnTo>
                  <a:lnTo>
                    <a:pt x="2370" y="3435"/>
                  </a:lnTo>
                  <a:close/>
                  <a:moveTo>
                    <a:pt x="5414" y="3435"/>
                  </a:moveTo>
                  <a:lnTo>
                    <a:pt x="5414" y="4905"/>
                  </a:lnTo>
                  <a:lnTo>
                    <a:pt x="3930" y="4905"/>
                  </a:lnTo>
                  <a:lnTo>
                    <a:pt x="3930" y="3435"/>
                  </a:lnTo>
                  <a:close/>
                  <a:moveTo>
                    <a:pt x="6974" y="3435"/>
                  </a:moveTo>
                  <a:lnTo>
                    <a:pt x="6974" y="4905"/>
                  </a:lnTo>
                  <a:lnTo>
                    <a:pt x="5490" y="4905"/>
                  </a:lnTo>
                  <a:lnTo>
                    <a:pt x="5490" y="3435"/>
                  </a:lnTo>
                  <a:close/>
                  <a:moveTo>
                    <a:pt x="8533" y="3435"/>
                  </a:moveTo>
                  <a:lnTo>
                    <a:pt x="8533" y="4905"/>
                  </a:lnTo>
                  <a:lnTo>
                    <a:pt x="7064" y="4905"/>
                  </a:lnTo>
                  <a:lnTo>
                    <a:pt x="7064" y="3435"/>
                  </a:lnTo>
                  <a:close/>
                  <a:moveTo>
                    <a:pt x="10109" y="3435"/>
                  </a:moveTo>
                  <a:lnTo>
                    <a:pt x="10109" y="4905"/>
                  </a:lnTo>
                  <a:lnTo>
                    <a:pt x="8623" y="4905"/>
                  </a:lnTo>
                  <a:lnTo>
                    <a:pt x="8623" y="3435"/>
                  </a:lnTo>
                  <a:close/>
                  <a:moveTo>
                    <a:pt x="11668" y="3435"/>
                  </a:moveTo>
                  <a:lnTo>
                    <a:pt x="11668" y="4905"/>
                  </a:lnTo>
                  <a:lnTo>
                    <a:pt x="10183" y="4905"/>
                  </a:lnTo>
                  <a:lnTo>
                    <a:pt x="10183" y="3435"/>
                  </a:lnTo>
                  <a:close/>
                  <a:moveTo>
                    <a:pt x="13228" y="3435"/>
                  </a:moveTo>
                  <a:lnTo>
                    <a:pt x="13228" y="4905"/>
                  </a:lnTo>
                  <a:lnTo>
                    <a:pt x="11758" y="4905"/>
                  </a:lnTo>
                  <a:lnTo>
                    <a:pt x="11758" y="3435"/>
                  </a:lnTo>
                  <a:close/>
                  <a:moveTo>
                    <a:pt x="14802" y="3435"/>
                  </a:moveTo>
                  <a:lnTo>
                    <a:pt x="14802" y="4905"/>
                  </a:lnTo>
                  <a:lnTo>
                    <a:pt x="13318" y="4905"/>
                  </a:lnTo>
                  <a:lnTo>
                    <a:pt x="13318" y="3435"/>
                  </a:lnTo>
                  <a:close/>
                  <a:moveTo>
                    <a:pt x="16362" y="3435"/>
                  </a:moveTo>
                  <a:lnTo>
                    <a:pt x="16362" y="4905"/>
                  </a:lnTo>
                  <a:lnTo>
                    <a:pt x="14878" y="4905"/>
                  </a:lnTo>
                  <a:lnTo>
                    <a:pt x="14878" y="3435"/>
                  </a:lnTo>
                  <a:close/>
                  <a:moveTo>
                    <a:pt x="17922" y="3435"/>
                  </a:moveTo>
                  <a:lnTo>
                    <a:pt x="17922" y="4905"/>
                  </a:lnTo>
                  <a:lnTo>
                    <a:pt x="16452" y="4905"/>
                  </a:lnTo>
                  <a:lnTo>
                    <a:pt x="16452" y="3435"/>
                  </a:lnTo>
                  <a:close/>
                  <a:moveTo>
                    <a:pt x="19497" y="3435"/>
                  </a:moveTo>
                  <a:lnTo>
                    <a:pt x="19497" y="4905"/>
                  </a:lnTo>
                  <a:lnTo>
                    <a:pt x="18012" y="4905"/>
                  </a:lnTo>
                  <a:lnTo>
                    <a:pt x="18012" y="3435"/>
                  </a:lnTo>
                  <a:close/>
                  <a:moveTo>
                    <a:pt x="21057" y="3435"/>
                  </a:moveTo>
                  <a:lnTo>
                    <a:pt x="21057" y="4905"/>
                  </a:lnTo>
                  <a:lnTo>
                    <a:pt x="19571" y="4905"/>
                  </a:lnTo>
                  <a:lnTo>
                    <a:pt x="19571" y="3435"/>
                  </a:lnTo>
                  <a:close/>
                  <a:moveTo>
                    <a:pt x="22616" y="3435"/>
                  </a:moveTo>
                  <a:lnTo>
                    <a:pt x="22616" y="4905"/>
                  </a:lnTo>
                  <a:lnTo>
                    <a:pt x="21147" y="4905"/>
                  </a:lnTo>
                  <a:lnTo>
                    <a:pt x="21147" y="3435"/>
                  </a:lnTo>
                  <a:close/>
                  <a:moveTo>
                    <a:pt x="24190" y="3435"/>
                  </a:moveTo>
                  <a:lnTo>
                    <a:pt x="24190" y="4905"/>
                  </a:lnTo>
                  <a:lnTo>
                    <a:pt x="22706" y="4905"/>
                  </a:lnTo>
                  <a:lnTo>
                    <a:pt x="22706" y="3435"/>
                  </a:lnTo>
                  <a:close/>
                  <a:moveTo>
                    <a:pt x="25750" y="3435"/>
                  </a:moveTo>
                  <a:lnTo>
                    <a:pt x="25750" y="4905"/>
                  </a:lnTo>
                  <a:lnTo>
                    <a:pt x="24266" y="4905"/>
                  </a:lnTo>
                  <a:lnTo>
                    <a:pt x="24266" y="3435"/>
                  </a:lnTo>
                  <a:close/>
                  <a:moveTo>
                    <a:pt x="3840" y="4995"/>
                  </a:moveTo>
                  <a:lnTo>
                    <a:pt x="3840" y="6479"/>
                  </a:lnTo>
                  <a:lnTo>
                    <a:pt x="2370" y="6479"/>
                  </a:lnTo>
                  <a:lnTo>
                    <a:pt x="2370" y="4995"/>
                  </a:lnTo>
                  <a:close/>
                  <a:moveTo>
                    <a:pt x="5414" y="4995"/>
                  </a:moveTo>
                  <a:lnTo>
                    <a:pt x="5414" y="6479"/>
                  </a:lnTo>
                  <a:lnTo>
                    <a:pt x="3930" y="6479"/>
                  </a:lnTo>
                  <a:lnTo>
                    <a:pt x="3930" y="4995"/>
                  </a:lnTo>
                  <a:close/>
                  <a:moveTo>
                    <a:pt x="6974" y="4995"/>
                  </a:moveTo>
                  <a:lnTo>
                    <a:pt x="6974" y="6479"/>
                  </a:lnTo>
                  <a:lnTo>
                    <a:pt x="5490" y="6479"/>
                  </a:lnTo>
                  <a:lnTo>
                    <a:pt x="5490" y="4995"/>
                  </a:lnTo>
                  <a:close/>
                  <a:moveTo>
                    <a:pt x="8533" y="4995"/>
                  </a:moveTo>
                  <a:lnTo>
                    <a:pt x="8533" y="6479"/>
                  </a:lnTo>
                  <a:lnTo>
                    <a:pt x="7064" y="6479"/>
                  </a:lnTo>
                  <a:lnTo>
                    <a:pt x="7064" y="4995"/>
                  </a:lnTo>
                  <a:close/>
                  <a:moveTo>
                    <a:pt x="10109" y="4995"/>
                  </a:moveTo>
                  <a:lnTo>
                    <a:pt x="10109" y="6479"/>
                  </a:lnTo>
                  <a:lnTo>
                    <a:pt x="8623" y="6479"/>
                  </a:lnTo>
                  <a:lnTo>
                    <a:pt x="8623" y="4995"/>
                  </a:lnTo>
                  <a:close/>
                  <a:moveTo>
                    <a:pt x="11668" y="4995"/>
                  </a:moveTo>
                  <a:lnTo>
                    <a:pt x="11668" y="6479"/>
                  </a:lnTo>
                  <a:lnTo>
                    <a:pt x="10183" y="6479"/>
                  </a:lnTo>
                  <a:lnTo>
                    <a:pt x="10183" y="4995"/>
                  </a:lnTo>
                  <a:close/>
                  <a:moveTo>
                    <a:pt x="13228" y="4995"/>
                  </a:moveTo>
                  <a:lnTo>
                    <a:pt x="13228" y="6479"/>
                  </a:lnTo>
                  <a:lnTo>
                    <a:pt x="11758" y="6479"/>
                  </a:lnTo>
                  <a:lnTo>
                    <a:pt x="11758" y="4995"/>
                  </a:lnTo>
                  <a:close/>
                  <a:moveTo>
                    <a:pt x="14802" y="4995"/>
                  </a:moveTo>
                  <a:lnTo>
                    <a:pt x="14802" y="6479"/>
                  </a:lnTo>
                  <a:lnTo>
                    <a:pt x="13318" y="6479"/>
                  </a:lnTo>
                  <a:lnTo>
                    <a:pt x="13318" y="4995"/>
                  </a:lnTo>
                  <a:close/>
                  <a:moveTo>
                    <a:pt x="16362" y="4995"/>
                  </a:moveTo>
                  <a:lnTo>
                    <a:pt x="16362" y="6479"/>
                  </a:lnTo>
                  <a:lnTo>
                    <a:pt x="14878" y="6479"/>
                  </a:lnTo>
                  <a:lnTo>
                    <a:pt x="14878" y="4995"/>
                  </a:lnTo>
                  <a:close/>
                  <a:moveTo>
                    <a:pt x="17922" y="4995"/>
                  </a:moveTo>
                  <a:lnTo>
                    <a:pt x="17922" y="6479"/>
                  </a:lnTo>
                  <a:lnTo>
                    <a:pt x="16452" y="6479"/>
                  </a:lnTo>
                  <a:lnTo>
                    <a:pt x="16452" y="4995"/>
                  </a:lnTo>
                  <a:close/>
                  <a:moveTo>
                    <a:pt x="19497" y="4995"/>
                  </a:moveTo>
                  <a:lnTo>
                    <a:pt x="19497" y="6479"/>
                  </a:lnTo>
                  <a:lnTo>
                    <a:pt x="18012" y="6479"/>
                  </a:lnTo>
                  <a:lnTo>
                    <a:pt x="18012" y="4995"/>
                  </a:lnTo>
                  <a:close/>
                  <a:moveTo>
                    <a:pt x="21057" y="4995"/>
                  </a:moveTo>
                  <a:lnTo>
                    <a:pt x="21057" y="6479"/>
                  </a:lnTo>
                  <a:lnTo>
                    <a:pt x="19571" y="6479"/>
                  </a:lnTo>
                  <a:lnTo>
                    <a:pt x="19571" y="4995"/>
                  </a:lnTo>
                  <a:close/>
                  <a:moveTo>
                    <a:pt x="22616" y="4995"/>
                  </a:moveTo>
                  <a:lnTo>
                    <a:pt x="22616" y="6479"/>
                  </a:lnTo>
                  <a:lnTo>
                    <a:pt x="21147" y="6479"/>
                  </a:lnTo>
                  <a:lnTo>
                    <a:pt x="21147" y="4995"/>
                  </a:lnTo>
                  <a:close/>
                  <a:moveTo>
                    <a:pt x="24190" y="4995"/>
                  </a:moveTo>
                  <a:lnTo>
                    <a:pt x="24190" y="6479"/>
                  </a:lnTo>
                  <a:lnTo>
                    <a:pt x="22706" y="6479"/>
                  </a:lnTo>
                  <a:lnTo>
                    <a:pt x="22706" y="4995"/>
                  </a:lnTo>
                  <a:close/>
                  <a:moveTo>
                    <a:pt x="25750" y="4995"/>
                  </a:moveTo>
                  <a:lnTo>
                    <a:pt x="25750" y="6479"/>
                  </a:lnTo>
                  <a:lnTo>
                    <a:pt x="24266" y="6479"/>
                  </a:lnTo>
                  <a:lnTo>
                    <a:pt x="24266" y="4995"/>
                  </a:lnTo>
                  <a:close/>
                  <a:moveTo>
                    <a:pt x="3840" y="6555"/>
                  </a:moveTo>
                  <a:lnTo>
                    <a:pt x="3840" y="8039"/>
                  </a:lnTo>
                  <a:lnTo>
                    <a:pt x="2370" y="8039"/>
                  </a:lnTo>
                  <a:lnTo>
                    <a:pt x="2370" y="6555"/>
                  </a:lnTo>
                  <a:close/>
                  <a:moveTo>
                    <a:pt x="5414" y="6555"/>
                  </a:moveTo>
                  <a:lnTo>
                    <a:pt x="5414" y="8039"/>
                  </a:lnTo>
                  <a:lnTo>
                    <a:pt x="3930" y="8039"/>
                  </a:lnTo>
                  <a:lnTo>
                    <a:pt x="3930" y="6555"/>
                  </a:lnTo>
                  <a:close/>
                  <a:moveTo>
                    <a:pt x="6974" y="6555"/>
                  </a:moveTo>
                  <a:lnTo>
                    <a:pt x="6974" y="8039"/>
                  </a:lnTo>
                  <a:lnTo>
                    <a:pt x="5490" y="8039"/>
                  </a:lnTo>
                  <a:lnTo>
                    <a:pt x="5490" y="6555"/>
                  </a:lnTo>
                  <a:close/>
                  <a:moveTo>
                    <a:pt x="8533" y="6555"/>
                  </a:moveTo>
                  <a:lnTo>
                    <a:pt x="8533" y="8039"/>
                  </a:lnTo>
                  <a:lnTo>
                    <a:pt x="7064" y="8039"/>
                  </a:lnTo>
                  <a:lnTo>
                    <a:pt x="7064" y="6555"/>
                  </a:lnTo>
                  <a:close/>
                  <a:moveTo>
                    <a:pt x="10109" y="6555"/>
                  </a:moveTo>
                  <a:lnTo>
                    <a:pt x="10109" y="8039"/>
                  </a:lnTo>
                  <a:lnTo>
                    <a:pt x="8623" y="8039"/>
                  </a:lnTo>
                  <a:lnTo>
                    <a:pt x="8623" y="6555"/>
                  </a:lnTo>
                  <a:close/>
                  <a:moveTo>
                    <a:pt x="11668" y="6555"/>
                  </a:moveTo>
                  <a:lnTo>
                    <a:pt x="11668" y="8039"/>
                  </a:lnTo>
                  <a:lnTo>
                    <a:pt x="10183" y="8039"/>
                  </a:lnTo>
                  <a:lnTo>
                    <a:pt x="10183" y="6555"/>
                  </a:lnTo>
                  <a:close/>
                  <a:moveTo>
                    <a:pt x="13228" y="6555"/>
                  </a:moveTo>
                  <a:lnTo>
                    <a:pt x="13228" y="8039"/>
                  </a:lnTo>
                  <a:lnTo>
                    <a:pt x="11758" y="8039"/>
                  </a:lnTo>
                  <a:lnTo>
                    <a:pt x="11758" y="6555"/>
                  </a:lnTo>
                  <a:close/>
                  <a:moveTo>
                    <a:pt x="14802" y="6555"/>
                  </a:moveTo>
                  <a:lnTo>
                    <a:pt x="14802" y="8039"/>
                  </a:lnTo>
                  <a:lnTo>
                    <a:pt x="13318" y="8039"/>
                  </a:lnTo>
                  <a:lnTo>
                    <a:pt x="13318" y="6555"/>
                  </a:lnTo>
                  <a:close/>
                  <a:moveTo>
                    <a:pt x="16362" y="6555"/>
                  </a:moveTo>
                  <a:lnTo>
                    <a:pt x="16362" y="8039"/>
                  </a:lnTo>
                  <a:lnTo>
                    <a:pt x="14878" y="8039"/>
                  </a:lnTo>
                  <a:lnTo>
                    <a:pt x="14878" y="6555"/>
                  </a:lnTo>
                  <a:close/>
                  <a:moveTo>
                    <a:pt x="17922" y="6555"/>
                  </a:moveTo>
                  <a:lnTo>
                    <a:pt x="17922" y="8039"/>
                  </a:lnTo>
                  <a:lnTo>
                    <a:pt x="16452" y="8039"/>
                  </a:lnTo>
                  <a:lnTo>
                    <a:pt x="16452" y="6555"/>
                  </a:lnTo>
                  <a:close/>
                  <a:moveTo>
                    <a:pt x="19497" y="6555"/>
                  </a:moveTo>
                  <a:lnTo>
                    <a:pt x="19497" y="8039"/>
                  </a:lnTo>
                  <a:lnTo>
                    <a:pt x="18012" y="8039"/>
                  </a:lnTo>
                  <a:lnTo>
                    <a:pt x="18012" y="6555"/>
                  </a:lnTo>
                  <a:close/>
                  <a:moveTo>
                    <a:pt x="21057" y="6555"/>
                  </a:moveTo>
                  <a:lnTo>
                    <a:pt x="21057" y="8039"/>
                  </a:lnTo>
                  <a:lnTo>
                    <a:pt x="19571" y="8039"/>
                  </a:lnTo>
                  <a:lnTo>
                    <a:pt x="19571" y="6555"/>
                  </a:lnTo>
                  <a:close/>
                  <a:moveTo>
                    <a:pt x="22616" y="6555"/>
                  </a:moveTo>
                  <a:lnTo>
                    <a:pt x="22616" y="8039"/>
                  </a:lnTo>
                  <a:lnTo>
                    <a:pt x="21147" y="8039"/>
                  </a:lnTo>
                  <a:lnTo>
                    <a:pt x="21147" y="6555"/>
                  </a:lnTo>
                  <a:close/>
                  <a:moveTo>
                    <a:pt x="24190" y="6555"/>
                  </a:moveTo>
                  <a:lnTo>
                    <a:pt x="24190" y="8039"/>
                  </a:lnTo>
                  <a:lnTo>
                    <a:pt x="22706" y="8039"/>
                  </a:lnTo>
                  <a:lnTo>
                    <a:pt x="22706" y="6555"/>
                  </a:lnTo>
                  <a:close/>
                  <a:moveTo>
                    <a:pt x="25750" y="6555"/>
                  </a:moveTo>
                  <a:lnTo>
                    <a:pt x="25750" y="8039"/>
                  </a:lnTo>
                  <a:lnTo>
                    <a:pt x="24266" y="8039"/>
                  </a:lnTo>
                  <a:lnTo>
                    <a:pt x="24266" y="6555"/>
                  </a:lnTo>
                  <a:close/>
                  <a:moveTo>
                    <a:pt x="2280" y="8129"/>
                  </a:moveTo>
                  <a:lnTo>
                    <a:pt x="2280" y="9598"/>
                  </a:lnTo>
                  <a:lnTo>
                    <a:pt x="795" y="9598"/>
                  </a:lnTo>
                  <a:lnTo>
                    <a:pt x="795" y="8129"/>
                  </a:lnTo>
                  <a:close/>
                  <a:moveTo>
                    <a:pt x="3840" y="8129"/>
                  </a:moveTo>
                  <a:lnTo>
                    <a:pt x="3840" y="9598"/>
                  </a:lnTo>
                  <a:lnTo>
                    <a:pt x="2370" y="9598"/>
                  </a:lnTo>
                  <a:lnTo>
                    <a:pt x="2370" y="8129"/>
                  </a:lnTo>
                  <a:close/>
                  <a:moveTo>
                    <a:pt x="5414" y="8129"/>
                  </a:moveTo>
                  <a:lnTo>
                    <a:pt x="5414" y="9598"/>
                  </a:lnTo>
                  <a:lnTo>
                    <a:pt x="3930" y="9598"/>
                  </a:lnTo>
                  <a:lnTo>
                    <a:pt x="3930" y="8129"/>
                  </a:lnTo>
                  <a:close/>
                  <a:moveTo>
                    <a:pt x="6974" y="8129"/>
                  </a:moveTo>
                  <a:lnTo>
                    <a:pt x="6974" y="9598"/>
                  </a:lnTo>
                  <a:lnTo>
                    <a:pt x="5490" y="9598"/>
                  </a:lnTo>
                  <a:lnTo>
                    <a:pt x="5490" y="8129"/>
                  </a:lnTo>
                  <a:close/>
                  <a:moveTo>
                    <a:pt x="8533" y="8129"/>
                  </a:moveTo>
                  <a:lnTo>
                    <a:pt x="8533" y="9598"/>
                  </a:lnTo>
                  <a:lnTo>
                    <a:pt x="7064" y="9598"/>
                  </a:lnTo>
                  <a:lnTo>
                    <a:pt x="7064" y="8129"/>
                  </a:lnTo>
                  <a:close/>
                  <a:moveTo>
                    <a:pt x="10109" y="8129"/>
                  </a:moveTo>
                  <a:lnTo>
                    <a:pt x="10109" y="9598"/>
                  </a:lnTo>
                  <a:lnTo>
                    <a:pt x="8623" y="9598"/>
                  </a:lnTo>
                  <a:lnTo>
                    <a:pt x="8623" y="8129"/>
                  </a:lnTo>
                  <a:close/>
                  <a:moveTo>
                    <a:pt x="11668" y="8129"/>
                  </a:moveTo>
                  <a:lnTo>
                    <a:pt x="11668" y="9598"/>
                  </a:lnTo>
                  <a:lnTo>
                    <a:pt x="10183" y="9598"/>
                  </a:lnTo>
                  <a:lnTo>
                    <a:pt x="10183" y="8129"/>
                  </a:lnTo>
                  <a:close/>
                  <a:moveTo>
                    <a:pt x="13228" y="8129"/>
                  </a:moveTo>
                  <a:lnTo>
                    <a:pt x="13228" y="9598"/>
                  </a:lnTo>
                  <a:lnTo>
                    <a:pt x="11758" y="9598"/>
                  </a:lnTo>
                  <a:lnTo>
                    <a:pt x="11758" y="8129"/>
                  </a:lnTo>
                  <a:close/>
                  <a:moveTo>
                    <a:pt x="14802" y="8129"/>
                  </a:moveTo>
                  <a:lnTo>
                    <a:pt x="14802" y="9598"/>
                  </a:lnTo>
                  <a:lnTo>
                    <a:pt x="13318" y="9598"/>
                  </a:lnTo>
                  <a:lnTo>
                    <a:pt x="13318" y="8129"/>
                  </a:lnTo>
                  <a:close/>
                  <a:moveTo>
                    <a:pt x="16362" y="8129"/>
                  </a:moveTo>
                  <a:lnTo>
                    <a:pt x="16362" y="9598"/>
                  </a:lnTo>
                  <a:lnTo>
                    <a:pt x="14878" y="9598"/>
                  </a:lnTo>
                  <a:lnTo>
                    <a:pt x="14878" y="8129"/>
                  </a:lnTo>
                  <a:close/>
                  <a:moveTo>
                    <a:pt x="17922" y="8129"/>
                  </a:moveTo>
                  <a:lnTo>
                    <a:pt x="17922" y="9598"/>
                  </a:lnTo>
                  <a:lnTo>
                    <a:pt x="16452" y="9598"/>
                  </a:lnTo>
                  <a:lnTo>
                    <a:pt x="16452" y="8129"/>
                  </a:lnTo>
                  <a:close/>
                  <a:moveTo>
                    <a:pt x="19497" y="8129"/>
                  </a:moveTo>
                  <a:lnTo>
                    <a:pt x="19497" y="9598"/>
                  </a:lnTo>
                  <a:lnTo>
                    <a:pt x="18012" y="9598"/>
                  </a:lnTo>
                  <a:lnTo>
                    <a:pt x="18012" y="8129"/>
                  </a:lnTo>
                  <a:close/>
                  <a:moveTo>
                    <a:pt x="21057" y="8129"/>
                  </a:moveTo>
                  <a:lnTo>
                    <a:pt x="21057" y="9598"/>
                  </a:lnTo>
                  <a:lnTo>
                    <a:pt x="19571" y="9598"/>
                  </a:lnTo>
                  <a:lnTo>
                    <a:pt x="19571" y="8129"/>
                  </a:lnTo>
                  <a:close/>
                  <a:moveTo>
                    <a:pt x="22616" y="8129"/>
                  </a:moveTo>
                  <a:lnTo>
                    <a:pt x="22616" y="9598"/>
                  </a:lnTo>
                  <a:lnTo>
                    <a:pt x="21147" y="9598"/>
                  </a:lnTo>
                  <a:lnTo>
                    <a:pt x="21147" y="8129"/>
                  </a:lnTo>
                  <a:close/>
                  <a:moveTo>
                    <a:pt x="24190" y="8129"/>
                  </a:moveTo>
                  <a:lnTo>
                    <a:pt x="24190" y="9598"/>
                  </a:lnTo>
                  <a:lnTo>
                    <a:pt x="22706" y="9598"/>
                  </a:lnTo>
                  <a:lnTo>
                    <a:pt x="22706" y="8129"/>
                  </a:lnTo>
                  <a:close/>
                  <a:moveTo>
                    <a:pt x="25750" y="8129"/>
                  </a:moveTo>
                  <a:lnTo>
                    <a:pt x="25750" y="9598"/>
                  </a:lnTo>
                  <a:lnTo>
                    <a:pt x="24266" y="9598"/>
                  </a:lnTo>
                  <a:lnTo>
                    <a:pt x="24266" y="8129"/>
                  </a:lnTo>
                  <a:close/>
                  <a:moveTo>
                    <a:pt x="2280" y="9688"/>
                  </a:moveTo>
                  <a:lnTo>
                    <a:pt x="2280" y="11174"/>
                  </a:lnTo>
                  <a:lnTo>
                    <a:pt x="795" y="11174"/>
                  </a:lnTo>
                  <a:lnTo>
                    <a:pt x="795" y="9688"/>
                  </a:lnTo>
                  <a:close/>
                  <a:moveTo>
                    <a:pt x="3840" y="9688"/>
                  </a:moveTo>
                  <a:lnTo>
                    <a:pt x="3840" y="11174"/>
                  </a:lnTo>
                  <a:lnTo>
                    <a:pt x="2370" y="11174"/>
                  </a:lnTo>
                  <a:lnTo>
                    <a:pt x="2370" y="9688"/>
                  </a:lnTo>
                  <a:close/>
                  <a:moveTo>
                    <a:pt x="5414" y="9688"/>
                  </a:moveTo>
                  <a:lnTo>
                    <a:pt x="5414" y="11174"/>
                  </a:lnTo>
                  <a:lnTo>
                    <a:pt x="3930" y="11174"/>
                  </a:lnTo>
                  <a:lnTo>
                    <a:pt x="3930" y="9688"/>
                  </a:lnTo>
                  <a:close/>
                  <a:moveTo>
                    <a:pt x="6974" y="9688"/>
                  </a:moveTo>
                  <a:lnTo>
                    <a:pt x="6974" y="11174"/>
                  </a:lnTo>
                  <a:lnTo>
                    <a:pt x="5490" y="11174"/>
                  </a:lnTo>
                  <a:lnTo>
                    <a:pt x="5490" y="9688"/>
                  </a:lnTo>
                  <a:close/>
                  <a:moveTo>
                    <a:pt x="8533" y="9688"/>
                  </a:moveTo>
                  <a:lnTo>
                    <a:pt x="8533" y="11174"/>
                  </a:lnTo>
                  <a:lnTo>
                    <a:pt x="7064" y="11174"/>
                  </a:lnTo>
                  <a:lnTo>
                    <a:pt x="7064" y="9688"/>
                  </a:lnTo>
                  <a:close/>
                  <a:moveTo>
                    <a:pt x="10109" y="9688"/>
                  </a:moveTo>
                  <a:lnTo>
                    <a:pt x="10109" y="11174"/>
                  </a:lnTo>
                  <a:lnTo>
                    <a:pt x="8623" y="11174"/>
                  </a:lnTo>
                  <a:lnTo>
                    <a:pt x="8623" y="9688"/>
                  </a:lnTo>
                  <a:close/>
                  <a:moveTo>
                    <a:pt x="11668" y="9688"/>
                  </a:moveTo>
                  <a:lnTo>
                    <a:pt x="11668" y="11174"/>
                  </a:lnTo>
                  <a:lnTo>
                    <a:pt x="10183" y="11174"/>
                  </a:lnTo>
                  <a:lnTo>
                    <a:pt x="10183" y="9688"/>
                  </a:lnTo>
                  <a:close/>
                  <a:moveTo>
                    <a:pt x="13228" y="9688"/>
                  </a:moveTo>
                  <a:lnTo>
                    <a:pt x="13228" y="11174"/>
                  </a:lnTo>
                  <a:lnTo>
                    <a:pt x="11758" y="11174"/>
                  </a:lnTo>
                  <a:lnTo>
                    <a:pt x="11758" y="9688"/>
                  </a:lnTo>
                  <a:close/>
                  <a:moveTo>
                    <a:pt x="14802" y="9688"/>
                  </a:moveTo>
                  <a:lnTo>
                    <a:pt x="14802" y="11174"/>
                  </a:lnTo>
                  <a:lnTo>
                    <a:pt x="13318" y="11174"/>
                  </a:lnTo>
                  <a:lnTo>
                    <a:pt x="13318" y="9688"/>
                  </a:lnTo>
                  <a:close/>
                  <a:moveTo>
                    <a:pt x="16362" y="9688"/>
                  </a:moveTo>
                  <a:lnTo>
                    <a:pt x="16362" y="11174"/>
                  </a:lnTo>
                  <a:lnTo>
                    <a:pt x="14878" y="11174"/>
                  </a:lnTo>
                  <a:lnTo>
                    <a:pt x="14878" y="9688"/>
                  </a:lnTo>
                  <a:close/>
                  <a:moveTo>
                    <a:pt x="17922" y="9688"/>
                  </a:moveTo>
                  <a:lnTo>
                    <a:pt x="17922" y="11174"/>
                  </a:lnTo>
                  <a:lnTo>
                    <a:pt x="16452" y="11174"/>
                  </a:lnTo>
                  <a:lnTo>
                    <a:pt x="16452" y="9688"/>
                  </a:lnTo>
                  <a:close/>
                  <a:moveTo>
                    <a:pt x="19497" y="9688"/>
                  </a:moveTo>
                  <a:lnTo>
                    <a:pt x="19497" y="11174"/>
                  </a:lnTo>
                  <a:lnTo>
                    <a:pt x="18012" y="11174"/>
                  </a:lnTo>
                  <a:lnTo>
                    <a:pt x="18012" y="9688"/>
                  </a:lnTo>
                  <a:close/>
                  <a:moveTo>
                    <a:pt x="21057" y="9688"/>
                  </a:moveTo>
                  <a:lnTo>
                    <a:pt x="21057" y="11174"/>
                  </a:lnTo>
                  <a:lnTo>
                    <a:pt x="19571" y="11174"/>
                  </a:lnTo>
                  <a:lnTo>
                    <a:pt x="19571" y="9688"/>
                  </a:lnTo>
                  <a:close/>
                  <a:moveTo>
                    <a:pt x="22616" y="9688"/>
                  </a:moveTo>
                  <a:lnTo>
                    <a:pt x="22616" y="11174"/>
                  </a:lnTo>
                  <a:lnTo>
                    <a:pt x="21147" y="11174"/>
                  </a:lnTo>
                  <a:lnTo>
                    <a:pt x="21147" y="9688"/>
                  </a:lnTo>
                  <a:close/>
                  <a:moveTo>
                    <a:pt x="24190" y="9688"/>
                  </a:moveTo>
                  <a:lnTo>
                    <a:pt x="24190" y="11174"/>
                  </a:lnTo>
                  <a:lnTo>
                    <a:pt x="22706" y="11174"/>
                  </a:lnTo>
                  <a:lnTo>
                    <a:pt x="22706" y="9688"/>
                  </a:lnTo>
                  <a:close/>
                  <a:moveTo>
                    <a:pt x="25750" y="9688"/>
                  </a:moveTo>
                  <a:lnTo>
                    <a:pt x="25750" y="11174"/>
                  </a:lnTo>
                  <a:lnTo>
                    <a:pt x="24266" y="11174"/>
                  </a:lnTo>
                  <a:lnTo>
                    <a:pt x="24266" y="9688"/>
                  </a:lnTo>
                  <a:close/>
                  <a:moveTo>
                    <a:pt x="795" y="12192"/>
                  </a:moveTo>
                  <a:lnTo>
                    <a:pt x="795" y="12401"/>
                  </a:lnTo>
                  <a:lnTo>
                    <a:pt x="795" y="12401"/>
                  </a:lnTo>
                  <a:cubicBezTo>
                    <a:pt x="796" y="12332"/>
                    <a:pt x="797" y="12262"/>
                    <a:pt x="795" y="12192"/>
                  </a:cubicBezTo>
                  <a:close/>
                  <a:moveTo>
                    <a:pt x="795" y="12401"/>
                  </a:moveTo>
                  <a:cubicBezTo>
                    <a:pt x="793" y="12504"/>
                    <a:pt x="790" y="12606"/>
                    <a:pt x="795" y="12703"/>
                  </a:cubicBezTo>
                  <a:lnTo>
                    <a:pt x="795" y="12401"/>
                  </a:lnTo>
                  <a:close/>
                  <a:moveTo>
                    <a:pt x="3840" y="11248"/>
                  </a:moveTo>
                  <a:lnTo>
                    <a:pt x="3840" y="12733"/>
                  </a:lnTo>
                  <a:lnTo>
                    <a:pt x="2370" y="12733"/>
                  </a:lnTo>
                  <a:lnTo>
                    <a:pt x="2370" y="11248"/>
                  </a:lnTo>
                  <a:close/>
                  <a:moveTo>
                    <a:pt x="5414" y="11248"/>
                  </a:moveTo>
                  <a:lnTo>
                    <a:pt x="5414" y="12733"/>
                  </a:lnTo>
                  <a:lnTo>
                    <a:pt x="3930" y="12733"/>
                  </a:lnTo>
                  <a:lnTo>
                    <a:pt x="3930" y="11248"/>
                  </a:lnTo>
                  <a:close/>
                  <a:moveTo>
                    <a:pt x="6974" y="11248"/>
                  </a:moveTo>
                  <a:lnTo>
                    <a:pt x="6974" y="12733"/>
                  </a:lnTo>
                  <a:lnTo>
                    <a:pt x="5490" y="12733"/>
                  </a:lnTo>
                  <a:lnTo>
                    <a:pt x="5490" y="11248"/>
                  </a:lnTo>
                  <a:close/>
                  <a:moveTo>
                    <a:pt x="8533" y="11248"/>
                  </a:moveTo>
                  <a:lnTo>
                    <a:pt x="8533" y="12733"/>
                  </a:lnTo>
                  <a:lnTo>
                    <a:pt x="7064" y="12733"/>
                  </a:lnTo>
                  <a:lnTo>
                    <a:pt x="7064" y="11248"/>
                  </a:lnTo>
                  <a:close/>
                  <a:moveTo>
                    <a:pt x="10109" y="11248"/>
                  </a:moveTo>
                  <a:lnTo>
                    <a:pt x="10109" y="12733"/>
                  </a:lnTo>
                  <a:lnTo>
                    <a:pt x="8623" y="12733"/>
                  </a:lnTo>
                  <a:lnTo>
                    <a:pt x="8623" y="11248"/>
                  </a:lnTo>
                  <a:close/>
                  <a:moveTo>
                    <a:pt x="11668" y="11248"/>
                  </a:moveTo>
                  <a:lnTo>
                    <a:pt x="11668" y="12733"/>
                  </a:lnTo>
                  <a:lnTo>
                    <a:pt x="10183" y="12733"/>
                  </a:lnTo>
                  <a:lnTo>
                    <a:pt x="10183" y="11248"/>
                  </a:lnTo>
                  <a:close/>
                  <a:moveTo>
                    <a:pt x="13228" y="11248"/>
                  </a:moveTo>
                  <a:lnTo>
                    <a:pt x="13228" y="12733"/>
                  </a:lnTo>
                  <a:lnTo>
                    <a:pt x="11758" y="12733"/>
                  </a:lnTo>
                  <a:lnTo>
                    <a:pt x="11758" y="11248"/>
                  </a:lnTo>
                  <a:close/>
                  <a:moveTo>
                    <a:pt x="14802" y="11248"/>
                  </a:moveTo>
                  <a:lnTo>
                    <a:pt x="14802" y="12733"/>
                  </a:lnTo>
                  <a:lnTo>
                    <a:pt x="13318" y="12733"/>
                  </a:lnTo>
                  <a:lnTo>
                    <a:pt x="13318" y="11248"/>
                  </a:lnTo>
                  <a:close/>
                  <a:moveTo>
                    <a:pt x="16362" y="11248"/>
                  </a:moveTo>
                  <a:lnTo>
                    <a:pt x="16362" y="12733"/>
                  </a:lnTo>
                  <a:lnTo>
                    <a:pt x="14878" y="12733"/>
                  </a:lnTo>
                  <a:lnTo>
                    <a:pt x="14878" y="11248"/>
                  </a:lnTo>
                  <a:close/>
                  <a:moveTo>
                    <a:pt x="17922" y="11248"/>
                  </a:moveTo>
                  <a:lnTo>
                    <a:pt x="17922" y="12733"/>
                  </a:lnTo>
                  <a:lnTo>
                    <a:pt x="16452" y="12733"/>
                  </a:lnTo>
                  <a:lnTo>
                    <a:pt x="16452" y="11248"/>
                  </a:lnTo>
                  <a:close/>
                  <a:moveTo>
                    <a:pt x="19497" y="11248"/>
                  </a:moveTo>
                  <a:lnTo>
                    <a:pt x="19497" y="12733"/>
                  </a:lnTo>
                  <a:lnTo>
                    <a:pt x="18012" y="12733"/>
                  </a:lnTo>
                  <a:lnTo>
                    <a:pt x="18012" y="11248"/>
                  </a:lnTo>
                  <a:close/>
                  <a:moveTo>
                    <a:pt x="21057" y="11248"/>
                  </a:moveTo>
                  <a:lnTo>
                    <a:pt x="21057" y="12733"/>
                  </a:lnTo>
                  <a:lnTo>
                    <a:pt x="19571" y="12733"/>
                  </a:lnTo>
                  <a:lnTo>
                    <a:pt x="19571" y="11248"/>
                  </a:lnTo>
                  <a:close/>
                  <a:moveTo>
                    <a:pt x="22616" y="11248"/>
                  </a:moveTo>
                  <a:lnTo>
                    <a:pt x="22616" y="12733"/>
                  </a:lnTo>
                  <a:lnTo>
                    <a:pt x="21147" y="12733"/>
                  </a:lnTo>
                  <a:lnTo>
                    <a:pt x="21147" y="11248"/>
                  </a:lnTo>
                  <a:close/>
                  <a:moveTo>
                    <a:pt x="24190" y="11248"/>
                  </a:moveTo>
                  <a:lnTo>
                    <a:pt x="24190" y="12733"/>
                  </a:lnTo>
                  <a:lnTo>
                    <a:pt x="22706" y="12733"/>
                  </a:lnTo>
                  <a:lnTo>
                    <a:pt x="22706" y="11248"/>
                  </a:lnTo>
                  <a:close/>
                  <a:moveTo>
                    <a:pt x="25750" y="11248"/>
                  </a:moveTo>
                  <a:lnTo>
                    <a:pt x="25750" y="12733"/>
                  </a:lnTo>
                  <a:lnTo>
                    <a:pt x="24266" y="12733"/>
                  </a:lnTo>
                  <a:lnTo>
                    <a:pt x="24266" y="11248"/>
                  </a:lnTo>
                  <a:close/>
                  <a:moveTo>
                    <a:pt x="3840" y="12823"/>
                  </a:moveTo>
                  <a:lnTo>
                    <a:pt x="3840" y="14293"/>
                  </a:lnTo>
                  <a:lnTo>
                    <a:pt x="2370" y="14293"/>
                  </a:lnTo>
                  <a:lnTo>
                    <a:pt x="2370" y="12823"/>
                  </a:lnTo>
                  <a:close/>
                  <a:moveTo>
                    <a:pt x="5414" y="12823"/>
                  </a:moveTo>
                  <a:lnTo>
                    <a:pt x="5414" y="14293"/>
                  </a:lnTo>
                  <a:lnTo>
                    <a:pt x="3930" y="14293"/>
                  </a:lnTo>
                  <a:lnTo>
                    <a:pt x="3930" y="12823"/>
                  </a:lnTo>
                  <a:close/>
                  <a:moveTo>
                    <a:pt x="6974" y="12823"/>
                  </a:moveTo>
                  <a:lnTo>
                    <a:pt x="6974" y="14293"/>
                  </a:lnTo>
                  <a:lnTo>
                    <a:pt x="5490" y="14293"/>
                  </a:lnTo>
                  <a:lnTo>
                    <a:pt x="5490" y="12823"/>
                  </a:lnTo>
                  <a:close/>
                  <a:moveTo>
                    <a:pt x="8533" y="12823"/>
                  </a:moveTo>
                  <a:lnTo>
                    <a:pt x="8533" y="14293"/>
                  </a:lnTo>
                  <a:lnTo>
                    <a:pt x="7064" y="14293"/>
                  </a:lnTo>
                  <a:lnTo>
                    <a:pt x="7064" y="12823"/>
                  </a:lnTo>
                  <a:close/>
                  <a:moveTo>
                    <a:pt x="10109" y="12823"/>
                  </a:moveTo>
                  <a:lnTo>
                    <a:pt x="10109" y="14293"/>
                  </a:lnTo>
                  <a:lnTo>
                    <a:pt x="8623" y="14293"/>
                  </a:lnTo>
                  <a:lnTo>
                    <a:pt x="8623" y="12823"/>
                  </a:lnTo>
                  <a:close/>
                  <a:moveTo>
                    <a:pt x="11668" y="12823"/>
                  </a:moveTo>
                  <a:lnTo>
                    <a:pt x="11668" y="14293"/>
                  </a:lnTo>
                  <a:lnTo>
                    <a:pt x="10183" y="14293"/>
                  </a:lnTo>
                  <a:lnTo>
                    <a:pt x="10183" y="12823"/>
                  </a:lnTo>
                  <a:close/>
                  <a:moveTo>
                    <a:pt x="13228" y="12823"/>
                  </a:moveTo>
                  <a:lnTo>
                    <a:pt x="13228" y="14293"/>
                  </a:lnTo>
                  <a:lnTo>
                    <a:pt x="11758" y="14293"/>
                  </a:lnTo>
                  <a:lnTo>
                    <a:pt x="11758" y="12823"/>
                  </a:lnTo>
                  <a:close/>
                  <a:moveTo>
                    <a:pt x="14802" y="12823"/>
                  </a:moveTo>
                  <a:lnTo>
                    <a:pt x="14802" y="14293"/>
                  </a:lnTo>
                  <a:lnTo>
                    <a:pt x="13318" y="14293"/>
                  </a:lnTo>
                  <a:lnTo>
                    <a:pt x="13318" y="12823"/>
                  </a:lnTo>
                  <a:close/>
                  <a:moveTo>
                    <a:pt x="16362" y="12823"/>
                  </a:moveTo>
                  <a:lnTo>
                    <a:pt x="16362" y="14293"/>
                  </a:lnTo>
                  <a:lnTo>
                    <a:pt x="14878" y="14293"/>
                  </a:lnTo>
                  <a:lnTo>
                    <a:pt x="14878" y="12823"/>
                  </a:lnTo>
                  <a:close/>
                  <a:moveTo>
                    <a:pt x="17922" y="12823"/>
                  </a:moveTo>
                  <a:lnTo>
                    <a:pt x="17922" y="14293"/>
                  </a:lnTo>
                  <a:lnTo>
                    <a:pt x="16452" y="14293"/>
                  </a:lnTo>
                  <a:lnTo>
                    <a:pt x="16452" y="12823"/>
                  </a:lnTo>
                  <a:close/>
                  <a:moveTo>
                    <a:pt x="19497" y="12823"/>
                  </a:moveTo>
                  <a:lnTo>
                    <a:pt x="19497" y="14293"/>
                  </a:lnTo>
                  <a:lnTo>
                    <a:pt x="18012" y="14293"/>
                  </a:lnTo>
                  <a:lnTo>
                    <a:pt x="18012" y="12823"/>
                  </a:lnTo>
                  <a:close/>
                  <a:moveTo>
                    <a:pt x="21057" y="12823"/>
                  </a:moveTo>
                  <a:lnTo>
                    <a:pt x="21057" y="14293"/>
                  </a:lnTo>
                  <a:lnTo>
                    <a:pt x="19571" y="14293"/>
                  </a:lnTo>
                  <a:lnTo>
                    <a:pt x="19571" y="12823"/>
                  </a:lnTo>
                  <a:close/>
                  <a:moveTo>
                    <a:pt x="22616" y="12823"/>
                  </a:moveTo>
                  <a:lnTo>
                    <a:pt x="22616" y="14293"/>
                  </a:lnTo>
                  <a:lnTo>
                    <a:pt x="21147" y="14293"/>
                  </a:lnTo>
                  <a:lnTo>
                    <a:pt x="21147" y="12823"/>
                  </a:lnTo>
                  <a:close/>
                  <a:moveTo>
                    <a:pt x="24190" y="12823"/>
                  </a:moveTo>
                  <a:lnTo>
                    <a:pt x="24190" y="14293"/>
                  </a:lnTo>
                  <a:lnTo>
                    <a:pt x="22706" y="14293"/>
                  </a:lnTo>
                  <a:lnTo>
                    <a:pt x="22706" y="12823"/>
                  </a:lnTo>
                  <a:close/>
                  <a:moveTo>
                    <a:pt x="25750" y="12823"/>
                  </a:moveTo>
                  <a:lnTo>
                    <a:pt x="25750" y="14293"/>
                  </a:lnTo>
                  <a:lnTo>
                    <a:pt x="24266" y="14293"/>
                  </a:lnTo>
                  <a:lnTo>
                    <a:pt x="24266" y="12823"/>
                  </a:lnTo>
                  <a:close/>
                  <a:moveTo>
                    <a:pt x="2280" y="14383"/>
                  </a:moveTo>
                  <a:lnTo>
                    <a:pt x="2280" y="15867"/>
                  </a:lnTo>
                  <a:lnTo>
                    <a:pt x="795" y="15867"/>
                  </a:lnTo>
                  <a:lnTo>
                    <a:pt x="795" y="14383"/>
                  </a:lnTo>
                  <a:close/>
                  <a:moveTo>
                    <a:pt x="3840" y="14383"/>
                  </a:moveTo>
                  <a:lnTo>
                    <a:pt x="3840" y="15867"/>
                  </a:lnTo>
                  <a:lnTo>
                    <a:pt x="2370" y="15867"/>
                  </a:lnTo>
                  <a:lnTo>
                    <a:pt x="2370" y="14383"/>
                  </a:lnTo>
                  <a:close/>
                  <a:moveTo>
                    <a:pt x="5414" y="14383"/>
                  </a:moveTo>
                  <a:lnTo>
                    <a:pt x="5414" y="15867"/>
                  </a:lnTo>
                  <a:lnTo>
                    <a:pt x="3930" y="15867"/>
                  </a:lnTo>
                  <a:lnTo>
                    <a:pt x="3930" y="14383"/>
                  </a:lnTo>
                  <a:close/>
                  <a:moveTo>
                    <a:pt x="6974" y="14383"/>
                  </a:moveTo>
                  <a:lnTo>
                    <a:pt x="6974" y="15867"/>
                  </a:lnTo>
                  <a:lnTo>
                    <a:pt x="5490" y="15867"/>
                  </a:lnTo>
                  <a:lnTo>
                    <a:pt x="5490" y="14383"/>
                  </a:lnTo>
                  <a:close/>
                  <a:moveTo>
                    <a:pt x="8533" y="14383"/>
                  </a:moveTo>
                  <a:lnTo>
                    <a:pt x="8533" y="15867"/>
                  </a:lnTo>
                  <a:lnTo>
                    <a:pt x="7064" y="15867"/>
                  </a:lnTo>
                  <a:lnTo>
                    <a:pt x="7064" y="14383"/>
                  </a:lnTo>
                  <a:close/>
                  <a:moveTo>
                    <a:pt x="10109" y="14383"/>
                  </a:moveTo>
                  <a:lnTo>
                    <a:pt x="10109" y="15867"/>
                  </a:lnTo>
                  <a:lnTo>
                    <a:pt x="8623" y="15867"/>
                  </a:lnTo>
                  <a:lnTo>
                    <a:pt x="8623" y="14383"/>
                  </a:lnTo>
                  <a:close/>
                  <a:moveTo>
                    <a:pt x="11668" y="14383"/>
                  </a:moveTo>
                  <a:lnTo>
                    <a:pt x="11668" y="15867"/>
                  </a:lnTo>
                  <a:lnTo>
                    <a:pt x="10183" y="15867"/>
                  </a:lnTo>
                  <a:lnTo>
                    <a:pt x="10183" y="14383"/>
                  </a:lnTo>
                  <a:close/>
                  <a:moveTo>
                    <a:pt x="13228" y="14383"/>
                  </a:moveTo>
                  <a:lnTo>
                    <a:pt x="13228" y="15867"/>
                  </a:lnTo>
                  <a:lnTo>
                    <a:pt x="11758" y="15867"/>
                  </a:lnTo>
                  <a:lnTo>
                    <a:pt x="11758" y="14383"/>
                  </a:lnTo>
                  <a:close/>
                  <a:moveTo>
                    <a:pt x="14802" y="14383"/>
                  </a:moveTo>
                  <a:lnTo>
                    <a:pt x="14802" y="15867"/>
                  </a:lnTo>
                  <a:lnTo>
                    <a:pt x="13318" y="15867"/>
                  </a:lnTo>
                  <a:lnTo>
                    <a:pt x="13318" y="14383"/>
                  </a:lnTo>
                  <a:close/>
                  <a:moveTo>
                    <a:pt x="16362" y="14383"/>
                  </a:moveTo>
                  <a:lnTo>
                    <a:pt x="16362" y="15867"/>
                  </a:lnTo>
                  <a:lnTo>
                    <a:pt x="14878" y="15867"/>
                  </a:lnTo>
                  <a:lnTo>
                    <a:pt x="14878" y="14383"/>
                  </a:lnTo>
                  <a:close/>
                  <a:moveTo>
                    <a:pt x="17922" y="14383"/>
                  </a:moveTo>
                  <a:lnTo>
                    <a:pt x="17922" y="15867"/>
                  </a:lnTo>
                  <a:lnTo>
                    <a:pt x="16452" y="15867"/>
                  </a:lnTo>
                  <a:lnTo>
                    <a:pt x="16452" y="14383"/>
                  </a:lnTo>
                  <a:close/>
                  <a:moveTo>
                    <a:pt x="19497" y="14383"/>
                  </a:moveTo>
                  <a:lnTo>
                    <a:pt x="19497" y="15867"/>
                  </a:lnTo>
                  <a:lnTo>
                    <a:pt x="18012" y="15867"/>
                  </a:lnTo>
                  <a:lnTo>
                    <a:pt x="18012" y="14383"/>
                  </a:lnTo>
                  <a:close/>
                  <a:moveTo>
                    <a:pt x="21057" y="14383"/>
                  </a:moveTo>
                  <a:lnTo>
                    <a:pt x="21057" y="15867"/>
                  </a:lnTo>
                  <a:lnTo>
                    <a:pt x="19571" y="15867"/>
                  </a:lnTo>
                  <a:lnTo>
                    <a:pt x="19571" y="14383"/>
                  </a:lnTo>
                  <a:close/>
                  <a:moveTo>
                    <a:pt x="22616" y="14383"/>
                  </a:moveTo>
                  <a:lnTo>
                    <a:pt x="22616" y="15867"/>
                  </a:lnTo>
                  <a:lnTo>
                    <a:pt x="21147" y="15867"/>
                  </a:lnTo>
                  <a:lnTo>
                    <a:pt x="21147" y="14383"/>
                  </a:lnTo>
                  <a:close/>
                  <a:moveTo>
                    <a:pt x="24190" y="14383"/>
                  </a:moveTo>
                  <a:lnTo>
                    <a:pt x="24190" y="15867"/>
                  </a:lnTo>
                  <a:lnTo>
                    <a:pt x="22706" y="15867"/>
                  </a:lnTo>
                  <a:lnTo>
                    <a:pt x="22706" y="14383"/>
                  </a:lnTo>
                  <a:close/>
                  <a:moveTo>
                    <a:pt x="25750" y="14383"/>
                  </a:moveTo>
                  <a:lnTo>
                    <a:pt x="25750" y="15867"/>
                  </a:lnTo>
                  <a:lnTo>
                    <a:pt x="24266" y="15867"/>
                  </a:lnTo>
                  <a:lnTo>
                    <a:pt x="24266" y="14383"/>
                  </a:lnTo>
                  <a:close/>
                  <a:moveTo>
                    <a:pt x="2280" y="15943"/>
                  </a:moveTo>
                  <a:lnTo>
                    <a:pt x="2280" y="17427"/>
                  </a:lnTo>
                  <a:lnTo>
                    <a:pt x="795" y="17427"/>
                  </a:lnTo>
                  <a:lnTo>
                    <a:pt x="795" y="15943"/>
                  </a:lnTo>
                  <a:close/>
                  <a:moveTo>
                    <a:pt x="3840" y="15943"/>
                  </a:moveTo>
                  <a:lnTo>
                    <a:pt x="3840" y="17427"/>
                  </a:lnTo>
                  <a:lnTo>
                    <a:pt x="2370" y="17427"/>
                  </a:lnTo>
                  <a:lnTo>
                    <a:pt x="2370" y="15943"/>
                  </a:lnTo>
                  <a:close/>
                  <a:moveTo>
                    <a:pt x="5414" y="15943"/>
                  </a:moveTo>
                  <a:lnTo>
                    <a:pt x="5414" y="17427"/>
                  </a:lnTo>
                  <a:lnTo>
                    <a:pt x="3930" y="17427"/>
                  </a:lnTo>
                  <a:lnTo>
                    <a:pt x="3930" y="15943"/>
                  </a:lnTo>
                  <a:close/>
                  <a:moveTo>
                    <a:pt x="6974" y="15943"/>
                  </a:moveTo>
                  <a:lnTo>
                    <a:pt x="6974" y="17427"/>
                  </a:lnTo>
                  <a:lnTo>
                    <a:pt x="5490" y="17427"/>
                  </a:lnTo>
                  <a:lnTo>
                    <a:pt x="5490" y="15943"/>
                  </a:lnTo>
                  <a:close/>
                  <a:moveTo>
                    <a:pt x="8533" y="15943"/>
                  </a:moveTo>
                  <a:lnTo>
                    <a:pt x="8533" y="17427"/>
                  </a:lnTo>
                  <a:lnTo>
                    <a:pt x="7064" y="17427"/>
                  </a:lnTo>
                  <a:lnTo>
                    <a:pt x="7064" y="15943"/>
                  </a:lnTo>
                  <a:close/>
                  <a:moveTo>
                    <a:pt x="10109" y="15943"/>
                  </a:moveTo>
                  <a:lnTo>
                    <a:pt x="10109" y="17427"/>
                  </a:lnTo>
                  <a:lnTo>
                    <a:pt x="8623" y="17427"/>
                  </a:lnTo>
                  <a:lnTo>
                    <a:pt x="8623" y="15943"/>
                  </a:lnTo>
                  <a:close/>
                  <a:moveTo>
                    <a:pt x="11668" y="15943"/>
                  </a:moveTo>
                  <a:lnTo>
                    <a:pt x="11668" y="17427"/>
                  </a:lnTo>
                  <a:lnTo>
                    <a:pt x="10183" y="17427"/>
                  </a:lnTo>
                  <a:lnTo>
                    <a:pt x="10183" y="15943"/>
                  </a:lnTo>
                  <a:close/>
                  <a:moveTo>
                    <a:pt x="13228" y="15943"/>
                  </a:moveTo>
                  <a:lnTo>
                    <a:pt x="13228" y="17427"/>
                  </a:lnTo>
                  <a:lnTo>
                    <a:pt x="11758" y="17427"/>
                  </a:lnTo>
                  <a:lnTo>
                    <a:pt x="11758" y="15943"/>
                  </a:lnTo>
                  <a:close/>
                  <a:moveTo>
                    <a:pt x="14802" y="15943"/>
                  </a:moveTo>
                  <a:lnTo>
                    <a:pt x="14802" y="17427"/>
                  </a:lnTo>
                  <a:lnTo>
                    <a:pt x="13318" y="17427"/>
                  </a:lnTo>
                  <a:lnTo>
                    <a:pt x="13318" y="15943"/>
                  </a:lnTo>
                  <a:close/>
                  <a:moveTo>
                    <a:pt x="16362" y="15943"/>
                  </a:moveTo>
                  <a:lnTo>
                    <a:pt x="16362" y="17427"/>
                  </a:lnTo>
                  <a:lnTo>
                    <a:pt x="14878" y="17427"/>
                  </a:lnTo>
                  <a:lnTo>
                    <a:pt x="14878" y="15943"/>
                  </a:lnTo>
                  <a:close/>
                  <a:moveTo>
                    <a:pt x="17922" y="15943"/>
                  </a:moveTo>
                  <a:lnTo>
                    <a:pt x="17922" y="17427"/>
                  </a:lnTo>
                  <a:lnTo>
                    <a:pt x="16452" y="17427"/>
                  </a:lnTo>
                  <a:lnTo>
                    <a:pt x="16452" y="15943"/>
                  </a:lnTo>
                  <a:close/>
                  <a:moveTo>
                    <a:pt x="19497" y="15943"/>
                  </a:moveTo>
                  <a:lnTo>
                    <a:pt x="19497" y="17427"/>
                  </a:lnTo>
                  <a:lnTo>
                    <a:pt x="18012" y="17427"/>
                  </a:lnTo>
                  <a:lnTo>
                    <a:pt x="18012" y="15943"/>
                  </a:lnTo>
                  <a:close/>
                  <a:moveTo>
                    <a:pt x="21057" y="15943"/>
                  </a:moveTo>
                  <a:lnTo>
                    <a:pt x="21057" y="17427"/>
                  </a:lnTo>
                  <a:lnTo>
                    <a:pt x="19571" y="17427"/>
                  </a:lnTo>
                  <a:lnTo>
                    <a:pt x="19571" y="15943"/>
                  </a:lnTo>
                  <a:close/>
                  <a:moveTo>
                    <a:pt x="22616" y="15943"/>
                  </a:moveTo>
                  <a:lnTo>
                    <a:pt x="22616" y="17427"/>
                  </a:lnTo>
                  <a:lnTo>
                    <a:pt x="21147" y="17427"/>
                  </a:lnTo>
                  <a:lnTo>
                    <a:pt x="21147" y="15943"/>
                  </a:lnTo>
                  <a:close/>
                  <a:moveTo>
                    <a:pt x="24190" y="15943"/>
                  </a:moveTo>
                  <a:lnTo>
                    <a:pt x="24190" y="17427"/>
                  </a:lnTo>
                  <a:lnTo>
                    <a:pt x="22706" y="17427"/>
                  </a:lnTo>
                  <a:lnTo>
                    <a:pt x="22706" y="15943"/>
                  </a:lnTo>
                  <a:close/>
                  <a:moveTo>
                    <a:pt x="25750" y="15943"/>
                  </a:moveTo>
                  <a:lnTo>
                    <a:pt x="25750" y="17427"/>
                  </a:lnTo>
                  <a:lnTo>
                    <a:pt x="24266" y="17427"/>
                  </a:lnTo>
                  <a:lnTo>
                    <a:pt x="24266" y="15943"/>
                  </a:lnTo>
                  <a:close/>
                  <a:moveTo>
                    <a:pt x="2280" y="17517"/>
                  </a:moveTo>
                  <a:lnTo>
                    <a:pt x="2280" y="18987"/>
                  </a:lnTo>
                  <a:lnTo>
                    <a:pt x="795" y="18987"/>
                  </a:lnTo>
                  <a:lnTo>
                    <a:pt x="795" y="17517"/>
                  </a:lnTo>
                  <a:close/>
                  <a:moveTo>
                    <a:pt x="3840" y="17517"/>
                  </a:moveTo>
                  <a:lnTo>
                    <a:pt x="3840" y="18987"/>
                  </a:lnTo>
                  <a:lnTo>
                    <a:pt x="2370" y="18987"/>
                  </a:lnTo>
                  <a:lnTo>
                    <a:pt x="2370" y="17517"/>
                  </a:lnTo>
                  <a:close/>
                  <a:moveTo>
                    <a:pt x="5414" y="17517"/>
                  </a:moveTo>
                  <a:lnTo>
                    <a:pt x="5414" y="18987"/>
                  </a:lnTo>
                  <a:lnTo>
                    <a:pt x="3930" y="18987"/>
                  </a:lnTo>
                  <a:lnTo>
                    <a:pt x="3930" y="17517"/>
                  </a:lnTo>
                  <a:close/>
                  <a:moveTo>
                    <a:pt x="6974" y="17517"/>
                  </a:moveTo>
                  <a:lnTo>
                    <a:pt x="6974" y="18987"/>
                  </a:lnTo>
                  <a:lnTo>
                    <a:pt x="5490" y="18987"/>
                  </a:lnTo>
                  <a:lnTo>
                    <a:pt x="5490" y="17517"/>
                  </a:lnTo>
                  <a:close/>
                  <a:moveTo>
                    <a:pt x="8533" y="17517"/>
                  </a:moveTo>
                  <a:lnTo>
                    <a:pt x="8533" y="18987"/>
                  </a:lnTo>
                  <a:lnTo>
                    <a:pt x="7064" y="18987"/>
                  </a:lnTo>
                  <a:lnTo>
                    <a:pt x="7064" y="17517"/>
                  </a:lnTo>
                  <a:close/>
                  <a:moveTo>
                    <a:pt x="10109" y="17517"/>
                  </a:moveTo>
                  <a:lnTo>
                    <a:pt x="10109" y="18987"/>
                  </a:lnTo>
                  <a:lnTo>
                    <a:pt x="8623" y="18987"/>
                  </a:lnTo>
                  <a:lnTo>
                    <a:pt x="8623" y="17517"/>
                  </a:lnTo>
                  <a:close/>
                  <a:moveTo>
                    <a:pt x="11668" y="17517"/>
                  </a:moveTo>
                  <a:lnTo>
                    <a:pt x="11668" y="18987"/>
                  </a:lnTo>
                  <a:lnTo>
                    <a:pt x="10183" y="18987"/>
                  </a:lnTo>
                  <a:lnTo>
                    <a:pt x="10183" y="17517"/>
                  </a:lnTo>
                  <a:close/>
                  <a:moveTo>
                    <a:pt x="13228" y="17517"/>
                  </a:moveTo>
                  <a:lnTo>
                    <a:pt x="13228" y="18987"/>
                  </a:lnTo>
                  <a:lnTo>
                    <a:pt x="11758" y="18987"/>
                  </a:lnTo>
                  <a:lnTo>
                    <a:pt x="11758" y="17517"/>
                  </a:lnTo>
                  <a:close/>
                  <a:moveTo>
                    <a:pt x="14802" y="17517"/>
                  </a:moveTo>
                  <a:lnTo>
                    <a:pt x="14802" y="18987"/>
                  </a:lnTo>
                  <a:lnTo>
                    <a:pt x="13318" y="18987"/>
                  </a:lnTo>
                  <a:lnTo>
                    <a:pt x="13318" y="17517"/>
                  </a:lnTo>
                  <a:close/>
                  <a:moveTo>
                    <a:pt x="16362" y="17517"/>
                  </a:moveTo>
                  <a:lnTo>
                    <a:pt x="16362" y="18987"/>
                  </a:lnTo>
                  <a:lnTo>
                    <a:pt x="14878" y="18987"/>
                  </a:lnTo>
                  <a:lnTo>
                    <a:pt x="14878" y="17517"/>
                  </a:lnTo>
                  <a:close/>
                  <a:moveTo>
                    <a:pt x="17922" y="17517"/>
                  </a:moveTo>
                  <a:lnTo>
                    <a:pt x="17922" y="18987"/>
                  </a:lnTo>
                  <a:lnTo>
                    <a:pt x="16452" y="18987"/>
                  </a:lnTo>
                  <a:lnTo>
                    <a:pt x="16452" y="17517"/>
                  </a:lnTo>
                  <a:close/>
                  <a:moveTo>
                    <a:pt x="19497" y="17517"/>
                  </a:moveTo>
                  <a:lnTo>
                    <a:pt x="19497" y="18987"/>
                  </a:lnTo>
                  <a:lnTo>
                    <a:pt x="18012" y="18987"/>
                  </a:lnTo>
                  <a:lnTo>
                    <a:pt x="18012" y="17517"/>
                  </a:lnTo>
                  <a:close/>
                  <a:moveTo>
                    <a:pt x="21057" y="17517"/>
                  </a:moveTo>
                  <a:lnTo>
                    <a:pt x="21057" y="18987"/>
                  </a:lnTo>
                  <a:lnTo>
                    <a:pt x="19571" y="18987"/>
                  </a:lnTo>
                  <a:lnTo>
                    <a:pt x="19571" y="17517"/>
                  </a:lnTo>
                  <a:close/>
                  <a:moveTo>
                    <a:pt x="22616" y="17517"/>
                  </a:moveTo>
                  <a:lnTo>
                    <a:pt x="22616" y="18987"/>
                  </a:lnTo>
                  <a:lnTo>
                    <a:pt x="21147" y="18987"/>
                  </a:lnTo>
                  <a:lnTo>
                    <a:pt x="21147" y="17517"/>
                  </a:lnTo>
                  <a:close/>
                  <a:moveTo>
                    <a:pt x="24190" y="17517"/>
                  </a:moveTo>
                  <a:lnTo>
                    <a:pt x="24190" y="18987"/>
                  </a:lnTo>
                  <a:lnTo>
                    <a:pt x="22706" y="18987"/>
                  </a:lnTo>
                  <a:lnTo>
                    <a:pt x="22706" y="17517"/>
                  </a:lnTo>
                  <a:close/>
                  <a:moveTo>
                    <a:pt x="25750" y="17517"/>
                  </a:moveTo>
                  <a:lnTo>
                    <a:pt x="25750" y="18987"/>
                  </a:lnTo>
                  <a:lnTo>
                    <a:pt x="24266" y="18987"/>
                  </a:lnTo>
                  <a:lnTo>
                    <a:pt x="24266" y="17517"/>
                  </a:lnTo>
                  <a:close/>
                  <a:moveTo>
                    <a:pt x="2280" y="19077"/>
                  </a:moveTo>
                  <a:lnTo>
                    <a:pt x="2280" y="20562"/>
                  </a:lnTo>
                  <a:lnTo>
                    <a:pt x="795" y="20562"/>
                  </a:lnTo>
                  <a:lnTo>
                    <a:pt x="795" y="19077"/>
                  </a:lnTo>
                  <a:close/>
                  <a:moveTo>
                    <a:pt x="3840" y="19077"/>
                  </a:moveTo>
                  <a:lnTo>
                    <a:pt x="3840" y="20562"/>
                  </a:lnTo>
                  <a:lnTo>
                    <a:pt x="2370" y="20562"/>
                  </a:lnTo>
                  <a:lnTo>
                    <a:pt x="2370" y="19077"/>
                  </a:lnTo>
                  <a:close/>
                  <a:moveTo>
                    <a:pt x="5414" y="19077"/>
                  </a:moveTo>
                  <a:lnTo>
                    <a:pt x="5414" y="20562"/>
                  </a:lnTo>
                  <a:lnTo>
                    <a:pt x="3930" y="20562"/>
                  </a:lnTo>
                  <a:lnTo>
                    <a:pt x="3930" y="19077"/>
                  </a:lnTo>
                  <a:close/>
                  <a:moveTo>
                    <a:pt x="6974" y="19077"/>
                  </a:moveTo>
                  <a:lnTo>
                    <a:pt x="6974" y="20562"/>
                  </a:lnTo>
                  <a:lnTo>
                    <a:pt x="5490" y="20562"/>
                  </a:lnTo>
                  <a:lnTo>
                    <a:pt x="5490" y="19077"/>
                  </a:lnTo>
                  <a:close/>
                  <a:moveTo>
                    <a:pt x="8533" y="19077"/>
                  </a:moveTo>
                  <a:lnTo>
                    <a:pt x="8533" y="20562"/>
                  </a:lnTo>
                  <a:lnTo>
                    <a:pt x="7064" y="20562"/>
                  </a:lnTo>
                  <a:lnTo>
                    <a:pt x="7064" y="19077"/>
                  </a:lnTo>
                  <a:close/>
                  <a:moveTo>
                    <a:pt x="10109" y="19077"/>
                  </a:moveTo>
                  <a:lnTo>
                    <a:pt x="10109" y="20562"/>
                  </a:lnTo>
                  <a:lnTo>
                    <a:pt x="8623" y="20562"/>
                  </a:lnTo>
                  <a:lnTo>
                    <a:pt x="8623" y="19077"/>
                  </a:lnTo>
                  <a:close/>
                  <a:moveTo>
                    <a:pt x="11668" y="19077"/>
                  </a:moveTo>
                  <a:lnTo>
                    <a:pt x="11668" y="20562"/>
                  </a:lnTo>
                  <a:lnTo>
                    <a:pt x="10183" y="20562"/>
                  </a:lnTo>
                  <a:lnTo>
                    <a:pt x="10183" y="19077"/>
                  </a:lnTo>
                  <a:close/>
                  <a:moveTo>
                    <a:pt x="13228" y="19077"/>
                  </a:moveTo>
                  <a:lnTo>
                    <a:pt x="13228" y="20562"/>
                  </a:lnTo>
                  <a:lnTo>
                    <a:pt x="11758" y="20562"/>
                  </a:lnTo>
                  <a:lnTo>
                    <a:pt x="11758" y="19077"/>
                  </a:lnTo>
                  <a:close/>
                  <a:moveTo>
                    <a:pt x="14802" y="19077"/>
                  </a:moveTo>
                  <a:lnTo>
                    <a:pt x="14802" y="20562"/>
                  </a:lnTo>
                  <a:lnTo>
                    <a:pt x="13318" y="20562"/>
                  </a:lnTo>
                  <a:lnTo>
                    <a:pt x="13318" y="19077"/>
                  </a:lnTo>
                  <a:close/>
                  <a:moveTo>
                    <a:pt x="16362" y="19077"/>
                  </a:moveTo>
                  <a:lnTo>
                    <a:pt x="16362" y="20562"/>
                  </a:lnTo>
                  <a:lnTo>
                    <a:pt x="14878" y="20562"/>
                  </a:lnTo>
                  <a:lnTo>
                    <a:pt x="14878" y="19077"/>
                  </a:lnTo>
                  <a:close/>
                  <a:moveTo>
                    <a:pt x="17922" y="19077"/>
                  </a:moveTo>
                  <a:lnTo>
                    <a:pt x="17922" y="20562"/>
                  </a:lnTo>
                  <a:lnTo>
                    <a:pt x="16452" y="20562"/>
                  </a:lnTo>
                  <a:lnTo>
                    <a:pt x="16452" y="19077"/>
                  </a:lnTo>
                  <a:close/>
                  <a:moveTo>
                    <a:pt x="19497" y="19077"/>
                  </a:moveTo>
                  <a:lnTo>
                    <a:pt x="19497" y="20562"/>
                  </a:lnTo>
                  <a:lnTo>
                    <a:pt x="18012" y="20562"/>
                  </a:lnTo>
                  <a:lnTo>
                    <a:pt x="18012" y="19077"/>
                  </a:lnTo>
                  <a:close/>
                  <a:moveTo>
                    <a:pt x="21057" y="19077"/>
                  </a:moveTo>
                  <a:lnTo>
                    <a:pt x="21057" y="20562"/>
                  </a:lnTo>
                  <a:lnTo>
                    <a:pt x="19571" y="20562"/>
                  </a:lnTo>
                  <a:lnTo>
                    <a:pt x="19571" y="19077"/>
                  </a:lnTo>
                  <a:close/>
                  <a:moveTo>
                    <a:pt x="22616" y="19077"/>
                  </a:moveTo>
                  <a:lnTo>
                    <a:pt x="22616" y="20562"/>
                  </a:lnTo>
                  <a:lnTo>
                    <a:pt x="21147" y="20562"/>
                  </a:lnTo>
                  <a:lnTo>
                    <a:pt x="21147" y="19077"/>
                  </a:lnTo>
                  <a:close/>
                  <a:moveTo>
                    <a:pt x="24190" y="19077"/>
                  </a:moveTo>
                  <a:lnTo>
                    <a:pt x="24190" y="20562"/>
                  </a:lnTo>
                  <a:lnTo>
                    <a:pt x="22706" y="20562"/>
                  </a:lnTo>
                  <a:lnTo>
                    <a:pt x="22706" y="19077"/>
                  </a:lnTo>
                  <a:close/>
                  <a:moveTo>
                    <a:pt x="25750" y="19077"/>
                  </a:moveTo>
                  <a:lnTo>
                    <a:pt x="25750" y="20562"/>
                  </a:lnTo>
                  <a:lnTo>
                    <a:pt x="24266" y="20562"/>
                  </a:lnTo>
                  <a:lnTo>
                    <a:pt x="24266" y="19077"/>
                  </a:lnTo>
                  <a:close/>
                  <a:moveTo>
                    <a:pt x="2280" y="20636"/>
                  </a:moveTo>
                  <a:lnTo>
                    <a:pt x="2280" y="22122"/>
                  </a:lnTo>
                  <a:lnTo>
                    <a:pt x="795" y="22122"/>
                  </a:lnTo>
                  <a:lnTo>
                    <a:pt x="795" y="20636"/>
                  </a:lnTo>
                  <a:close/>
                  <a:moveTo>
                    <a:pt x="3840" y="20636"/>
                  </a:moveTo>
                  <a:lnTo>
                    <a:pt x="3840" y="22122"/>
                  </a:lnTo>
                  <a:lnTo>
                    <a:pt x="2370" y="22122"/>
                  </a:lnTo>
                  <a:lnTo>
                    <a:pt x="2370" y="20636"/>
                  </a:lnTo>
                  <a:close/>
                  <a:moveTo>
                    <a:pt x="5414" y="20636"/>
                  </a:moveTo>
                  <a:lnTo>
                    <a:pt x="5414" y="22122"/>
                  </a:lnTo>
                  <a:lnTo>
                    <a:pt x="3930" y="22122"/>
                  </a:lnTo>
                  <a:lnTo>
                    <a:pt x="3930" y="20636"/>
                  </a:lnTo>
                  <a:close/>
                  <a:moveTo>
                    <a:pt x="6974" y="20636"/>
                  </a:moveTo>
                  <a:lnTo>
                    <a:pt x="6974" y="22122"/>
                  </a:lnTo>
                  <a:lnTo>
                    <a:pt x="5490" y="22122"/>
                  </a:lnTo>
                  <a:lnTo>
                    <a:pt x="5490" y="20636"/>
                  </a:lnTo>
                  <a:close/>
                  <a:moveTo>
                    <a:pt x="8533" y="20636"/>
                  </a:moveTo>
                  <a:lnTo>
                    <a:pt x="8533" y="22122"/>
                  </a:lnTo>
                  <a:lnTo>
                    <a:pt x="7064" y="22122"/>
                  </a:lnTo>
                  <a:lnTo>
                    <a:pt x="7064" y="20636"/>
                  </a:lnTo>
                  <a:close/>
                  <a:moveTo>
                    <a:pt x="10109" y="20636"/>
                  </a:moveTo>
                  <a:lnTo>
                    <a:pt x="10109" y="22122"/>
                  </a:lnTo>
                  <a:lnTo>
                    <a:pt x="8623" y="22122"/>
                  </a:lnTo>
                  <a:lnTo>
                    <a:pt x="8623" y="20636"/>
                  </a:lnTo>
                  <a:close/>
                  <a:moveTo>
                    <a:pt x="11668" y="20636"/>
                  </a:moveTo>
                  <a:lnTo>
                    <a:pt x="11668" y="22122"/>
                  </a:lnTo>
                  <a:lnTo>
                    <a:pt x="10183" y="22122"/>
                  </a:lnTo>
                  <a:lnTo>
                    <a:pt x="10183" y="20636"/>
                  </a:lnTo>
                  <a:close/>
                  <a:moveTo>
                    <a:pt x="13228" y="20636"/>
                  </a:moveTo>
                  <a:lnTo>
                    <a:pt x="13228" y="22122"/>
                  </a:lnTo>
                  <a:lnTo>
                    <a:pt x="11758" y="22122"/>
                  </a:lnTo>
                  <a:lnTo>
                    <a:pt x="11758" y="20636"/>
                  </a:lnTo>
                  <a:close/>
                  <a:moveTo>
                    <a:pt x="14802" y="20636"/>
                  </a:moveTo>
                  <a:lnTo>
                    <a:pt x="14802" y="22122"/>
                  </a:lnTo>
                  <a:lnTo>
                    <a:pt x="13318" y="22122"/>
                  </a:lnTo>
                  <a:lnTo>
                    <a:pt x="13318" y="20636"/>
                  </a:lnTo>
                  <a:close/>
                  <a:moveTo>
                    <a:pt x="16362" y="20636"/>
                  </a:moveTo>
                  <a:lnTo>
                    <a:pt x="16362" y="22122"/>
                  </a:lnTo>
                  <a:lnTo>
                    <a:pt x="14878" y="22122"/>
                  </a:lnTo>
                  <a:lnTo>
                    <a:pt x="14878" y="20636"/>
                  </a:lnTo>
                  <a:close/>
                  <a:moveTo>
                    <a:pt x="17922" y="20636"/>
                  </a:moveTo>
                  <a:lnTo>
                    <a:pt x="17922" y="22122"/>
                  </a:lnTo>
                  <a:lnTo>
                    <a:pt x="16452" y="22122"/>
                  </a:lnTo>
                  <a:lnTo>
                    <a:pt x="16452" y="20636"/>
                  </a:lnTo>
                  <a:close/>
                  <a:moveTo>
                    <a:pt x="19497" y="20636"/>
                  </a:moveTo>
                  <a:lnTo>
                    <a:pt x="19497" y="22122"/>
                  </a:lnTo>
                  <a:lnTo>
                    <a:pt x="18012" y="22122"/>
                  </a:lnTo>
                  <a:lnTo>
                    <a:pt x="18012" y="20636"/>
                  </a:lnTo>
                  <a:close/>
                  <a:moveTo>
                    <a:pt x="21057" y="20636"/>
                  </a:moveTo>
                  <a:lnTo>
                    <a:pt x="21057" y="22122"/>
                  </a:lnTo>
                  <a:lnTo>
                    <a:pt x="19571" y="22122"/>
                  </a:lnTo>
                  <a:lnTo>
                    <a:pt x="19571" y="20636"/>
                  </a:lnTo>
                  <a:close/>
                  <a:moveTo>
                    <a:pt x="22616" y="20636"/>
                  </a:moveTo>
                  <a:lnTo>
                    <a:pt x="22616" y="22122"/>
                  </a:lnTo>
                  <a:lnTo>
                    <a:pt x="21147" y="22122"/>
                  </a:lnTo>
                  <a:lnTo>
                    <a:pt x="21147" y="20636"/>
                  </a:lnTo>
                  <a:close/>
                  <a:moveTo>
                    <a:pt x="24190" y="20636"/>
                  </a:moveTo>
                  <a:lnTo>
                    <a:pt x="24190" y="22122"/>
                  </a:lnTo>
                  <a:lnTo>
                    <a:pt x="22706" y="22122"/>
                  </a:lnTo>
                  <a:lnTo>
                    <a:pt x="22706" y="20636"/>
                  </a:lnTo>
                  <a:close/>
                  <a:moveTo>
                    <a:pt x="25750" y="20636"/>
                  </a:moveTo>
                  <a:lnTo>
                    <a:pt x="25750" y="22122"/>
                  </a:lnTo>
                  <a:lnTo>
                    <a:pt x="24266" y="22122"/>
                  </a:lnTo>
                  <a:lnTo>
                    <a:pt x="24266" y="20636"/>
                  </a:lnTo>
                  <a:close/>
                  <a:moveTo>
                    <a:pt x="2280" y="22212"/>
                  </a:moveTo>
                  <a:lnTo>
                    <a:pt x="2280" y="23681"/>
                  </a:lnTo>
                  <a:lnTo>
                    <a:pt x="795" y="23681"/>
                  </a:lnTo>
                  <a:lnTo>
                    <a:pt x="795" y="22212"/>
                  </a:lnTo>
                  <a:close/>
                  <a:moveTo>
                    <a:pt x="3840" y="22212"/>
                  </a:moveTo>
                  <a:lnTo>
                    <a:pt x="3840" y="23681"/>
                  </a:lnTo>
                  <a:lnTo>
                    <a:pt x="2370" y="23681"/>
                  </a:lnTo>
                  <a:lnTo>
                    <a:pt x="2370" y="22212"/>
                  </a:lnTo>
                  <a:close/>
                  <a:moveTo>
                    <a:pt x="5414" y="22212"/>
                  </a:moveTo>
                  <a:lnTo>
                    <a:pt x="5414" y="23681"/>
                  </a:lnTo>
                  <a:lnTo>
                    <a:pt x="3930" y="23681"/>
                  </a:lnTo>
                  <a:lnTo>
                    <a:pt x="3930" y="22212"/>
                  </a:lnTo>
                  <a:close/>
                  <a:moveTo>
                    <a:pt x="6974" y="22212"/>
                  </a:moveTo>
                  <a:lnTo>
                    <a:pt x="6974" y="23681"/>
                  </a:lnTo>
                  <a:lnTo>
                    <a:pt x="5490" y="23681"/>
                  </a:lnTo>
                  <a:lnTo>
                    <a:pt x="5490" y="22212"/>
                  </a:lnTo>
                  <a:close/>
                  <a:moveTo>
                    <a:pt x="8533" y="22212"/>
                  </a:moveTo>
                  <a:lnTo>
                    <a:pt x="8533" y="23681"/>
                  </a:lnTo>
                  <a:lnTo>
                    <a:pt x="7064" y="23681"/>
                  </a:lnTo>
                  <a:lnTo>
                    <a:pt x="7064" y="22212"/>
                  </a:lnTo>
                  <a:close/>
                  <a:moveTo>
                    <a:pt x="10109" y="22212"/>
                  </a:moveTo>
                  <a:lnTo>
                    <a:pt x="10109" y="23681"/>
                  </a:lnTo>
                  <a:lnTo>
                    <a:pt x="8623" y="23681"/>
                  </a:lnTo>
                  <a:lnTo>
                    <a:pt x="8623" y="22212"/>
                  </a:lnTo>
                  <a:close/>
                  <a:moveTo>
                    <a:pt x="11668" y="22212"/>
                  </a:moveTo>
                  <a:lnTo>
                    <a:pt x="11668" y="23681"/>
                  </a:lnTo>
                  <a:lnTo>
                    <a:pt x="10183" y="23681"/>
                  </a:lnTo>
                  <a:lnTo>
                    <a:pt x="10183" y="22212"/>
                  </a:lnTo>
                  <a:close/>
                  <a:moveTo>
                    <a:pt x="13228" y="22212"/>
                  </a:moveTo>
                  <a:lnTo>
                    <a:pt x="13228" y="23681"/>
                  </a:lnTo>
                  <a:lnTo>
                    <a:pt x="11758" y="23681"/>
                  </a:lnTo>
                  <a:lnTo>
                    <a:pt x="11758" y="22212"/>
                  </a:lnTo>
                  <a:close/>
                  <a:moveTo>
                    <a:pt x="14802" y="22212"/>
                  </a:moveTo>
                  <a:lnTo>
                    <a:pt x="14802" y="23681"/>
                  </a:lnTo>
                  <a:lnTo>
                    <a:pt x="13318" y="23681"/>
                  </a:lnTo>
                  <a:lnTo>
                    <a:pt x="13318" y="22212"/>
                  </a:lnTo>
                  <a:close/>
                  <a:moveTo>
                    <a:pt x="16362" y="22212"/>
                  </a:moveTo>
                  <a:lnTo>
                    <a:pt x="16362" y="23681"/>
                  </a:lnTo>
                  <a:lnTo>
                    <a:pt x="14878" y="23681"/>
                  </a:lnTo>
                  <a:lnTo>
                    <a:pt x="14878" y="22212"/>
                  </a:lnTo>
                  <a:close/>
                  <a:moveTo>
                    <a:pt x="17922" y="22212"/>
                  </a:moveTo>
                  <a:lnTo>
                    <a:pt x="17922" y="23681"/>
                  </a:lnTo>
                  <a:lnTo>
                    <a:pt x="16452" y="23681"/>
                  </a:lnTo>
                  <a:lnTo>
                    <a:pt x="16452" y="22212"/>
                  </a:lnTo>
                  <a:close/>
                  <a:moveTo>
                    <a:pt x="25750" y="22212"/>
                  </a:moveTo>
                  <a:lnTo>
                    <a:pt x="25750" y="23681"/>
                  </a:lnTo>
                  <a:lnTo>
                    <a:pt x="24266" y="23681"/>
                  </a:lnTo>
                  <a:lnTo>
                    <a:pt x="24266" y="22212"/>
                  </a:lnTo>
                  <a:close/>
                  <a:moveTo>
                    <a:pt x="6974" y="0"/>
                  </a:moveTo>
                  <a:lnTo>
                    <a:pt x="6974" y="210"/>
                  </a:lnTo>
                  <a:lnTo>
                    <a:pt x="5490" y="210"/>
                  </a:lnTo>
                  <a:lnTo>
                    <a:pt x="5490" y="46"/>
                  </a:lnTo>
                  <a:cubicBezTo>
                    <a:pt x="5460" y="60"/>
                    <a:pt x="5430" y="60"/>
                    <a:pt x="5414" y="76"/>
                  </a:cubicBezTo>
                  <a:lnTo>
                    <a:pt x="5414" y="210"/>
                  </a:lnTo>
                  <a:lnTo>
                    <a:pt x="5040" y="210"/>
                  </a:lnTo>
                  <a:cubicBezTo>
                    <a:pt x="4920" y="256"/>
                    <a:pt x="4800" y="286"/>
                    <a:pt x="4664" y="300"/>
                  </a:cubicBezTo>
                  <a:lnTo>
                    <a:pt x="5414" y="300"/>
                  </a:lnTo>
                  <a:lnTo>
                    <a:pt x="5414" y="1786"/>
                  </a:lnTo>
                  <a:lnTo>
                    <a:pt x="3930" y="1786"/>
                  </a:lnTo>
                  <a:lnTo>
                    <a:pt x="3930" y="300"/>
                  </a:lnTo>
                  <a:lnTo>
                    <a:pt x="4080" y="300"/>
                  </a:lnTo>
                  <a:cubicBezTo>
                    <a:pt x="3720" y="300"/>
                    <a:pt x="3360" y="270"/>
                    <a:pt x="2984" y="240"/>
                  </a:cubicBezTo>
                  <a:cubicBezTo>
                    <a:pt x="2850" y="240"/>
                    <a:pt x="2700" y="226"/>
                    <a:pt x="2565" y="226"/>
                  </a:cubicBezTo>
                  <a:cubicBezTo>
                    <a:pt x="2505" y="226"/>
                    <a:pt x="2430" y="210"/>
                    <a:pt x="2370" y="210"/>
                  </a:cubicBezTo>
                  <a:lnTo>
                    <a:pt x="2100" y="210"/>
                  </a:lnTo>
                  <a:cubicBezTo>
                    <a:pt x="2085" y="210"/>
                    <a:pt x="2055" y="226"/>
                    <a:pt x="2025" y="226"/>
                  </a:cubicBezTo>
                  <a:lnTo>
                    <a:pt x="1335" y="226"/>
                  </a:lnTo>
                  <a:cubicBezTo>
                    <a:pt x="1305" y="226"/>
                    <a:pt x="1290" y="210"/>
                    <a:pt x="1275" y="210"/>
                  </a:cubicBezTo>
                  <a:lnTo>
                    <a:pt x="795" y="210"/>
                  </a:lnTo>
                  <a:lnTo>
                    <a:pt x="795" y="180"/>
                  </a:lnTo>
                  <a:lnTo>
                    <a:pt x="705" y="180"/>
                  </a:lnTo>
                  <a:lnTo>
                    <a:pt x="705" y="210"/>
                  </a:lnTo>
                  <a:lnTo>
                    <a:pt x="241" y="210"/>
                  </a:lnTo>
                  <a:cubicBezTo>
                    <a:pt x="241" y="240"/>
                    <a:pt x="225" y="270"/>
                    <a:pt x="225" y="300"/>
                  </a:cubicBezTo>
                  <a:lnTo>
                    <a:pt x="705" y="300"/>
                  </a:lnTo>
                  <a:lnTo>
                    <a:pt x="705" y="1786"/>
                  </a:lnTo>
                  <a:lnTo>
                    <a:pt x="435" y="1786"/>
                  </a:lnTo>
                  <a:lnTo>
                    <a:pt x="435" y="1860"/>
                  </a:lnTo>
                  <a:lnTo>
                    <a:pt x="705" y="1860"/>
                  </a:lnTo>
                  <a:lnTo>
                    <a:pt x="705" y="3345"/>
                  </a:lnTo>
                  <a:lnTo>
                    <a:pt x="255" y="3345"/>
                  </a:lnTo>
                  <a:cubicBezTo>
                    <a:pt x="255" y="3375"/>
                    <a:pt x="255" y="3405"/>
                    <a:pt x="271" y="3435"/>
                  </a:cubicBezTo>
                  <a:lnTo>
                    <a:pt x="705" y="3435"/>
                  </a:lnTo>
                  <a:lnTo>
                    <a:pt x="705" y="4545"/>
                  </a:lnTo>
                  <a:cubicBezTo>
                    <a:pt x="735" y="4575"/>
                    <a:pt x="765" y="4589"/>
                    <a:pt x="795" y="4619"/>
                  </a:cubicBezTo>
                  <a:lnTo>
                    <a:pt x="795" y="3435"/>
                  </a:lnTo>
                  <a:lnTo>
                    <a:pt x="2280" y="3435"/>
                  </a:lnTo>
                  <a:lnTo>
                    <a:pt x="2280" y="4905"/>
                  </a:lnTo>
                  <a:lnTo>
                    <a:pt x="945" y="4905"/>
                  </a:lnTo>
                  <a:lnTo>
                    <a:pt x="945" y="4995"/>
                  </a:lnTo>
                  <a:lnTo>
                    <a:pt x="2280" y="4995"/>
                  </a:lnTo>
                  <a:lnTo>
                    <a:pt x="2280" y="6479"/>
                  </a:lnTo>
                  <a:lnTo>
                    <a:pt x="930" y="6479"/>
                  </a:lnTo>
                  <a:cubicBezTo>
                    <a:pt x="915" y="6509"/>
                    <a:pt x="885" y="6539"/>
                    <a:pt x="855" y="6555"/>
                  </a:cubicBezTo>
                  <a:lnTo>
                    <a:pt x="2280" y="6555"/>
                  </a:lnTo>
                  <a:lnTo>
                    <a:pt x="2280" y="8039"/>
                  </a:lnTo>
                  <a:lnTo>
                    <a:pt x="795" y="8039"/>
                  </a:lnTo>
                  <a:lnTo>
                    <a:pt x="795" y="6629"/>
                  </a:lnTo>
                  <a:lnTo>
                    <a:pt x="705" y="6719"/>
                  </a:lnTo>
                  <a:lnTo>
                    <a:pt x="705" y="8039"/>
                  </a:lnTo>
                  <a:lnTo>
                    <a:pt x="421" y="8039"/>
                  </a:lnTo>
                  <a:cubicBezTo>
                    <a:pt x="405" y="8069"/>
                    <a:pt x="405" y="8099"/>
                    <a:pt x="391" y="8129"/>
                  </a:cubicBezTo>
                  <a:lnTo>
                    <a:pt x="705" y="8129"/>
                  </a:lnTo>
                  <a:lnTo>
                    <a:pt x="705" y="9598"/>
                  </a:lnTo>
                  <a:lnTo>
                    <a:pt x="181" y="9598"/>
                  </a:lnTo>
                  <a:cubicBezTo>
                    <a:pt x="165" y="9628"/>
                    <a:pt x="165" y="9658"/>
                    <a:pt x="165" y="9688"/>
                  </a:cubicBezTo>
                  <a:lnTo>
                    <a:pt x="705" y="9688"/>
                  </a:lnTo>
                  <a:lnTo>
                    <a:pt x="705" y="11174"/>
                  </a:lnTo>
                  <a:lnTo>
                    <a:pt x="301" y="11174"/>
                  </a:lnTo>
                  <a:cubicBezTo>
                    <a:pt x="301" y="11188"/>
                    <a:pt x="315" y="11204"/>
                    <a:pt x="331" y="11218"/>
                  </a:cubicBezTo>
                  <a:cubicBezTo>
                    <a:pt x="331" y="11234"/>
                    <a:pt x="345" y="11248"/>
                    <a:pt x="345" y="11248"/>
                  </a:cubicBezTo>
                  <a:lnTo>
                    <a:pt x="705" y="11248"/>
                  </a:lnTo>
                  <a:lnTo>
                    <a:pt x="705" y="11728"/>
                  </a:lnTo>
                  <a:cubicBezTo>
                    <a:pt x="770" y="11873"/>
                    <a:pt x="790" y="12031"/>
                    <a:pt x="795" y="12192"/>
                  </a:cubicBezTo>
                  <a:lnTo>
                    <a:pt x="795" y="12192"/>
                  </a:lnTo>
                  <a:lnTo>
                    <a:pt x="795" y="11248"/>
                  </a:lnTo>
                  <a:lnTo>
                    <a:pt x="2280" y="11248"/>
                  </a:lnTo>
                  <a:lnTo>
                    <a:pt x="2280" y="12733"/>
                  </a:lnTo>
                  <a:lnTo>
                    <a:pt x="795" y="12733"/>
                  </a:lnTo>
                  <a:cubicBezTo>
                    <a:pt x="811" y="12763"/>
                    <a:pt x="811" y="12793"/>
                    <a:pt x="811" y="12823"/>
                  </a:cubicBezTo>
                  <a:lnTo>
                    <a:pt x="2280" y="12823"/>
                  </a:lnTo>
                  <a:lnTo>
                    <a:pt x="2280" y="14293"/>
                  </a:lnTo>
                  <a:lnTo>
                    <a:pt x="795" y="14293"/>
                  </a:lnTo>
                  <a:lnTo>
                    <a:pt x="795" y="14233"/>
                  </a:lnTo>
                  <a:cubicBezTo>
                    <a:pt x="751" y="14263"/>
                    <a:pt x="691" y="14308"/>
                    <a:pt x="631" y="14368"/>
                  </a:cubicBezTo>
                  <a:cubicBezTo>
                    <a:pt x="615" y="14368"/>
                    <a:pt x="615" y="14383"/>
                    <a:pt x="615" y="14383"/>
                  </a:cubicBezTo>
                  <a:lnTo>
                    <a:pt x="705" y="14383"/>
                  </a:lnTo>
                  <a:lnTo>
                    <a:pt x="705" y="15867"/>
                  </a:lnTo>
                  <a:lnTo>
                    <a:pt x="271" y="15867"/>
                  </a:lnTo>
                  <a:lnTo>
                    <a:pt x="271" y="15943"/>
                  </a:lnTo>
                  <a:lnTo>
                    <a:pt x="705" y="15943"/>
                  </a:lnTo>
                  <a:lnTo>
                    <a:pt x="705" y="17427"/>
                  </a:lnTo>
                  <a:lnTo>
                    <a:pt x="31" y="17427"/>
                  </a:lnTo>
                  <a:cubicBezTo>
                    <a:pt x="31" y="17457"/>
                    <a:pt x="15" y="17487"/>
                    <a:pt x="1" y="17517"/>
                  </a:cubicBezTo>
                  <a:lnTo>
                    <a:pt x="705" y="17517"/>
                  </a:lnTo>
                  <a:lnTo>
                    <a:pt x="705" y="18987"/>
                  </a:lnTo>
                  <a:lnTo>
                    <a:pt x="571" y="18987"/>
                  </a:lnTo>
                  <a:cubicBezTo>
                    <a:pt x="585" y="19017"/>
                    <a:pt x="585" y="19047"/>
                    <a:pt x="585" y="19077"/>
                  </a:cubicBezTo>
                  <a:lnTo>
                    <a:pt x="705" y="19077"/>
                  </a:lnTo>
                  <a:lnTo>
                    <a:pt x="705" y="19842"/>
                  </a:lnTo>
                  <a:lnTo>
                    <a:pt x="721" y="19856"/>
                  </a:lnTo>
                  <a:cubicBezTo>
                    <a:pt x="811" y="20096"/>
                    <a:pt x="781" y="20322"/>
                    <a:pt x="781" y="20576"/>
                  </a:cubicBezTo>
                  <a:cubicBezTo>
                    <a:pt x="781" y="20666"/>
                    <a:pt x="811" y="20906"/>
                    <a:pt x="781" y="20996"/>
                  </a:cubicBezTo>
                  <a:cubicBezTo>
                    <a:pt x="765" y="21072"/>
                    <a:pt x="751" y="21086"/>
                    <a:pt x="705" y="21102"/>
                  </a:cubicBezTo>
                  <a:lnTo>
                    <a:pt x="705" y="22122"/>
                  </a:lnTo>
                  <a:lnTo>
                    <a:pt x="165" y="22122"/>
                  </a:lnTo>
                  <a:cubicBezTo>
                    <a:pt x="165" y="22152"/>
                    <a:pt x="151" y="22182"/>
                    <a:pt x="151" y="22212"/>
                  </a:cubicBezTo>
                  <a:lnTo>
                    <a:pt x="705" y="22212"/>
                  </a:lnTo>
                  <a:lnTo>
                    <a:pt x="705" y="23681"/>
                  </a:lnTo>
                  <a:lnTo>
                    <a:pt x="91" y="23681"/>
                  </a:lnTo>
                  <a:lnTo>
                    <a:pt x="91" y="23771"/>
                  </a:lnTo>
                  <a:lnTo>
                    <a:pt x="705" y="23771"/>
                  </a:lnTo>
                  <a:lnTo>
                    <a:pt x="705" y="23966"/>
                  </a:lnTo>
                  <a:lnTo>
                    <a:pt x="795" y="23966"/>
                  </a:lnTo>
                  <a:lnTo>
                    <a:pt x="795" y="23771"/>
                  </a:lnTo>
                  <a:lnTo>
                    <a:pt x="2280" y="23771"/>
                  </a:lnTo>
                  <a:lnTo>
                    <a:pt x="2280" y="24041"/>
                  </a:lnTo>
                  <a:lnTo>
                    <a:pt x="2370" y="24041"/>
                  </a:lnTo>
                  <a:lnTo>
                    <a:pt x="2370" y="23771"/>
                  </a:lnTo>
                  <a:lnTo>
                    <a:pt x="3840" y="23771"/>
                  </a:lnTo>
                  <a:lnTo>
                    <a:pt x="3840" y="23951"/>
                  </a:lnTo>
                  <a:lnTo>
                    <a:pt x="3930" y="23951"/>
                  </a:lnTo>
                  <a:lnTo>
                    <a:pt x="3930" y="23771"/>
                  </a:lnTo>
                  <a:lnTo>
                    <a:pt x="5414" y="23771"/>
                  </a:lnTo>
                  <a:lnTo>
                    <a:pt x="5414" y="23876"/>
                  </a:lnTo>
                  <a:lnTo>
                    <a:pt x="5490" y="23876"/>
                  </a:lnTo>
                  <a:lnTo>
                    <a:pt x="5490" y="23771"/>
                  </a:lnTo>
                  <a:lnTo>
                    <a:pt x="6974" y="23771"/>
                  </a:lnTo>
                  <a:lnTo>
                    <a:pt x="6974" y="23831"/>
                  </a:lnTo>
                  <a:lnTo>
                    <a:pt x="7064" y="23876"/>
                  </a:lnTo>
                  <a:lnTo>
                    <a:pt x="7064" y="23771"/>
                  </a:lnTo>
                  <a:lnTo>
                    <a:pt x="8533" y="23771"/>
                  </a:lnTo>
                  <a:lnTo>
                    <a:pt x="8533" y="23876"/>
                  </a:lnTo>
                  <a:lnTo>
                    <a:pt x="8623" y="23876"/>
                  </a:lnTo>
                  <a:lnTo>
                    <a:pt x="8623" y="23771"/>
                  </a:lnTo>
                  <a:lnTo>
                    <a:pt x="10109" y="23771"/>
                  </a:lnTo>
                  <a:lnTo>
                    <a:pt x="10109" y="23966"/>
                  </a:lnTo>
                  <a:lnTo>
                    <a:pt x="10183" y="23966"/>
                  </a:lnTo>
                  <a:lnTo>
                    <a:pt x="10183" y="23771"/>
                  </a:lnTo>
                  <a:lnTo>
                    <a:pt x="11668" y="23771"/>
                  </a:lnTo>
                  <a:lnTo>
                    <a:pt x="11668" y="23966"/>
                  </a:lnTo>
                  <a:lnTo>
                    <a:pt x="11758" y="23966"/>
                  </a:lnTo>
                  <a:lnTo>
                    <a:pt x="11758" y="23771"/>
                  </a:lnTo>
                  <a:lnTo>
                    <a:pt x="12328" y="23771"/>
                  </a:lnTo>
                  <a:cubicBezTo>
                    <a:pt x="12543" y="23702"/>
                    <a:pt x="12774" y="23688"/>
                    <a:pt x="13007" y="23688"/>
                  </a:cubicBezTo>
                  <a:cubicBezTo>
                    <a:pt x="13181" y="23688"/>
                    <a:pt x="13356" y="23696"/>
                    <a:pt x="13528" y="23696"/>
                  </a:cubicBezTo>
                  <a:cubicBezTo>
                    <a:pt x="13558" y="23726"/>
                    <a:pt x="13588" y="23756"/>
                    <a:pt x="13632" y="23771"/>
                  </a:cubicBezTo>
                  <a:lnTo>
                    <a:pt x="14802" y="23771"/>
                  </a:lnTo>
                  <a:lnTo>
                    <a:pt x="14802" y="23996"/>
                  </a:lnTo>
                  <a:lnTo>
                    <a:pt x="14878" y="23996"/>
                  </a:lnTo>
                  <a:lnTo>
                    <a:pt x="14878" y="23771"/>
                  </a:lnTo>
                  <a:lnTo>
                    <a:pt x="16362" y="23771"/>
                  </a:lnTo>
                  <a:lnTo>
                    <a:pt x="16362" y="23951"/>
                  </a:lnTo>
                  <a:cubicBezTo>
                    <a:pt x="16392" y="23936"/>
                    <a:pt x="16422" y="23936"/>
                    <a:pt x="16452" y="23921"/>
                  </a:cubicBezTo>
                  <a:lnTo>
                    <a:pt x="16452" y="23771"/>
                  </a:lnTo>
                  <a:lnTo>
                    <a:pt x="17922" y="23771"/>
                  </a:lnTo>
                  <a:lnTo>
                    <a:pt x="17922" y="23786"/>
                  </a:lnTo>
                  <a:lnTo>
                    <a:pt x="18012" y="23786"/>
                  </a:lnTo>
                  <a:lnTo>
                    <a:pt x="18012" y="23771"/>
                  </a:lnTo>
                  <a:lnTo>
                    <a:pt x="18192" y="23771"/>
                  </a:lnTo>
                  <a:cubicBezTo>
                    <a:pt x="18551" y="23756"/>
                    <a:pt x="18911" y="23711"/>
                    <a:pt x="19271" y="23681"/>
                  </a:cubicBezTo>
                  <a:lnTo>
                    <a:pt x="18012" y="23681"/>
                  </a:lnTo>
                  <a:lnTo>
                    <a:pt x="18012" y="22212"/>
                  </a:lnTo>
                  <a:lnTo>
                    <a:pt x="19497" y="22212"/>
                  </a:lnTo>
                  <a:lnTo>
                    <a:pt x="19497" y="23666"/>
                  </a:lnTo>
                  <a:lnTo>
                    <a:pt x="19571" y="23666"/>
                  </a:lnTo>
                  <a:lnTo>
                    <a:pt x="19571" y="22212"/>
                  </a:lnTo>
                  <a:lnTo>
                    <a:pt x="21057" y="22212"/>
                  </a:lnTo>
                  <a:lnTo>
                    <a:pt x="21057" y="23576"/>
                  </a:lnTo>
                  <a:lnTo>
                    <a:pt x="21147" y="23576"/>
                  </a:lnTo>
                  <a:lnTo>
                    <a:pt x="21147" y="22212"/>
                  </a:lnTo>
                  <a:lnTo>
                    <a:pt x="22616" y="22212"/>
                  </a:lnTo>
                  <a:lnTo>
                    <a:pt x="22616" y="23681"/>
                  </a:lnTo>
                  <a:lnTo>
                    <a:pt x="22331" y="23681"/>
                  </a:lnTo>
                  <a:cubicBezTo>
                    <a:pt x="22526" y="23726"/>
                    <a:pt x="22721" y="23726"/>
                    <a:pt x="22916" y="23771"/>
                  </a:cubicBezTo>
                  <a:lnTo>
                    <a:pt x="23576" y="23771"/>
                  </a:lnTo>
                  <a:lnTo>
                    <a:pt x="23936" y="23681"/>
                  </a:lnTo>
                  <a:lnTo>
                    <a:pt x="22706" y="23681"/>
                  </a:lnTo>
                  <a:lnTo>
                    <a:pt x="22706" y="22212"/>
                  </a:lnTo>
                  <a:lnTo>
                    <a:pt x="24190" y="22212"/>
                  </a:lnTo>
                  <a:lnTo>
                    <a:pt x="24190" y="23681"/>
                  </a:lnTo>
                  <a:lnTo>
                    <a:pt x="23936" y="23681"/>
                  </a:lnTo>
                  <a:cubicBezTo>
                    <a:pt x="24010" y="23711"/>
                    <a:pt x="24086" y="23741"/>
                    <a:pt x="24176" y="23756"/>
                  </a:cubicBezTo>
                  <a:cubicBezTo>
                    <a:pt x="24206" y="23771"/>
                    <a:pt x="24236" y="23771"/>
                    <a:pt x="24280" y="23771"/>
                  </a:cubicBezTo>
                  <a:lnTo>
                    <a:pt x="25750" y="23771"/>
                  </a:lnTo>
                  <a:lnTo>
                    <a:pt x="25750" y="24101"/>
                  </a:lnTo>
                  <a:cubicBezTo>
                    <a:pt x="25780" y="24101"/>
                    <a:pt x="25810" y="24116"/>
                    <a:pt x="25840" y="24116"/>
                  </a:cubicBezTo>
                  <a:lnTo>
                    <a:pt x="25840" y="23771"/>
                  </a:lnTo>
                  <a:lnTo>
                    <a:pt x="27130" y="23771"/>
                  </a:lnTo>
                  <a:lnTo>
                    <a:pt x="27130" y="23681"/>
                  </a:lnTo>
                  <a:lnTo>
                    <a:pt x="25840" y="23681"/>
                  </a:lnTo>
                  <a:lnTo>
                    <a:pt x="25840" y="22212"/>
                  </a:lnTo>
                  <a:lnTo>
                    <a:pt x="27025" y="22212"/>
                  </a:lnTo>
                  <a:lnTo>
                    <a:pt x="27025" y="22182"/>
                  </a:lnTo>
                  <a:lnTo>
                    <a:pt x="27025" y="22122"/>
                  </a:lnTo>
                  <a:lnTo>
                    <a:pt x="25840" y="22122"/>
                  </a:lnTo>
                  <a:lnTo>
                    <a:pt x="25840" y="20636"/>
                  </a:lnTo>
                  <a:lnTo>
                    <a:pt x="26995" y="20636"/>
                  </a:lnTo>
                  <a:cubicBezTo>
                    <a:pt x="26980" y="20622"/>
                    <a:pt x="26965" y="20592"/>
                    <a:pt x="26950" y="20562"/>
                  </a:cubicBezTo>
                  <a:lnTo>
                    <a:pt x="25840" y="20562"/>
                  </a:lnTo>
                  <a:lnTo>
                    <a:pt x="25840" y="19077"/>
                  </a:lnTo>
                  <a:lnTo>
                    <a:pt x="26965" y="19077"/>
                  </a:lnTo>
                  <a:cubicBezTo>
                    <a:pt x="26965" y="19047"/>
                    <a:pt x="26950" y="19017"/>
                    <a:pt x="26950" y="18987"/>
                  </a:cubicBezTo>
                  <a:lnTo>
                    <a:pt x="25840" y="18987"/>
                  </a:lnTo>
                  <a:lnTo>
                    <a:pt x="25840" y="17517"/>
                  </a:lnTo>
                  <a:lnTo>
                    <a:pt x="26680" y="17517"/>
                  </a:lnTo>
                  <a:cubicBezTo>
                    <a:pt x="26680" y="17487"/>
                    <a:pt x="26665" y="17457"/>
                    <a:pt x="26665" y="17427"/>
                  </a:cubicBezTo>
                  <a:lnTo>
                    <a:pt x="25840" y="17427"/>
                  </a:lnTo>
                  <a:lnTo>
                    <a:pt x="25840" y="15943"/>
                  </a:lnTo>
                  <a:lnTo>
                    <a:pt x="26710" y="15943"/>
                  </a:lnTo>
                  <a:cubicBezTo>
                    <a:pt x="26725" y="15913"/>
                    <a:pt x="26725" y="15897"/>
                    <a:pt x="26740" y="15867"/>
                  </a:cubicBezTo>
                  <a:lnTo>
                    <a:pt x="25840" y="15867"/>
                  </a:lnTo>
                  <a:lnTo>
                    <a:pt x="25840" y="14383"/>
                  </a:lnTo>
                  <a:lnTo>
                    <a:pt x="27310" y="14383"/>
                  </a:lnTo>
                  <a:lnTo>
                    <a:pt x="27310" y="14623"/>
                  </a:lnTo>
                  <a:lnTo>
                    <a:pt x="27400" y="14398"/>
                  </a:lnTo>
                  <a:lnTo>
                    <a:pt x="27400" y="14383"/>
                  </a:lnTo>
                  <a:cubicBezTo>
                    <a:pt x="27415" y="14353"/>
                    <a:pt x="27415" y="14323"/>
                    <a:pt x="27430" y="14293"/>
                  </a:cubicBezTo>
                  <a:lnTo>
                    <a:pt x="27400" y="14293"/>
                  </a:lnTo>
                  <a:lnTo>
                    <a:pt x="27400" y="13423"/>
                  </a:lnTo>
                  <a:cubicBezTo>
                    <a:pt x="27370" y="13243"/>
                    <a:pt x="27355" y="13063"/>
                    <a:pt x="27310" y="12868"/>
                  </a:cubicBezTo>
                  <a:lnTo>
                    <a:pt x="27310" y="14293"/>
                  </a:lnTo>
                  <a:lnTo>
                    <a:pt x="25840" y="14293"/>
                  </a:lnTo>
                  <a:lnTo>
                    <a:pt x="25840" y="12823"/>
                  </a:lnTo>
                  <a:lnTo>
                    <a:pt x="27310" y="12823"/>
                  </a:lnTo>
                  <a:cubicBezTo>
                    <a:pt x="27295" y="12808"/>
                    <a:pt x="27295" y="12793"/>
                    <a:pt x="27295" y="12778"/>
                  </a:cubicBezTo>
                  <a:cubicBezTo>
                    <a:pt x="27295" y="12763"/>
                    <a:pt x="27295" y="12748"/>
                    <a:pt x="27280" y="12733"/>
                  </a:cubicBezTo>
                  <a:lnTo>
                    <a:pt x="25840" y="12733"/>
                  </a:lnTo>
                  <a:lnTo>
                    <a:pt x="25840" y="11248"/>
                  </a:lnTo>
                  <a:lnTo>
                    <a:pt x="27010" y="11248"/>
                  </a:lnTo>
                  <a:cubicBezTo>
                    <a:pt x="27010" y="11218"/>
                    <a:pt x="26995" y="11204"/>
                    <a:pt x="26995" y="11174"/>
                  </a:cubicBezTo>
                  <a:lnTo>
                    <a:pt x="25840" y="11174"/>
                  </a:lnTo>
                  <a:lnTo>
                    <a:pt x="25840" y="9688"/>
                  </a:lnTo>
                  <a:lnTo>
                    <a:pt x="26875" y="9688"/>
                  </a:lnTo>
                  <a:cubicBezTo>
                    <a:pt x="26875" y="9658"/>
                    <a:pt x="26875" y="9628"/>
                    <a:pt x="26860" y="9598"/>
                  </a:cubicBezTo>
                  <a:lnTo>
                    <a:pt x="25840" y="9598"/>
                  </a:lnTo>
                  <a:lnTo>
                    <a:pt x="25840" y="8129"/>
                  </a:lnTo>
                  <a:lnTo>
                    <a:pt x="26770" y="8129"/>
                  </a:lnTo>
                  <a:cubicBezTo>
                    <a:pt x="26770" y="8099"/>
                    <a:pt x="26770" y="8069"/>
                    <a:pt x="26755" y="8039"/>
                  </a:cubicBezTo>
                  <a:lnTo>
                    <a:pt x="25840" y="8039"/>
                  </a:lnTo>
                  <a:lnTo>
                    <a:pt x="25840" y="6555"/>
                  </a:lnTo>
                  <a:lnTo>
                    <a:pt x="26965" y="6555"/>
                  </a:lnTo>
                  <a:cubicBezTo>
                    <a:pt x="26980" y="6525"/>
                    <a:pt x="26980" y="6509"/>
                    <a:pt x="26995" y="6479"/>
                  </a:cubicBezTo>
                  <a:lnTo>
                    <a:pt x="25840" y="6479"/>
                  </a:lnTo>
                  <a:lnTo>
                    <a:pt x="25840" y="4995"/>
                  </a:lnTo>
                  <a:lnTo>
                    <a:pt x="27310" y="4995"/>
                  </a:lnTo>
                  <a:lnTo>
                    <a:pt x="27310" y="4905"/>
                  </a:lnTo>
                  <a:lnTo>
                    <a:pt x="25840" y="4905"/>
                  </a:lnTo>
                  <a:lnTo>
                    <a:pt x="25840" y="3435"/>
                  </a:lnTo>
                  <a:lnTo>
                    <a:pt x="27310" y="3435"/>
                  </a:lnTo>
                  <a:lnTo>
                    <a:pt x="27310" y="3480"/>
                  </a:lnTo>
                  <a:cubicBezTo>
                    <a:pt x="27340" y="3105"/>
                    <a:pt x="27385" y="2730"/>
                    <a:pt x="27400" y="2355"/>
                  </a:cubicBezTo>
                  <a:cubicBezTo>
                    <a:pt x="27400" y="2026"/>
                    <a:pt x="27340" y="1696"/>
                    <a:pt x="27310" y="1366"/>
                  </a:cubicBezTo>
                  <a:lnTo>
                    <a:pt x="27310" y="1786"/>
                  </a:lnTo>
                  <a:lnTo>
                    <a:pt x="25840" y="1786"/>
                  </a:lnTo>
                  <a:lnTo>
                    <a:pt x="25840" y="300"/>
                  </a:lnTo>
                  <a:lnTo>
                    <a:pt x="27235" y="300"/>
                  </a:lnTo>
                  <a:cubicBezTo>
                    <a:pt x="27235" y="270"/>
                    <a:pt x="27235" y="240"/>
                    <a:pt x="27220" y="210"/>
                  </a:cubicBezTo>
                  <a:lnTo>
                    <a:pt x="27055" y="210"/>
                  </a:lnTo>
                  <a:cubicBezTo>
                    <a:pt x="27055" y="226"/>
                    <a:pt x="27040" y="226"/>
                    <a:pt x="27040" y="226"/>
                  </a:cubicBezTo>
                  <a:cubicBezTo>
                    <a:pt x="27040" y="210"/>
                    <a:pt x="27040" y="210"/>
                    <a:pt x="27025" y="210"/>
                  </a:cubicBezTo>
                  <a:lnTo>
                    <a:pt x="25840" y="210"/>
                  </a:lnTo>
                  <a:lnTo>
                    <a:pt x="25840" y="166"/>
                  </a:lnTo>
                  <a:lnTo>
                    <a:pt x="25750" y="166"/>
                  </a:lnTo>
                  <a:lnTo>
                    <a:pt x="25750" y="210"/>
                  </a:lnTo>
                  <a:lnTo>
                    <a:pt x="23111" y="210"/>
                  </a:lnTo>
                  <a:cubicBezTo>
                    <a:pt x="22946" y="226"/>
                    <a:pt x="22781" y="270"/>
                    <a:pt x="22616" y="300"/>
                  </a:cubicBezTo>
                  <a:lnTo>
                    <a:pt x="22616" y="1786"/>
                  </a:lnTo>
                  <a:lnTo>
                    <a:pt x="21147" y="1786"/>
                  </a:lnTo>
                  <a:lnTo>
                    <a:pt x="21147" y="406"/>
                  </a:lnTo>
                  <a:cubicBezTo>
                    <a:pt x="21117" y="406"/>
                    <a:pt x="21087" y="406"/>
                    <a:pt x="21057" y="390"/>
                  </a:cubicBezTo>
                  <a:lnTo>
                    <a:pt x="21057" y="1786"/>
                  </a:lnTo>
                  <a:lnTo>
                    <a:pt x="19571" y="1786"/>
                  </a:lnTo>
                  <a:lnTo>
                    <a:pt x="19571" y="450"/>
                  </a:lnTo>
                  <a:cubicBezTo>
                    <a:pt x="19541" y="466"/>
                    <a:pt x="19511" y="466"/>
                    <a:pt x="19497" y="466"/>
                  </a:cubicBezTo>
                  <a:lnTo>
                    <a:pt x="19497" y="1786"/>
                  </a:lnTo>
                  <a:lnTo>
                    <a:pt x="18012" y="1786"/>
                  </a:lnTo>
                  <a:lnTo>
                    <a:pt x="18012" y="300"/>
                  </a:lnTo>
                  <a:lnTo>
                    <a:pt x="18627" y="300"/>
                  </a:lnTo>
                  <a:cubicBezTo>
                    <a:pt x="18567" y="270"/>
                    <a:pt x="18551" y="240"/>
                    <a:pt x="18507" y="210"/>
                  </a:cubicBezTo>
                  <a:lnTo>
                    <a:pt x="18237" y="210"/>
                  </a:lnTo>
                  <a:cubicBezTo>
                    <a:pt x="18117" y="240"/>
                    <a:pt x="18012" y="286"/>
                    <a:pt x="17922" y="316"/>
                  </a:cubicBezTo>
                  <a:lnTo>
                    <a:pt x="17922" y="1786"/>
                  </a:lnTo>
                  <a:lnTo>
                    <a:pt x="16452" y="1786"/>
                  </a:lnTo>
                  <a:lnTo>
                    <a:pt x="16452" y="480"/>
                  </a:lnTo>
                  <a:lnTo>
                    <a:pt x="16362" y="480"/>
                  </a:lnTo>
                  <a:lnTo>
                    <a:pt x="16362" y="1786"/>
                  </a:lnTo>
                  <a:lnTo>
                    <a:pt x="14878" y="1786"/>
                  </a:lnTo>
                  <a:lnTo>
                    <a:pt x="14878" y="300"/>
                  </a:lnTo>
                  <a:lnTo>
                    <a:pt x="15042" y="300"/>
                  </a:lnTo>
                  <a:cubicBezTo>
                    <a:pt x="14998" y="300"/>
                    <a:pt x="14938" y="286"/>
                    <a:pt x="14862" y="286"/>
                  </a:cubicBezTo>
                  <a:cubicBezTo>
                    <a:pt x="14518" y="286"/>
                    <a:pt x="14158" y="300"/>
                    <a:pt x="13812" y="300"/>
                  </a:cubicBezTo>
                  <a:lnTo>
                    <a:pt x="14802" y="300"/>
                  </a:lnTo>
                  <a:lnTo>
                    <a:pt x="14802" y="1786"/>
                  </a:lnTo>
                  <a:lnTo>
                    <a:pt x="13318" y="1786"/>
                  </a:lnTo>
                  <a:lnTo>
                    <a:pt x="13318" y="300"/>
                  </a:lnTo>
                  <a:lnTo>
                    <a:pt x="13812" y="300"/>
                  </a:lnTo>
                  <a:cubicBezTo>
                    <a:pt x="13662" y="300"/>
                    <a:pt x="13528" y="300"/>
                    <a:pt x="13392" y="270"/>
                  </a:cubicBezTo>
                  <a:cubicBezTo>
                    <a:pt x="13332" y="256"/>
                    <a:pt x="13272" y="226"/>
                    <a:pt x="13228" y="196"/>
                  </a:cubicBezTo>
                  <a:lnTo>
                    <a:pt x="13228" y="210"/>
                  </a:lnTo>
                  <a:lnTo>
                    <a:pt x="12298" y="210"/>
                  </a:lnTo>
                  <a:cubicBezTo>
                    <a:pt x="12283" y="240"/>
                    <a:pt x="12223" y="256"/>
                    <a:pt x="12223" y="270"/>
                  </a:cubicBezTo>
                  <a:cubicBezTo>
                    <a:pt x="12103" y="286"/>
                    <a:pt x="11773" y="286"/>
                    <a:pt x="11383" y="300"/>
                  </a:cubicBezTo>
                  <a:lnTo>
                    <a:pt x="11668" y="300"/>
                  </a:lnTo>
                  <a:lnTo>
                    <a:pt x="11668" y="1786"/>
                  </a:lnTo>
                  <a:lnTo>
                    <a:pt x="10183" y="1786"/>
                  </a:lnTo>
                  <a:lnTo>
                    <a:pt x="10183" y="406"/>
                  </a:lnTo>
                  <a:cubicBezTo>
                    <a:pt x="10153" y="406"/>
                    <a:pt x="10123" y="406"/>
                    <a:pt x="10109" y="420"/>
                  </a:cubicBezTo>
                  <a:lnTo>
                    <a:pt x="10109" y="1786"/>
                  </a:lnTo>
                  <a:lnTo>
                    <a:pt x="8623" y="1786"/>
                  </a:lnTo>
                  <a:lnTo>
                    <a:pt x="8623" y="390"/>
                  </a:lnTo>
                  <a:cubicBezTo>
                    <a:pt x="8593" y="376"/>
                    <a:pt x="8563" y="376"/>
                    <a:pt x="8533" y="376"/>
                  </a:cubicBezTo>
                  <a:lnTo>
                    <a:pt x="8533" y="1786"/>
                  </a:lnTo>
                  <a:lnTo>
                    <a:pt x="7064" y="1786"/>
                  </a:lnTo>
                  <a:lnTo>
                    <a:pt x="7064" y="300"/>
                  </a:lnTo>
                  <a:lnTo>
                    <a:pt x="8263" y="300"/>
                  </a:lnTo>
                  <a:cubicBezTo>
                    <a:pt x="8143" y="270"/>
                    <a:pt x="8039" y="240"/>
                    <a:pt x="7934" y="210"/>
                  </a:cubicBezTo>
                  <a:lnTo>
                    <a:pt x="7064" y="210"/>
                  </a:lnTo>
                  <a:lnTo>
                    <a:pt x="7064" y="16"/>
                  </a:lnTo>
                  <a:cubicBezTo>
                    <a:pt x="7034" y="16"/>
                    <a:pt x="7004" y="16"/>
                    <a:pt x="69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9" name="Google Shape;929;p30"/>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918" name="Google Shape;918;p30"/>
          <p:cNvSpPr txBox="1"/>
          <p:nvPr/>
        </p:nvSpPr>
        <p:spPr>
          <a:xfrm>
            <a:off x="3547525" y="2369900"/>
            <a:ext cx="2051700" cy="101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What do they say about us?</a:t>
            </a:r>
            <a:endParaRPr sz="2400">
              <a:solidFill>
                <a:srgbClr val="9C786B"/>
              </a:solidFill>
              <a:latin typeface="Bellefair"/>
              <a:ea typeface="Bellefair"/>
              <a:cs typeface="Bellefair"/>
              <a:sym typeface="Bellefair"/>
            </a:endParaRPr>
          </a:p>
        </p:txBody>
      </p:sp>
      <p:grpSp>
        <p:nvGrpSpPr>
          <p:cNvPr id="930" name="Google Shape;930;p30"/>
          <p:cNvGrpSpPr/>
          <p:nvPr/>
        </p:nvGrpSpPr>
        <p:grpSpPr>
          <a:xfrm>
            <a:off x="714300" y="1653288"/>
            <a:ext cx="2555400" cy="1158450"/>
            <a:chOff x="714375" y="1653288"/>
            <a:chExt cx="2555400" cy="1158450"/>
          </a:xfrm>
        </p:grpSpPr>
        <p:sp>
          <p:nvSpPr>
            <p:cNvPr id="931" name="Google Shape;931;p30"/>
            <p:cNvSpPr txBox="1"/>
            <p:nvPr/>
          </p:nvSpPr>
          <p:spPr>
            <a:xfrm>
              <a:off x="714375" y="1653288"/>
              <a:ext cx="2555400" cy="472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Jenna Doe, 32</a:t>
              </a:r>
              <a:endParaRPr sz="2400">
                <a:solidFill>
                  <a:srgbClr val="9C786B"/>
                </a:solidFill>
                <a:latin typeface="Bellefair"/>
                <a:ea typeface="Bellefair"/>
                <a:cs typeface="Bellefair"/>
                <a:sym typeface="Bellefair"/>
              </a:endParaRPr>
            </a:p>
          </p:txBody>
        </p:sp>
        <p:sp>
          <p:nvSpPr>
            <p:cNvPr id="932" name="Google Shape;932;p30"/>
            <p:cNvSpPr txBox="1"/>
            <p:nvPr/>
          </p:nvSpPr>
          <p:spPr>
            <a:xfrm>
              <a:off x="714375" y="1973238"/>
              <a:ext cx="2555400" cy="83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“Saturn is the second-largest planet in the Solar System. It has many rings”</a:t>
              </a:r>
              <a:endParaRPr>
                <a:solidFill>
                  <a:srgbClr val="9C786B"/>
                </a:solidFill>
                <a:latin typeface="Bellota Text"/>
                <a:ea typeface="Bellota Text"/>
                <a:cs typeface="Bellota Text"/>
                <a:sym typeface="Bellota Text"/>
              </a:endParaRPr>
            </a:p>
          </p:txBody>
        </p:sp>
      </p:grpSp>
      <p:grpSp>
        <p:nvGrpSpPr>
          <p:cNvPr id="933" name="Google Shape;933;p30"/>
          <p:cNvGrpSpPr/>
          <p:nvPr/>
        </p:nvGrpSpPr>
        <p:grpSpPr>
          <a:xfrm>
            <a:off x="714300" y="3334225"/>
            <a:ext cx="2555400" cy="1158450"/>
            <a:chOff x="714375" y="3334225"/>
            <a:chExt cx="2555400" cy="1158450"/>
          </a:xfrm>
        </p:grpSpPr>
        <p:sp>
          <p:nvSpPr>
            <p:cNvPr id="934" name="Google Shape;934;p30"/>
            <p:cNvSpPr txBox="1"/>
            <p:nvPr/>
          </p:nvSpPr>
          <p:spPr>
            <a:xfrm>
              <a:off x="714375" y="3334225"/>
              <a:ext cx="2555400" cy="472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John James, 24</a:t>
              </a:r>
              <a:endParaRPr sz="2400">
                <a:solidFill>
                  <a:srgbClr val="9C786B"/>
                </a:solidFill>
                <a:latin typeface="Bellefair"/>
                <a:ea typeface="Bellefair"/>
                <a:cs typeface="Bellefair"/>
                <a:sym typeface="Bellefair"/>
              </a:endParaRPr>
            </a:p>
          </p:txBody>
        </p:sp>
        <p:sp>
          <p:nvSpPr>
            <p:cNvPr id="935" name="Google Shape;935;p30"/>
            <p:cNvSpPr txBox="1"/>
            <p:nvPr/>
          </p:nvSpPr>
          <p:spPr>
            <a:xfrm>
              <a:off x="714375" y="3654175"/>
              <a:ext cx="2555400" cy="83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“Despite being red, Mars is actually a cold place. It's full of iron oxide dust”</a:t>
              </a:r>
              <a:endParaRPr>
                <a:solidFill>
                  <a:srgbClr val="9C786B"/>
                </a:solidFill>
                <a:latin typeface="Bellota Text"/>
                <a:ea typeface="Bellota Text"/>
                <a:cs typeface="Bellota Text"/>
                <a:sym typeface="Bellota Text"/>
              </a:endParaRPr>
            </a:p>
          </p:txBody>
        </p:sp>
      </p:grpSp>
      <p:grpSp>
        <p:nvGrpSpPr>
          <p:cNvPr id="936" name="Google Shape;936;p30"/>
          <p:cNvGrpSpPr/>
          <p:nvPr/>
        </p:nvGrpSpPr>
        <p:grpSpPr>
          <a:xfrm>
            <a:off x="5877050" y="1653288"/>
            <a:ext cx="2555400" cy="1158450"/>
            <a:chOff x="5877125" y="1653288"/>
            <a:chExt cx="2555400" cy="1158450"/>
          </a:xfrm>
        </p:grpSpPr>
        <p:sp>
          <p:nvSpPr>
            <p:cNvPr id="937" name="Google Shape;937;p30"/>
            <p:cNvSpPr txBox="1"/>
            <p:nvPr/>
          </p:nvSpPr>
          <p:spPr>
            <a:xfrm>
              <a:off x="5877125" y="1653288"/>
              <a:ext cx="2555400" cy="472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Helena Patterson,43</a:t>
              </a:r>
              <a:endParaRPr sz="2400">
                <a:solidFill>
                  <a:srgbClr val="9C786B"/>
                </a:solidFill>
                <a:latin typeface="Bellefair"/>
                <a:ea typeface="Bellefair"/>
                <a:cs typeface="Bellefair"/>
                <a:sym typeface="Bellefair"/>
              </a:endParaRPr>
            </a:p>
          </p:txBody>
        </p:sp>
        <p:sp>
          <p:nvSpPr>
            <p:cNvPr id="938" name="Google Shape;938;p30"/>
            <p:cNvSpPr txBox="1"/>
            <p:nvPr/>
          </p:nvSpPr>
          <p:spPr>
            <a:xfrm>
              <a:off x="5877125" y="1973238"/>
              <a:ext cx="2555400" cy="83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“Venus has a beautiful name and is the second planet from the Sun”</a:t>
              </a:r>
              <a:endParaRPr>
                <a:solidFill>
                  <a:srgbClr val="9C786B"/>
                </a:solidFill>
                <a:latin typeface="Bellota Text"/>
                <a:ea typeface="Bellota Text"/>
                <a:cs typeface="Bellota Text"/>
                <a:sym typeface="Bellota Text"/>
              </a:endParaRPr>
            </a:p>
          </p:txBody>
        </p:sp>
      </p:grpSp>
      <p:grpSp>
        <p:nvGrpSpPr>
          <p:cNvPr id="939" name="Google Shape;939;p30"/>
          <p:cNvGrpSpPr/>
          <p:nvPr/>
        </p:nvGrpSpPr>
        <p:grpSpPr>
          <a:xfrm>
            <a:off x="5877050" y="3334225"/>
            <a:ext cx="2555400" cy="1158450"/>
            <a:chOff x="5877125" y="3334225"/>
            <a:chExt cx="2555400" cy="1158450"/>
          </a:xfrm>
        </p:grpSpPr>
        <p:sp>
          <p:nvSpPr>
            <p:cNvPr id="940" name="Google Shape;940;p30"/>
            <p:cNvSpPr txBox="1"/>
            <p:nvPr/>
          </p:nvSpPr>
          <p:spPr>
            <a:xfrm>
              <a:off x="5877125" y="3334225"/>
              <a:ext cx="2555400" cy="472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Susan Bones, 50</a:t>
              </a:r>
              <a:endParaRPr sz="2400">
                <a:solidFill>
                  <a:srgbClr val="9C786B"/>
                </a:solidFill>
                <a:latin typeface="Bellefair"/>
                <a:ea typeface="Bellefair"/>
                <a:cs typeface="Bellefair"/>
                <a:sym typeface="Bellefair"/>
              </a:endParaRPr>
            </a:p>
          </p:txBody>
        </p:sp>
        <p:sp>
          <p:nvSpPr>
            <p:cNvPr id="941" name="Google Shape;941;p30"/>
            <p:cNvSpPr txBox="1"/>
            <p:nvPr/>
          </p:nvSpPr>
          <p:spPr>
            <a:xfrm>
              <a:off x="5877125" y="3654175"/>
              <a:ext cx="2555400" cy="83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“Mercury is the closest planet to the Sun and the smallest in the Solar System”</a:t>
              </a:r>
              <a:endParaRPr>
                <a:solidFill>
                  <a:srgbClr val="9C786B"/>
                </a:solidFill>
                <a:latin typeface="Bellota Text"/>
                <a:ea typeface="Bellota Text"/>
                <a:cs typeface="Bellota Text"/>
                <a:sym typeface="Bellota Text"/>
              </a:endParaRPr>
            </a:p>
          </p:txBody>
        </p:sp>
      </p:grpSp>
      <p:grpSp>
        <p:nvGrpSpPr>
          <p:cNvPr id="942" name="Google Shape;942;p30"/>
          <p:cNvGrpSpPr/>
          <p:nvPr/>
        </p:nvGrpSpPr>
        <p:grpSpPr>
          <a:xfrm>
            <a:off x="1834744" y="2975246"/>
            <a:ext cx="314662" cy="358971"/>
            <a:chOff x="-56766175" y="3198925"/>
            <a:chExt cx="279625" cy="319000"/>
          </a:xfrm>
        </p:grpSpPr>
        <p:sp>
          <p:nvSpPr>
            <p:cNvPr id="943" name="Google Shape;943;p30"/>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0"/>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0"/>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0"/>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0"/>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0"/>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0"/>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0" name="Google Shape;950;p30"/>
          <p:cNvGrpSpPr/>
          <p:nvPr/>
        </p:nvGrpSpPr>
        <p:grpSpPr>
          <a:xfrm>
            <a:off x="6975776" y="2975684"/>
            <a:ext cx="358099" cy="358099"/>
            <a:chOff x="-57568775" y="3198925"/>
            <a:chExt cx="318225" cy="318225"/>
          </a:xfrm>
        </p:grpSpPr>
        <p:sp>
          <p:nvSpPr>
            <p:cNvPr id="951" name="Google Shape;951;p30"/>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0"/>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0"/>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0"/>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0"/>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0"/>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30"/>
          <p:cNvGrpSpPr/>
          <p:nvPr/>
        </p:nvGrpSpPr>
        <p:grpSpPr>
          <a:xfrm>
            <a:off x="1812576" y="1294292"/>
            <a:ext cx="358999" cy="358999"/>
            <a:chOff x="-55988800" y="3982600"/>
            <a:chExt cx="319025" cy="319025"/>
          </a:xfrm>
        </p:grpSpPr>
        <p:sp>
          <p:nvSpPr>
            <p:cNvPr id="958" name="Google Shape;958;p30"/>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0"/>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0"/>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0"/>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0"/>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30"/>
          <p:cNvGrpSpPr/>
          <p:nvPr/>
        </p:nvGrpSpPr>
        <p:grpSpPr>
          <a:xfrm>
            <a:off x="6975326" y="1294164"/>
            <a:ext cx="358999" cy="359252"/>
            <a:chOff x="-55595775" y="3982375"/>
            <a:chExt cx="319025" cy="319250"/>
          </a:xfrm>
        </p:grpSpPr>
        <p:sp>
          <p:nvSpPr>
            <p:cNvPr id="964" name="Google Shape;964;p30"/>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0"/>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0"/>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0"/>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0"/>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0"/>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31"/>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975" name="Google Shape;975;p31"/>
          <p:cNvGrpSpPr/>
          <p:nvPr/>
        </p:nvGrpSpPr>
        <p:grpSpPr>
          <a:xfrm>
            <a:off x="715094" y="1883880"/>
            <a:ext cx="3480005" cy="2002160"/>
            <a:chOff x="4183625" y="1828799"/>
            <a:chExt cx="4399500" cy="2531176"/>
          </a:xfrm>
        </p:grpSpPr>
        <p:sp>
          <p:nvSpPr>
            <p:cNvPr id="976" name="Google Shape;976;p31"/>
            <p:cNvSpPr/>
            <p:nvPr/>
          </p:nvSpPr>
          <p:spPr>
            <a:xfrm>
              <a:off x="4470275" y="1828799"/>
              <a:ext cx="3826200" cy="2392200"/>
            </a:xfrm>
            <a:prstGeom prst="round2SameRect">
              <a:avLst>
                <a:gd fmla="val 5556" name="adj1"/>
                <a:gd fmla="val 1449"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1"/>
            <p:cNvSpPr/>
            <p:nvPr/>
          </p:nvSpPr>
          <p:spPr>
            <a:xfrm>
              <a:off x="4183625" y="4221075"/>
              <a:ext cx="4399500" cy="138900"/>
            </a:xfrm>
            <a:prstGeom prst="round2SameRect">
              <a:avLst>
                <a:gd fmla="val 5556"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1"/>
            <p:cNvSpPr/>
            <p:nvPr/>
          </p:nvSpPr>
          <p:spPr>
            <a:xfrm>
              <a:off x="6007325" y="4221066"/>
              <a:ext cx="752100" cy="54000"/>
            </a:xfrm>
            <a:prstGeom prst="round2SameRect">
              <a:avLst>
                <a:gd fmla="val 5556"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1"/>
            <p:cNvSpPr/>
            <p:nvPr/>
          </p:nvSpPr>
          <p:spPr>
            <a:xfrm>
              <a:off x="6356375" y="1955775"/>
              <a:ext cx="54000" cy="54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 name="Google Shape;980;p31"/>
          <p:cNvGrpSpPr/>
          <p:nvPr/>
        </p:nvGrpSpPr>
        <p:grpSpPr>
          <a:xfrm>
            <a:off x="4821998" y="2230667"/>
            <a:ext cx="3606900" cy="755400"/>
            <a:chOff x="4821998" y="2230950"/>
            <a:chExt cx="3606900" cy="755400"/>
          </a:xfrm>
        </p:grpSpPr>
        <p:sp>
          <p:nvSpPr>
            <p:cNvPr id="981" name="Google Shape;981;p31"/>
            <p:cNvSpPr txBox="1"/>
            <p:nvPr/>
          </p:nvSpPr>
          <p:spPr>
            <a:xfrm>
              <a:off x="4821998" y="2230950"/>
              <a:ext cx="3606900" cy="39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Networking</a:t>
              </a:r>
              <a:endParaRPr sz="2400">
                <a:solidFill>
                  <a:schemeClr val="dk1"/>
                </a:solidFill>
                <a:latin typeface="Bellefair"/>
                <a:ea typeface="Bellefair"/>
                <a:cs typeface="Bellefair"/>
                <a:sym typeface="Bellefair"/>
              </a:endParaRPr>
            </a:p>
          </p:txBody>
        </p:sp>
        <p:sp>
          <p:nvSpPr>
            <p:cNvPr id="982" name="Google Shape;982;p31"/>
            <p:cNvSpPr txBox="1"/>
            <p:nvPr/>
          </p:nvSpPr>
          <p:spPr>
            <a:xfrm>
              <a:off x="4821998" y="2623350"/>
              <a:ext cx="3606900" cy="3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Venus is the second planet from the Sun</a:t>
              </a:r>
              <a:endParaRPr>
                <a:solidFill>
                  <a:schemeClr val="dk1"/>
                </a:solidFill>
                <a:latin typeface="Bellota Text"/>
                <a:ea typeface="Bellota Text"/>
                <a:cs typeface="Bellota Text"/>
                <a:sym typeface="Bellota Text"/>
              </a:endParaRPr>
            </a:p>
          </p:txBody>
        </p:sp>
      </p:grpSp>
      <p:grpSp>
        <p:nvGrpSpPr>
          <p:cNvPr id="983" name="Google Shape;983;p31"/>
          <p:cNvGrpSpPr/>
          <p:nvPr/>
        </p:nvGrpSpPr>
        <p:grpSpPr>
          <a:xfrm>
            <a:off x="4822000" y="3740900"/>
            <a:ext cx="3606900" cy="755400"/>
            <a:chOff x="4822000" y="3740900"/>
            <a:chExt cx="3606900" cy="755400"/>
          </a:xfrm>
        </p:grpSpPr>
        <p:sp>
          <p:nvSpPr>
            <p:cNvPr id="984" name="Google Shape;984;p31"/>
            <p:cNvSpPr txBox="1"/>
            <p:nvPr/>
          </p:nvSpPr>
          <p:spPr>
            <a:xfrm>
              <a:off x="4822000" y="3740900"/>
              <a:ext cx="3606900" cy="39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Email marketing</a:t>
              </a:r>
              <a:endParaRPr sz="2400">
                <a:solidFill>
                  <a:schemeClr val="dk1"/>
                </a:solidFill>
                <a:latin typeface="Bellefair"/>
                <a:ea typeface="Bellefair"/>
                <a:cs typeface="Bellefair"/>
                <a:sym typeface="Bellefair"/>
              </a:endParaRPr>
            </a:p>
          </p:txBody>
        </p:sp>
        <p:sp>
          <p:nvSpPr>
            <p:cNvPr id="985" name="Google Shape;985;p31"/>
            <p:cNvSpPr txBox="1"/>
            <p:nvPr/>
          </p:nvSpPr>
          <p:spPr>
            <a:xfrm>
              <a:off x="4822000" y="4133300"/>
              <a:ext cx="3606900" cy="3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Earth is the third planet from the Sun</a:t>
              </a:r>
              <a:endParaRPr>
                <a:solidFill>
                  <a:schemeClr val="dk1"/>
                </a:solidFill>
                <a:latin typeface="Bellota Text"/>
                <a:ea typeface="Bellota Text"/>
                <a:cs typeface="Bellota Text"/>
                <a:sym typeface="Bellota Text"/>
              </a:endParaRPr>
            </a:p>
          </p:txBody>
        </p:sp>
      </p:grpSp>
      <p:grpSp>
        <p:nvGrpSpPr>
          <p:cNvPr id="986" name="Google Shape;986;p31"/>
          <p:cNvGrpSpPr/>
          <p:nvPr/>
        </p:nvGrpSpPr>
        <p:grpSpPr>
          <a:xfrm>
            <a:off x="4822000" y="1475550"/>
            <a:ext cx="3606900" cy="755400"/>
            <a:chOff x="4822000" y="1475550"/>
            <a:chExt cx="3606900" cy="755400"/>
          </a:xfrm>
        </p:grpSpPr>
        <p:sp>
          <p:nvSpPr>
            <p:cNvPr id="987" name="Google Shape;987;p31"/>
            <p:cNvSpPr txBox="1"/>
            <p:nvPr/>
          </p:nvSpPr>
          <p:spPr>
            <a:xfrm>
              <a:off x="4822000" y="1867950"/>
              <a:ext cx="3606900" cy="3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Despite being red, Mars is a cold place</a:t>
              </a:r>
              <a:endParaRPr>
                <a:solidFill>
                  <a:schemeClr val="dk1"/>
                </a:solidFill>
                <a:latin typeface="Bellota Text"/>
                <a:ea typeface="Bellota Text"/>
                <a:cs typeface="Bellota Text"/>
                <a:sym typeface="Bellota Text"/>
              </a:endParaRPr>
            </a:p>
          </p:txBody>
        </p:sp>
        <p:sp>
          <p:nvSpPr>
            <p:cNvPr id="988" name="Google Shape;988;p31"/>
            <p:cNvSpPr txBox="1"/>
            <p:nvPr/>
          </p:nvSpPr>
          <p:spPr>
            <a:xfrm>
              <a:off x="4822000" y="1475550"/>
              <a:ext cx="3606900" cy="39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Social network</a:t>
              </a:r>
              <a:endParaRPr sz="2400">
                <a:solidFill>
                  <a:schemeClr val="dk1"/>
                </a:solidFill>
                <a:latin typeface="Bellefair"/>
                <a:ea typeface="Bellefair"/>
                <a:cs typeface="Bellefair"/>
                <a:sym typeface="Bellefair"/>
              </a:endParaRPr>
            </a:p>
          </p:txBody>
        </p:sp>
      </p:grpSp>
      <p:grpSp>
        <p:nvGrpSpPr>
          <p:cNvPr id="989" name="Google Shape;989;p31"/>
          <p:cNvGrpSpPr/>
          <p:nvPr/>
        </p:nvGrpSpPr>
        <p:grpSpPr>
          <a:xfrm>
            <a:off x="4822000" y="2985783"/>
            <a:ext cx="3606900" cy="755400"/>
            <a:chOff x="4822000" y="2986350"/>
            <a:chExt cx="3606900" cy="755400"/>
          </a:xfrm>
        </p:grpSpPr>
        <p:sp>
          <p:nvSpPr>
            <p:cNvPr id="990" name="Google Shape;990;p31"/>
            <p:cNvSpPr txBox="1"/>
            <p:nvPr/>
          </p:nvSpPr>
          <p:spPr>
            <a:xfrm>
              <a:off x="4822000" y="2986350"/>
              <a:ext cx="3606900" cy="392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Website</a:t>
              </a:r>
              <a:endParaRPr sz="2400">
                <a:solidFill>
                  <a:schemeClr val="dk1"/>
                </a:solidFill>
                <a:latin typeface="Bellefair"/>
                <a:ea typeface="Bellefair"/>
                <a:cs typeface="Bellefair"/>
                <a:sym typeface="Bellefair"/>
              </a:endParaRPr>
            </a:p>
          </p:txBody>
        </p:sp>
        <p:sp>
          <p:nvSpPr>
            <p:cNvPr id="991" name="Google Shape;991;p31"/>
            <p:cNvSpPr txBox="1"/>
            <p:nvPr/>
          </p:nvSpPr>
          <p:spPr>
            <a:xfrm>
              <a:off x="4822000" y="3378750"/>
              <a:ext cx="3606900" cy="36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Saturn is a gas giant and has several rings</a:t>
              </a:r>
              <a:endParaRPr>
                <a:solidFill>
                  <a:schemeClr val="dk1"/>
                </a:solidFill>
                <a:latin typeface="Bellota Text"/>
                <a:ea typeface="Bellota Text"/>
                <a:cs typeface="Bellota Text"/>
                <a:sym typeface="Bellota Text"/>
              </a:endParaRPr>
            </a:p>
          </p:txBody>
        </p:sp>
      </p:grpSp>
      <p:cxnSp>
        <p:nvCxnSpPr>
          <p:cNvPr id="992" name="Google Shape;992;p31"/>
          <p:cNvCxnSpPr>
            <a:stCxn id="976" idx="0"/>
            <a:endCxn id="988" idx="1"/>
          </p:cNvCxnSpPr>
          <p:nvPr/>
        </p:nvCxnSpPr>
        <p:spPr>
          <a:xfrm flipH="1" rot="10800000">
            <a:off x="3968359" y="1671695"/>
            <a:ext cx="853500" cy="1158300"/>
          </a:xfrm>
          <a:prstGeom prst="bentConnector3">
            <a:avLst>
              <a:gd fmla="val 50008" name="adj1"/>
            </a:avLst>
          </a:prstGeom>
          <a:noFill/>
          <a:ln cap="flat" cmpd="sng" w="19050">
            <a:solidFill>
              <a:schemeClr val="lt2"/>
            </a:solidFill>
            <a:prstDash val="solid"/>
            <a:round/>
            <a:headEnd len="med" w="med" type="none"/>
            <a:tailEnd len="med" w="med" type="oval"/>
          </a:ln>
        </p:spPr>
      </p:cxnSp>
      <p:cxnSp>
        <p:nvCxnSpPr>
          <p:cNvPr id="993" name="Google Shape;993;p31"/>
          <p:cNvCxnSpPr>
            <a:stCxn id="981" idx="1"/>
            <a:endCxn id="976" idx="0"/>
          </p:cNvCxnSpPr>
          <p:nvPr/>
        </p:nvCxnSpPr>
        <p:spPr>
          <a:xfrm flipH="1">
            <a:off x="3968498" y="2426867"/>
            <a:ext cx="853500" cy="403200"/>
          </a:xfrm>
          <a:prstGeom prst="bentConnector3">
            <a:avLst>
              <a:gd fmla="val 50008" name="adj1"/>
            </a:avLst>
          </a:prstGeom>
          <a:noFill/>
          <a:ln cap="flat" cmpd="sng" w="19050">
            <a:solidFill>
              <a:schemeClr val="lt2"/>
            </a:solidFill>
            <a:prstDash val="solid"/>
            <a:round/>
            <a:headEnd len="med" w="med" type="oval"/>
            <a:tailEnd len="med" w="med" type="none"/>
          </a:ln>
        </p:spPr>
      </p:cxnSp>
      <p:cxnSp>
        <p:nvCxnSpPr>
          <p:cNvPr id="994" name="Google Shape;994;p31"/>
          <p:cNvCxnSpPr>
            <a:stCxn id="990" idx="1"/>
            <a:endCxn id="976" idx="0"/>
          </p:cNvCxnSpPr>
          <p:nvPr/>
        </p:nvCxnSpPr>
        <p:spPr>
          <a:xfrm rot="10800000">
            <a:off x="3968500" y="2830083"/>
            <a:ext cx="853500" cy="351900"/>
          </a:xfrm>
          <a:prstGeom prst="bentConnector3">
            <a:avLst>
              <a:gd fmla="val 50008" name="adj1"/>
            </a:avLst>
          </a:prstGeom>
          <a:noFill/>
          <a:ln cap="flat" cmpd="sng" w="19050">
            <a:solidFill>
              <a:schemeClr val="lt2"/>
            </a:solidFill>
            <a:prstDash val="solid"/>
            <a:round/>
            <a:headEnd len="med" w="med" type="oval"/>
            <a:tailEnd len="med" w="med" type="none"/>
          </a:ln>
        </p:spPr>
      </p:cxnSp>
      <p:cxnSp>
        <p:nvCxnSpPr>
          <p:cNvPr id="995" name="Google Shape;995;p31"/>
          <p:cNvCxnSpPr>
            <a:stCxn id="984" idx="1"/>
            <a:endCxn id="976" idx="0"/>
          </p:cNvCxnSpPr>
          <p:nvPr/>
        </p:nvCxnSpPr>
        <p:spPr>
          <a:xfrm rot="10800000">
            <a:off x="3968500" y="2830100"/>
            <a:ext cx="853500" cy="1107000"/>
          </a:xfrm>
          <a:prstGeom prst="bentConnector3">
            <a:avLst>
              <a:gd fmla="val 50008" name="adj1"/>
            </a:avLst>
          </a:prstGeom>
          <a:noFill/>
          <a:ln cap="flat" cmpd="sng" w="19050">
            <a:solidFill>
              <a:schemeClr val="lt2"/>
            </a:solidFill>
            <a:prstDash val="solid"/>
            <a:round/>
            <a:headEnd len="med" w="med" type="oval"/>
            <a:tailEnd len="med" w="med" type="none"/>
          </a:ln>
        </p:spPr>
      </p:cxnSp>
      <p:pic>
        <p:nvPicPr>
          <p:cNvPr id="996" name="Google Shape;996;p31"/>
          <p:cNvPicPr preferRelativeResize="0"/>
          <p:nvPr/>
        </p:nvPicPr>
        <p:blipFill rotWithShape="1">
          <a:blip r:embed="rId3">
            <a:alphaModFix/>
          </a:blip>
          <a:srcRect b="1565" l="0" r="0" t="0"/>
          <a:stretch/>
        </p:blipFill>
        <p:spPr>
          <a:xfrm>
            <a:off x="1080300" y="2117900"/>
            <a:ext cx="2765100" cy="1534125"/>
          </a:xfrm>
          <a:prstGeom prst="rect">
            <a:avLst/>
          </a:prstGeom>
          <a:noFill/>
          <a:ln>
            <a:noFill/>
          </a:ln>
        </p:spPr>
      </p:pic>
      <p:grpSp>
        <p:nvGrpSpPr>
          <p:cNvPr id="997" name="Google Shape;997;p31"/>
          <p:cNvGrpSpPr/>
          <p:nvPr/>
        </p:nvGrpSpPr>
        <p:grpSpPr>
          <a:xfrm>
            <a:off x="2036096" y="2426872"/>
            <a:ext cx="853506" cy="853506"/>
            <a:chOff x="7227050" y="1860363"/>
            <a:chExt cx="819300" cy="819300"/>
          </a:xfrm>
        </p:grpSpPr>
        <p:sp>
          <p:nvSpPr>
            <p:cNvPr id="998" name="Google Shape;998;p31"/>
            <p:cNvSpPr/>
            <p:nvPr/>
          </p:nvSpPr>
          <p:spPr>
            <a:xfrm>
              <a:off x="7227050" y="1860363"/>
              <a:ext cx="819300" cy="819300"/>
            </a:xfrm>
            <a:prstGeom prst="ellipse">
              <a:avLst/>
            </a:pr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1"/>
            <p:cNvSpPr/>
            <p:nvPr/>
          </p:nvSpPr>
          <p:spPr>
            <a:xfrm>
              <a:off x="7277129" y="1910414"/>
              <a:ext cx="719158" cy="719195"/>
            </a:xfrm>
            <a:custGeom>
              <a:rect b="b" l="l" r="r" t="t"/>
              <a:pathLst>
                <a:path extrusionOk="0" h="19153" w="19152">
                  <a:moveTo>
                    <a:pt x="9569" y="181"/>
                  </a:moveTo>
                  <a:cubicBezTo>
                    <a:pt x="10843" y="181"/>
                    <a:pt x="12073" y="436"/>
                    <a:pt x="13228" y="931"/>
                  </a:cubicBezTo>
                  <a:cubicBezTo>
                    <a:pt x="14352" y="1396"/>
                    <a:pt x="15358" y="2071"/>
                    <a:pt x="16212" y="2940"/>
                  </a:cubicBezTo>
                  <a:cubicBezTo>
                    <a:pt x="17082" y="3796"/>
                    <a:pt x="17757" y="4800"/>
                    <a:pt x="18237" y="5925"/>
                  </a:cubicBezTo>
                  <a:cubicBezTo>
                    <a:pt x="18717" y="7080"/>
                    <a:pt x="18971" y="8309"/>
                    <a:pt x="18971" y="9585"/>
                  </a:cubicBezTo>
                  <a:cubicBezTo>
                    <a:pt x="18971" y="10844"/>
                    <a:pt x="18717" y="12074"/>
                    <a:pt x="18237" y="13244"/>
                  </a:cubicBezTo>
                  <a:cubicBezTo>
                    <a:pt x="17757" y="14354"/>
                    <a:pt x="17082" y="15358"/>
                    <a:pt x="16212" y="16228"/>
                  </a:cubicBezTo>
                  <a:cubicBezTo>
                    <a:pt x="15358" y="17083"/>
                    <a:pt x="14352" y="17757"/>
                    <a:pt x="13228" y="18237"/>
                  </a:cubicBezTo>
                  <a:cubicBezTo>
                    <a:pt x="12073" y="18733"/>
                    <a:pt x="10843" y="18973"/>
                    <a:pt x="9569" y="18973"/>
                  </a:cubicBezTo>
                  <a:cubicBezTo>
                    <a:pt x="8309" y="18973"/>
                    <a:pt x="7079" y="18733"/>
                    <a:pt x="5924" y="18237"/>
                  </a:cubicBezTo>
                  <a:cubicBezTo>
                    <a:pt x="4800" y="17757"/>
                    <a:pt x="3794" y="17083"/>
                    <a:pt x="2940" y="16228"/>
                  </a:cubicBezTo>
                  <a:cubicBezTo>
                    <a:pt x="2070" y="15358"/>
                    <a:pt x="1395" y="14354"/>
                    <a:pt x="915" y="13244"/>
                  </a:cubicBezTo>
                  <a:cubicBezTo>
                    <a:pt x="435" y="12074"/>
                    <a:pt x="181" y="10844"/>
                    <a:pt x="181" y="9585"/>
                  </a:cubicBezTo>
                  <a:cubicBezTo>
                    <a:pt x="181" y="8309"/>
                    <a:pt x="435" y="7080"/>
                    <a:pt x="915" y="5925"/>
                  </a:cubicBezTo>
                  <a:cubicBezTo>
                    <a:pt x="1395" y="4800"/>
                    <a:pt x="2070" y="3796"/>
                    <a:pt x="2940" y="2940"/>
                  </a:cubicBezTo>
                  <a:cubicBezTo>
                    <a:pt x="3794" y="2071"/>
                    <a:pt x="4800" y="1396"/>
                    <a:pt x="5924" y="931"/>
                  </a:cubicBezTo>
                  <a:cubicBezTo>
                    <a:pt x="7079" y="436"/>
                    <a:pt x="8309" y="181"/>
                    <a:pt x="9569" y="181"/>
                  </a:cubicBezTo>
                  <a:close/>
                  <a:moveTo>
                    <a:pt x="9569" y="1"/>
                  </a:moveTo>
                  <a:cubicBezTo>
                    <a:pt x="8279" y="1"/>
                    <a:pt x="7034" y="256"/>
                    <a:pt x="5850" y="766"/>
                  </a:cubicBezTo>
                  <a:cubicBezTo>
                    <a:pt x="4710" y="1246"/>
                    <a:pt x="3690" y="1936"/>
                    <a:pt x="2805" y="2806"/>
                  </a:cubicBezTo>
                  <a:cubicBezTo>
                    <a:pt x="1920" y="3690"/>
                    <a:pt x="1230" y="4710"/>
                    <a:pt x="751" y="5850"/>
                  </a:cubicBezTo>
                  <a:cubicBezTo>
                    <a:pt x="255" y="7035"/>
                    <a:pt x="1" y="8295"/>
                    <a:pt x="1" y="9585"/>
                  </a:cubicBezTo>
                  <a:cubicBezTo>
                    <a:pt x="1" y="10874"/>
                    <a:pt x="255" y="12134"/>
                    <a:pt x="751" y="13304"/>
                  </a:cubicBezTo>
                  <a:cubicBezTo>
                    <a:pt x="1230" y="14444"/>
                    <a:pt x="1920" y="15478"/>
                    <a:pt x="2805" y="16348"/>
                  </a:cubicBezTo>
                  <a:cubicBezTo>
                    <a:pt x="3690" y="17233"/>
                    <a:pt x="4710" y="17923"/>
                    <a:pt x="5850" y="18403"/>
                  </a:cubicBezTo>
                  <a:cubicBezTo>
                    <a:pt x="7034" y="18897"/>
                    <a:pt x="8279" y="19153"/>
                    <a:pt x="9569" y="19153"/>
                  </a:cubicBezTo>
                  <a:cubicBezTo>
                    <a:pt x="10873" y="19153"/>
                    <a:pt x="12118" y="18897"/>
                    <a:pt x="13302" y="18403"/>
                  </a:cubicBezTo>
                  <a:cubicBezTo>
                    <a:pt x="14442" y="17923"/>
                    <a:pt x="15462" y="17233"/>
                    <a:pt x="16348" y="16348"/>
                  </a:cubicBezTo>
                  <a:cubicBezTo>
                    <a:pt x="17217" y="15478"/>
                    <a:pt x="17907" y="14444"/>
                    <a:pt x="18402" y="13304"/>
                  </a:cubicBezTo>
                  <a:cubicBezTo>
                    <a:pt x="18897" y="12134"/>
                    <a:pt x="19151" y="10874"/>
                    <a:pt x="19151" y="9585"/>
                  </a:cubicBezTo>
                  <a:cubicBezTo>
                    <a:pt x="19151" y="8295"/>
                    <a:pt x="18897" y="7035"/>
                    <a:pt x="18402" y="5850"/>
                  </a:cubicBezTo>
                  <a:cubicBezTo>
                    <a:pt x="17907" y="4710"/>
                    <a:pt x="17217" y="3690"/>
                    <a:pt x="16348" y="2806"/>
                  </a:cubicBezTo>
                  <a:cubicBezTo>
                    <a:pt x="15462" y="1936"/>
                    <a:pt x="14442" y="1246"/>
                    <a:pt x="13302" y="766"/>
                  </a:cubicBezTo>
                  <a:cubicBezTo>
                    <a:pt x="12118" y="256"/>
                    <a:pt x="10873" y="1"/>
                    <a:pt x="9569"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 name="Google Shape;1000;p31"/>
          <p:cNvGrpSpPr/>
          <p:nvPr/>
        </p:nvGrpSpPr>
        <p:grpSpPr>
          <a:xfrm>
            <a:off x="2283381" y="2683977"/>
            <a:ext cx="343442" cy="339288"/>
            <a:chOff x="3858100" y="1435075"/>
            <a:chExt cx="487775" cy="481875"/>
          </a:xfrm>
        </p:grpSpPr>
        <p:sp>
          <p:nvSpPr>
            <p:cNvPr id="1001" name="Google Shape;1001;p31"/>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1002" name="Google Shape;1002;p31"/>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1003" name="Google Shape;1003;p31"/>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1004" name="Google Shape;1004;p31"/>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sp>
          <p:nvSpPr>
            <p:cNvPr id="1005" name="Google Shape;1005;p31"/>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DABFB2"/>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32"/>
          <p:cNvSpPr/>
          <p:nvPr/>
        </p:nvSpPr>
        <p:spPr>
          <a:xfrm>
            <a:off x="3994098" y="156096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1" name="Google Shape;1011;p32"/>
          <p:cNvGrpSpPr/>
          <p:nvPr/>
        </p:nvGrpSpPr>
        <p:grpSpPr>
          <a:xfrm>
            <a:off x="3991840" y="1660774"/>
            <a:ext cx="2157900" cy="1091412"/>
            <a:chOff x="3991840" y="1660774"/>
            <a:chExt cx="2157900" cy="1091412"/>
          </a:xfrm>
        </p:grpSpPr>
        <p:sp>
          <p:nvSpPr>
            <p:cNvPr id="1012" name="Google Shape;1012;p32"/>
            <p:cNvSpPr txBox="1"/>
            <p:nvPr/>
          </p:nvSpPr>
          <p:spPr>
            <a:xfrm>
              <a:off x="3991840" y="2267386"/>
              <a:ext cx="2157900" cy="48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sp>
          <p:nvSpPr>
            <p:cNvPr id="1013" name="Google Shape;1013;p32"/>
            <p:cNvSpPr txBox="1"/>
            <p:nvPr/>
          </p:nvSpPr>
          <p:spPr>
            <a:xfrm>
              <a:off x="3991840" y="1660774"/>
              <a:ext cx="2157900" cy="43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Copy</a:t>
              </a:r>
              <a:endParaRPr sz="2400">
                <a:solidFill>
                  <a:srgbClr val="9C786B"/>
                </a:solidFill>
                <a:latin typeface="Bellefair"/>
                <a:ea typeface="Bellefair"/>
                <a:cs typeface="Bellefair"/>
                <a:sym typeface="Bellefair"/>
              </a:endParaRPr>
            </a:p>
          </p:txBody>
        </p:sp>
      </p:grpSp>
      <p:sp>
        <p:nvSpPr>
          <p:cNvPr id="1014" name="Google Shape;1014;p32"/>
          <p:cNvSpPr/>
          <p:nvPr/>
        </p:nvSpPr>
        <p:spPr>
          <a:xfrm>
            <a:off x="6278545" y="1560960"/>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5" name="Google Shape;1015;p32"/>
          <p:cNvGrpSpPr/>
          <p:nvPr/>
        </p:nvGrpSpPr>
        <p:grpSpPr>
          <a:xfrm>
            <a:off x="6276288" y="1660774"/>
            <a:ext cx="2157900" cy="1091412"/>
            <a:chOff x="6276288" y="1660774"/>
            <a:chExt cx="2157900" cy="1091412"/>
          </a:xfrm>
        </p:grpSpPr>
        <p:sp>
          <p:nvSpPr>
            <p:cNvPr id="1016" name="Google Shape;1016;p32"/>
            <p:cNvSpPr txBox="1"/>
            <p:nvPr/>
          </p:nvSpPr>
          <p:spPr>
            <a:xfrm>
              <a:off x="6276288" y="2267386"/>
              <a:ext cx="2157900" cy="48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sp>
          <p:nvSpPr>
            <p:cNvPr id="1017" name="Google Shape;1017;p32"/>
            <p:cNvSpPr txBox="1"/>
            <p:nvPr/>
          </p:nvSpPr>
          <p:spPr>
            <a:xfrm>
              <a:off x="6276288" y="1660774"/>
              <a:ext cx="2157900" cy="43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Photography</a:t>
              </a:r>
              <a:endParaRPr sz="2400">
                <a:solidFill>
                  <a:srgbClr val="9C786B"/>
                </a:solidFill>
                <a:latin typeface="Bellefair"/>
                <a:ea typeface="Bellefair"/>
                <a:cs typeface="Bellefair"/>
                <a:sym typeface="Bellefair"/>
              </a:endParaRPr>
            </a:p>
          </p:txBody>
        </p:sp>
      </p:grpSp>
      <p:cxnSp>
        <p:nvCxnSpPr>
          <p:cNvPr id="1018" name="Google Shape;1018;p32"/>
          <p:cNvCxnSpPr>
            <a:stCxn id="1019" idx="0"/>
            <a:endCxn id="1013" idx="0"/>
          </p:cNvCxnSpPr>
          <p:nvPr/>
        </p:nvCxnSpPr>
        <p:spPr>
          <a:xfrm rot="-5400000">
            <a:off x="3462975" y="584313"/>
            <a:ext cx="531300" cy="2684100"/>
          </a:xfrm>
          <a:prstGeom prst="bentConnector3">
            <a:avLst>
              <a:gd fmla="val 144808" name="adj1"/>
            </a:avLst>
          </a:prstGeom>
          <a:noFill/>
          <a:ln cap="flat" cmpd="sng" w="19050">
            <a:solidFill>
              <a:schemeClr val="dk1"/>
            </a:solidFill>
            <a:prstDash val="solid"/>
            <a:round/>
            <a:headEnd len="med" w="med" type="none"/>
            <a:tailEnd len="med" w="med" type="oval"/>
          </a:ln>
        </p:spPr>
      </p:cxnSp>
      <p:cxnSp>
        <p:nvCxnSpPr>
          <p:cNvPr id="1020" name="Google Shape;1020;p32"/>
          <p:cNvCxnSpPr>
            <a:stCxn id="1019" idx="0"/>
            <a:endCxn id="1017" idx="0"/>
          </p:cNvCxnSpPr>
          <p:nvPr/>
        </p:nvCxnSpPr>
        <p:spPr>
          <a:xfrm rot="-5400000">
            <a:off x="4605225" y="-557937"/>
            <a:ext cx="531300" cy="4968600"/>
          </a:xfrm>
          <a:prstGeom prst="bentConnector3">
            <a:avLst>
              <a:gd fmla="val 144808" name="adj1"/>
            </a:avLst>
          </a:prstGeom>
          <a:noFill/>
          <a:ln cap="flat" cmpd="sng" w="19050">
            <a:solidFill>
              <a:schemeClr val="dk1"/>
            </a:solidFill>
            <a:prstDash val="solid"/>
            <a:round/>
            <a:headEnd len="med" w="med" type="none"/>
            <a:tailEnd len="med" w="med" type="oval"/>
          </a:ln>
        </p:spPr>
      </p:cxnSp>
      <p:sp>
        <p:nvSpPr>
          <p:cNvPr id="1021" name="Google Shape;1021;p32"/>
          <p:cNvSpPr/>
          <p:nvPr/>
        </p:nvSpPr>
        <p:spPr>
          <a:xfrm>
            <a:off x="6278705" y="3201685"/>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2" name="Google Shape;1022;p32"/>
          <p:cNvGrpSpPr/>
          <p:nvPr/>
        </p:nvGrpSpPr>
        <p:grpSpPr>
          <a:xfrm>
            <a:off x="6276447" y="3301499"/>
            <a:ext cx="2157900" cy="1091412"/>
            <a:chOff x="6276447" y="3301499"/>
            <a:chExt cx="2157900" cy="1091412"/>
          </a:xfrm>
        </p:grpSpPr>
        <p:sp>
          <p:nvSpPr>
            <p:cNvPr id="1023" name="Google Shape;1023;p32"/>
            <p:cNvSpPr txBox="1"/>
            <p:nvPr/>
          </p:nvSpPr>
          <p:spPr>
            <a:xfrm>
              <a:off x="6276447" y="3908111"/>
              <a:ext cx="2157900" cy="48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Mars is actually a very cold place</a:t>
              </a:r>
              <a:endParaRPr>
                <a:solidFill>
                  <a:srgbClr val="9C786B"/>
                </a:solidFill>
                <a:latin typeface="Bellota Text"/>
                <a:ea typeface="Bellota Text"/>
                <a:cs typeface="Bellota Text"/>
                <a:sym typeface="Bellota Text"/>
              </a:endParaRPr>
            </a:p>
          </p:txBody>
        </p:sp>
        <p:sp>
          <p:nvSpPr>
            <p:cNvPr id="1024" name="Google Shape;1024;p32"/>
            <p:cNvSpPr txBox="1"/>
            <p:nvPr/>
          </p:nvSpPr>
          <p:spPr>
            <a:xfrm>
              <a:off x="6276447" y="3301499"/>
              <a:ext cx="2157900" cy="43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Programming</a:t>
              </a:r>
              <a:endParaRPr sz="2400">
                <a:solidFill>
                  <a:srgbClr val="9C786B"/>
                </a:solidFill>
                <a:latin typeface="Bellefair"/>
                <a:ea typeface="Bellefair"/>
                <a:cs typeface="Bellefair"/>
                <a:sym typeface="Bellefair"/>
              </a:endParaRPr>
            </a:p>
          </p:txBody>
        </p:sp>
      </p:grpSp>
      <p:sp>
        <p:nvSpPr>
          <p:cNvPr id="1025" name="Google Shape;1025;p32"/>
          <p:cNvSpPr/>
          <p:nvPr/>
        </p:nvSpPr>
        <p:spPr>
          <a:xfrm>
            <a:off x="3994173" y="3201685"/>
            <a:ext cx="2153385" cy="63852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6" name="Google Shape;1026;p32"/>
          <p:cNvGrpSpPr/>
          <p:nvPr/>
        </p:nvGrpSpPr>
        <p:grpSpPr>
          <a:xfrm>
            <a:off x="3991915" y="3301499"/>
            <a:ext cx="2157900" cy="1091404"/>
            <a:chOff x="3991915" y="3301499"/>
            <a:chExt cx="2157900" cy="1091404"/>
          </a:xfrm>
        </p:grpSpPr>
        <p:sp>
          <p:nvSpPr>
            <p:cNvPr id="1027" name="Google Shape;1027;p32"/>
            <p:cNvSpPr txBox="1"/>
            <p:nvPr/>
          </p:nvSpPr>
          <p:spPr>
            <a:xfrm>
              <a:off x="3991915" y="3908103"/>
              <a:ext cx="2157900" cy="48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sp>
          <p:nvSpPr>
            <p:cNvPr id="1028" name="Google Shape;1028;p32"/>
            <p:cNvSpPr txBox="1"/>
            <p:nvPr/>
          </p:nvSpPr>
          <p:spPr>
            <a:xfrm>
              <a:off x="3991915" y="3301499"/>
              <a:ext cx="2157900" cy="43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Design</a:t>
              </a:r>
              <a:endParaRPr sz="2400">
                <a:solidFill>
                  <a:srgbClr val="9C786B"/>
                </a:solidFill>
                <a:latin typeface="Bellefair"/>
                <a:ea typeface="Bellefair"/>
                <a:cs typeface="Bellefair"/>
                <a:sym typeface="Bellefair"/>
              </a:endParaRPr>
            </a:p>
          </p:txBody>
        </p:sp>
      </p:grpSp>
      <p:grpSp>
        <p:nvGrpSpPr>
          <p:cNvPr id="1029" name="Google Shape;1029;p32"/>
          <p:cNvGrpSpPr/>
          <p:nvPr/>
        </p:nvGrpSpPr>
        <p:grpSpPr>
          <a:xfrm>
            <a:off x="562701" y="1942493"/>
            <a:ext cx="2446603" cy="1427034"/>
            <a:chOff x="6413825" y="851992"/>
            <a:chExt cx="2446603" cy="1427034"/>
          </a:xfrm>
        </p:grpSpPr>
        <p:sp>
          <p:nvSpPr>
            <p:cNvPr id="1030" name="Google Shape;1030;p32"/>
            <p:cNvSpPr/>
            <p:nvPr/>
          </p:nvSpPr>
          <p:spPr>
            <a:xfrm>
              <a:off x="6413825" y="851992"/>
              <a:ext cx="2377739" cy="1427034"/>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2"/>
            <p:cNvSpPr/>
            <p:nvPr/>
          </p:nvSpPr>
          <p:spPr>
            <a:xfrm>
              <a:off x="6676421" y="1199461"/>
              <a:ext cx="2184008" cy="10723"/>
            </a:xfrm>
            <a:custGeom>
              <a:rect b="b" l="l" r="r" t="t"/>
              <a:pathLst>
                <a:path extrusionOk="0" h="181" w="36864">
                  <a:moveTo>
                    <a:pt x="1" y="0"/>
                  </a:moveTo>
                  <a:lnTo>
                    <a:pt x="1" y="180"/>
                  </a:lnTo>
                  <a:lnTo>
                    <a:pt x="36863" y="180"/>
                  </a:lnTo>
                  <a:lnTo>
                    <a:pt x="36863" y="0"/>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2"/>
            <p:cNvSpPr/>
            <p:nvPr/>
          </p:nvSpPr>
          <p:spPr>
            <a:xfrm>
              <a:off x="6676421" y="1396686"/>
              <a:ext cx="2184008" cy="9775"/>
            </a:xfrm>
            <a:custGeom>
              <a:rect b="b" l="l" r="r" t="t"/>
              <a:pathLst>
                <a:path extrusionOk="0" h="165" w="36864">
                  <a:moveTo>
                    <a:pt x="1" y="1"/>
                  </a:moveTo>
                  <a:lnTo>
                    <a:pt x="1" y="165"/>
                  </a:lnTo>
                  <a:lnTo>
                    <a:pt x="36863" y="165"/>
                  </a:lnTo>
                  <a:lnTo>
                    <a:pt x="36863" y="1"/>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2"/>
            <p:cNvSpPr/>
            <p:nvPr/>
          </p:nvSpPr>
          <p:spPr>
            <a:xfrm>
              <a:off x="6676421" y="1593022"/>
              <a:ext cx="2184008" cy="10723"/>
            </a:xfrm>
            <a:custGeom>
              <a:rect b="b" l="l" r="r" t="t"/>
              <a:pathLst>
                <a:path extrusionOk="0" h="181" w="36864">
                  <a:moveTo>
                    <a:pt x="1" y="0"/>
                  </a:moveTo>
                  <a:lnTo>
                    <a:pt x="1" y="180"/>
                  </a:lnTo>
                  <a:lnTo>
                    <a:pt x="36863" y="180"/>
                  </a:lnTo>
                  <a:lnTo>
                    <a:pt x="36863" y="0"/>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2"/>
            <p:cNvSpPr/>
            <p:nvPr/>
          </p:nvSpPr>
          <p:spPr>
            <a:xfrm>
              <a:off x="6676421" y="1790247"/>
              <a:ext cx="2184008" cy="9894"/>
            </a:xfrm>
            <a:custGeom>
              <a:rect b="b" l="l" r="r" t="t"/>
              <a:pathLst>
                <a:path extrusionOk="0" h="167" w="36864">
                  <a:moveTo>
                    <a:pt x="1" y="1"/>
                  </a:moveTo>
                  <a:lnTo>
                    <a:pt x="1" y="166"/>
                  </a:lnTo>
                  <a:lnTo>
                    <a:pt x="36863" y="166"/>
                  </a:lnTo>
                  <a:lnTo>
                    <a:pt x="36863" y="1"/>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5" name="Google Shape;1035;p32"/>
          <p:cNvSpPr/>
          <p:nvPr/>
        </p:nvSpPr>
        <p:spPr>
          <a:xfrm>
            <a:off x="2739536" y="1845825"/>
            <a:ext cx="172462" cy="418507"/>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2"/>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037" name="Google Shape;1037;p32"/>
          <p:cNvSpPr/>
          <p:nvPr/>
        </p:nvSpPr>
        <p:spPr>
          <a:xfrm rot="9243361">
            <a:off x="39304" y="1615082"/>
            <a:ext cx="1268981" cy="839943"/>
          </a:xfrm>
          <a:custGeom>
            <a:rect b="b" l="l" r="r" t="t"/>
            <a:pathLst>
              <a:path extrusionOk="0" h="8310" w="12554">
                <a:moveTo>
                  <a:pt x="11144" y="765"/>
                </a:moveTo>
                <a:lnTo>
                  <a:pt x="11354" y="465"/>
                </a:lnTo>
                <a:lnTo>
                  <a:pt x="11009" y="271"/>
                </a:lnTo>
                <a:lnTo>
                  <a:pt x="10889" y="1"/>
                </a:lnTo>
                <a:lnTo>
                  <a:pt x="7575" y="1530"/>
                </a:lnTo>
                <a:lnTo>
                  <a:pt x="3316" y="3510"/>
                </a:lnTo>
                <a:lnTo>
                  <a:pt x="1" y="5040"/>
                </a:lnTo>
                <a:lnTo>
                  <a:pt x="121" y="5294"/>
                </a:lnTo>
                <a:lnTo>
                  <a:pt x="61" y="5684"/>
                </a:lnTo>
                <a:lnTo>
                  <a:pt x="421" y="5714"/>
                </a:lnTo>
                <a:lnTo>
                  <a:pt x="271" y="6134"/>
                </a:lnTo>
                <a:lnTo>
                  <a:pt x="646" y="6284"/>
                </a:lnTo>
                <a:lnTo>
                  <a:pt x="616" y="6884"/>
                </a:lnTo>
                <a:lnTo>
                  <a:pt x="931" y="7199"/>
                </a:lnTo>
                <a:lnTo>
                  <a:pt x="931" y="7574"/>
                </a:lnTo>
                <a:lnTo>
                  <a:pt x="1246" y="7784"/>
                </a:lnTo>
                <a:lnTo>
                  <a:pt x="1260" y="8309"/>
                </a:lnTo>
                <a:lnTo>
                  <a:pt x="4785" y="6674"/>
                </a:lnTo>
                <a:lnTo>
                  <a:pt x="9045" y="4710"/>
                </a:lnTo>
                <a:lnTo>
                  <a:pt x="12554" y="3074"/>
                </a:lnTo>
                <a:lnTo>
                  <a:pt x="12194" y="2730"/>
                </a:lnTo>
                <a:lnTo>
                  <a:pt x="12224" y="2355"/>
                </a:lnTo>
                <a:lnTo>
                  <a:pt x="11938" y="2115"/>
                </a:lnTo>
                <a:lnTo>
                  <a:pt x="11908" y="1665"/>
                </a:lnTo>
                <a:lnTo>
                  <a:pt x="11414" y="1305"/>
                </a:lnTo>
                <a:lnTo>
                  <a:pt x="11564" y="915"/>
                </a:lnTo>
                <a:close/>
              </a:path>
            </a:pathLst>
          </a:custGeom>
          <a:solidFill>
            <a:srgbClr val="9C786B">
              <a:alpha val="482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2"/>
          <p:cNvSpPr/>
          <p:nvPr/>
        </p:nvSpPr>
        <p:spPr>
          <a:xfrm>
            <a:off x="910125" y="2192013"/>
            <a:ext cx="2952900" cy="79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2"/>
          <p:cNvSpPr txBox="1"/>
          <p:nvPr/>
        </p:nvSpPr>
        <p:spPr>
          <a:xfrm>
            <a:off x="961719" y="2342463"/>
            <a:ext cx="2867100" cy="53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What do we offer?</a:t>
            </a:r>
            <a:endParaRPr sz="2400">
              <a:solidFill>
                <a:srgbClr val="9C786B"/>
              </a:solidFill>
              <a:latin typeface="Bellefair"/>
              <a:ea typeface="Bellefair"/>
              <a:cs typeface="Bellefair"/>
              <a:sym typeface="Bellefair"/>
            </a:endParaRPr>
          </a:p>
        </p:txBody>
      </p:sp>
      <p:sp>
        <p:nvSpPr>
          <p:cNvPr id="1039" name="Google Shape;1039;p32"/>
          <p:cNvSpPr txBox="1"/>
          <p:nvPr/>
        </p:nvSpPr>
        <p:spPr>
          <a:xfrm>
            <a:off x="715100" y="3301500"/>
            <a:ext cx="2867100" cy="116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Saturn is a gas giant and has several rings. It's composed mostly of hydrogen and helium. It was named after the Roman god of wealth and agriculture</a:t>
            </a:r>
            <a:endParaRPr>
              <a:solidFill>
                <a:srgbClr val="9C786B"/>
              </a:solidFill>
              <a:latin typeface="Bellota Text"/>
              <a:ea typeface="Bellota Text"/>
              <a:cs typeface="Bellota Text"/>
              <a:sym typeface="Bellota Text"/>
            </a:endParaRPr>
          </a:p>
        </p:txBody>
      </p:sp>
      <p:cxnSp>
        <p:nvCxnSpPr>
          <p:cNvPr id="1040" name="Google Shape;1040;p32"/>
          <p:cNvCxnSpPr>
            <a:stCxn id="1016" idx="2"/>
            <a:endCxn id="1024" idx="0"/>
          </p:cNvCxnSpPr>
          <p:nvPr/>
        </p:nvCxnSpPr>
        <p:spPr>
          <a:xfrm flipH="1" rot="-5400000">
            <a:off x="7080888" y="3026536"/>
            <a:ext cx="549300" cy="600"/>
          </a:xfrm>
          <a:prstGeom prst="bentConnector3">
            <a:avLst>
              <a:gd fmla="val 50001" name="adj1"/>
            </a:avLst>
          </a:prstGeom>
          <a:noFill/>
          <a:ln cap="flat" cmpd="sng" w="19050">
            <a:solidFill>
              <a:schemeClr val="dk1"/>
            </a:solidFill>
            <a:prstDash val="solid"/>
            <a:round/>
            <a:headEnd len="med" w="med" type="none"/>
            <a:tailEnd len="med" w="med" type="oval"/>
          </a:ln>
        </p:spPr>
      </p:cxnSp>
      <p:cxnSp>
        <p:nvCxnSpPr>
          <p:cNvPr id="1041" name="Google Shape;1041;p32"/>
          <p:cNvCxnSpPr>
            <a:stCxn id="1012" idx="2"/>
            <a:endCxn id="1028" idx="0"/>
          </p:cNvCxnSpPr>
          <p:nvPr/>
        </p:nvCxnSpPr>
        <p:spPr>
          <a:xfrm flipH="1" rot="-5400000">
            <a:off x="4796440" y="3026536"/>
            <a:ext cx="549300" cy="600"/>
          </a:xfrm>
          <a:prstGeom prst="bentConnector3">
            <a:avLst>
              <a:gd fmla="val 50001" name="adj1"/>
            </a:avLst>
          </a:prstGeom>
          <a:noFill/>
          <a:ln cap="flat" cmpd="sng" w="19050">
            <a:solidFill>
              <a:schemeClr val="dk1"/>
            </a:solidFill>
            <a:prstDash val="solid"/>
            <a:round/>
            <a:headEnd len="med" w="med" type="none"/>
            <a:tailEnd len="med" w="med" type="oval"/>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cxnSp>
        <p:nvCxnSpPr>
          <p:cNvPr id="1046" name="Google Shape;1046;p33"/>
          <p:cNvCxnSpPr>
            <a:stCxn id="1047" idx="2"/>
            <a:endCxn id="1048" idx="0"/>
          </p:cNvCxnSpPr>
          <p:nvPr/>
        </p:nvCxnSpPr>
        <p:spPr>
          <a:xfrm>
            <a:off x="1523750" y="1838938"/>
            <a:ext cx="0" cy="609000"/>
          </a:xfrm>
          <a:prstGeom prst="straightConnector1">
            <a:avLst/>
          </a:prstGeom>
          <a:noFill/>
          <a:ln cap="flat" cmpd="sng" w="19050">
            <a:solidFill>
              <a:schemeClr val="dk1"/>
            </a:solidFill>
            <a:prstDash val="solid"/>
            <a:round/>
            <a:headEnd len="med" w="med" type="oval"/>
            <a:tailEnd len="med" w="med" type="none"/>
          </a:ln>
        </p:spPr>
      </p:cxnSp>
      <p:cxnSp>
        <p:nvCxnSpPr>
          <p:cNvPr id="1049" name="Google Shape;1049;p33"/>
          <p:cNvCxnSpPr>
            <a:stCxn id="1050" idx="2"/>
            <a:endCxn id="1051" idx="0"/>
          </p:cNvCxnSpPr>
          <p:nvPr/>
        </p:nvCxnSpPr>
        <p:spPr>
          <a:xfrm>
            <a:off x="3555869" y="1838938"/>
            <a:ext cx="0" cy="609000"/>
          </a:xfrm>
          <a:prstGeom prst="straightConnector1">
            <a:avLst/>
          </a:prstGeom>
          <a:noFill/>
          <a:ln cap="flat" cmpd="sng" w="19050">
            <a:solidFill>
              <a:schemeClr val="dk1"/>
            </a:solidFill>
            <a:prstDash val="solid"/>
            <a:round/>
            <a:headEnd len="med" w="med" type="oval"/>
            <a:tailEnd len="med" w="med" type="none"/>
          </a:ln>
        </p:spPr>
      </p:cxnSp>
      <p:cxnSp>
        <p:nvCxnSpPr>
          <p:cNvPr id="1052" name="Google Shape;1052;p33"/>
          <p:cNvCxnSpPr>
            <a:stCxn id="1053" idx="2"/>
            <a:endCxn id="1054" idx="0"/>
          </p:cNvCxnSpPr>
          <p:nvPr/>
        </p:nvCxnSpPr>
        <p:spPr>
          <a:xfrm>
            <a:off x="5587980" y="1838938"/>
            <a:ext cx="0" cy="609000"/>
          </a:xfrm>
          <a:prstGeom prst="straightConnector1">
            <a:avLst/>
          </a:prstGeom>
          <a:noFill/>
          <a:ln cap="flat" cmpd="sng" w="19050">
            <a:solidFill>
              <a:schemeClr val="dk1"/>
            </a:solidFill>
            <a:prstDash val="solid"/>
            <a:round/>
            <a:headEnd len="med" w="med" type="oval"/>
            <a:tailEnd len="med" w="med" type="none"/>
          </a:ln>
        </p:spPr>
      </p:cxnSp>
      <p:cxnSp>
        <p:nvCxnSpPr>
          <p:cNvPr id="1055" name="Google Shape;1055;p33"/>
          <p:cNvCxnSpPr>
            <a:stCxn id="1056" idx="2"/>
            <a:endCxn id="1057" idx="0"/>
          </p:cNvCxnSpPr>
          <p:nvPr/>
        </p:nvCxnSpPr>
        <p:spPr>
          <a:xfrm>
            <a:off x="7620200" y="1838938"/>
            <a:ext cx="0" cy="609000"/>
          </a:xfrm>
          <a:prstGeom prst="straightConnector1">
            <a:avLst/>
          </a:prstGeom>
          <a:noFill/>
          <a:ln cap="flat" cmpd="sng" w="19050">
            <a:solidFill>
              <a:schemeClr val="dk1"/>
            </a:solidFill>
            <a:prstDash val="solid"/>
            <a:round/>
            <a:headEnd len="med" w="med" type="oval"/>
            <a:tailEnd len="med" w="med" type="none"/>
          </a:ln>
        </p:spPr>
      </p:cxnSp>
      <p:cxnSp>
        <p:nvCxnSpPr>
          <p:cNvPr id="1058" name="Google Shape;1058;p33"/>
          <p:cNvCxnSpPr>
            <a:stCxn id="1048" idx="2"/>
            <a:endCxn id="1059" idx="0"/>
          </p:cNvCxnSpPr>
          <p:nvPr/>
        </p:nvCxnSpPr>
        <p:spPr>
          <a:xfrm>
            <a:off x="1523750" y="2808463"/>
            <a:ext cx="0" cy="609000"/>
          </a:xfrm>
          <a:prstGeom prst="straightConnector1">
            <a:avLst/>
          </a:prstGeom>
          <a:noFill/>
          <a:ln cap="flat" cmpd="sng" w="19050">
            <a:solidFill>
              <a:schemeClr val="dk1"/>
            </a:solidFill>
            <a:prstDash val="solid"/>
            <a:round/>
            <a:headEnd len="med" w="med" type="none"/>
            <a:tailEnd len="med" w="med" type="oval"/>
          </a:ln>
        </p:spPr>
      </p:cxnSp>
      <p:cxnSp>
        <p:nvCxnSpPr>
          <p:cNvPr id="1060" name="Google Shape;1060;p33"/>
          <p:cNvCxnSpPr>
            <a:stCxn id="1051" idx="2"/>
            <a:endCxn id="1061" idx="0"/>
          </p:cNvCxnSpPr>
          <p:nvPr/>
        </p:nvCxnSpPr>
        <p:spPr>
          <a:xfrm>
            <a:off x="3555869" y="2808463"/>
            <a:ext cx="0" cy="609000"/>
          </a:xfrm>
          <a:prstGeom prst="straightConnector1">
            <a:avLst/>
          </a:prstGeom>
          <a:noFill/>
          <a:ln cap="flat" cmpd="sng" w="19050">
            <a:solidFill>
              <a:schemeClr val="dk1"/>
            </a:solidFill>
            <a:prstDash val="solid"/>
            <a:round/>
            <a:headEnd len="med" w="med" type="none"/>
            <a:tailEnd len="med" w="med" type="oval"/>
          </a:ln>
        </p:spPr>
      </p:cxnSp>
      <p:cxnSp>
        <p:nvCxnSpPr>
          <p:cNvPr id="1062" name="Google Shape;1062;p33"/>
          <p:cNvCxnSpPr>
            <a:stCxn id="1054" idx="2"/>
            <a:endCxn id="1063" idx="0"/>
          </p:cNvCxnSpPr>
          <p:nvPr/>
        </p:nvCxnSpPr>
        <p:spPr>
          <a:xfrm>
            <a:off x="5587980" y="2808463"/>
            <a:ext cx="0" cy="609000"/>
          </a:xfrm>
          <a:prstGeom prst="straightConnector1">
            <a:avLst/>
          </a:prstGeom>
          <a:noFill/>
          <a:ln cap="flat" cmpd="sng" w="19050">
            <a:solidFill>
              <a:schemeClr val="dk1"/>
            </a:solidFill>
            <a:prstDash val="solid"/>
            <a:round/>
            <a:headEnd len="med" w="med" type="none"/>
            <a:tailEnd len="med" w="med" type="oval"/>
          </a:ln>
        </p:spPr>
      </p:cxnSp>
      <p:cxnSp>
        <p:nvCxnSpPr>
          <p:cNvPr id="1064" name="Google Shape;1064;p33"/>
          <p:cNvCxnSpPr>
            <a:stCxn id="1057" idx="2"/>
            <a:endCxn id="1065" idx="0"/>
          </p:cNvCxnSpPr>
          <p:nvPr/>
        </p:nvCxnSpPr>
        <p:spPr>
          <a:xfrm>
            <a:off x="7620200" y="2808463"/>
            <a:ext cx="300" cy="609000"/>
          </a:xfrm>
          <a:prstGeom prst="straightConnector1">
            <a:avLst/>
          </a:prstGeom>
          <a:noFill/>
          <a:ln cap="flat" cmpd="sng" w="19050">
            <a:solidFill>
              <a:schemeClr val="dk1"/>
            </a:solidFill>
            <a:prstDash val="solid"/>
            <a:round/>
            <a:headEnd len="med" w="med" type="none"/>
            <a:tailEnd len="med" w="med" type="oval"/>
          </a:ln>
        </p:spPr>
      </p:cxnSp>
      <p:sp>
        <p:nvSpPr>
          <p:cNvPr id="1066" name="Google Shape;1066;p33"/>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067" name="Google Shape;1067;p33"/>
          <p:cNvGrpSpPr/>
          <p:nvPr/>
        </p:nvGrpSpPr>
        <p:grpSpPr>
          <a:xfrm>
            <a:off x="682063" y="2166674"/>
            <a:ext cx="7748722" cy="923009"/>
            <a:chOff x="682063" y="3917424"/>
            <a:chExt cx="7748722" cy="923009"/>
          </a:xfrm>
        </p:grpSpPr>
        <p:sp>
          <p:nvSpPr>
            <p:cNvPr id="1068" name="Google Shape;1068;p33"/>
            <p:cNvSpPr/>
            <p:nvPr/>
          </p:nvSpPr>
          <p:spPr>
            <a:xfrm>
              <a:off x="682063" y="3917424"/>
              <a:ext cx="3112772" cy="923009"/>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3"/>
            <p:cNvSpPr/>
            <p:nvPr/>
          </p:nvSpPr>
          <p:spPr>
            <a:xfrm>
              <a:off x="3525263" y="3917424"/>
              <a:ext cx="3112772" cy="923009"/>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3"/>
            <p:cNvSpPr/>
            <p:nvPr/>
          </p:nvSpPr>
          <p:spPr>
            <a:xfrm>
              <a:off x="5318013" y="3917424"/>
              <a:ext cx="3112772" cy="923009"/>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33"/>
          <p:cNvGrpSpPr/>
          <p:nvPr/>
        </p:nvGrpSpPr>
        <p:grpSpPr>
          <a:xfrm>
            <a:off x="853875" y="1478338"/>
            <a:ext cx="1339625" cy="2757763"/>
            <a:chOff x="853875" y="1478338"/>
            <a:chExt cx="1339625" cy="2757763"/>
          </a:xfrm>
        </p:grpSpPr>
        <p:sp>
          <p:nvSpPr>
            <p:cNvPr id="1059" name="Google Shape;1059;p33"/>
            <p:cNvSpPr txBox="1"/>
            <p:nvPr/>
          </p:nvSpPr>
          <p:spPr>
            <a:xfrm>
              <a:off x="853875" y="3417400"/>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Despite being red, Mars is a cold place</a:t>
              </a:r>
              <a:endParaRPr>
                <a:solidFill>
                  <a:srgbClr val="9C786B"/>
                </a:solidFill>
                <a:latin typeface="Bellota Text"/>
                <a:ea typeface="Bellota Text"/>
                <a:cs typeface="Bellota Text"/>
                <a:sym typeface="Bellota Text"/>
              </a:endParaRPr>
            </a:p>
          </p:txBody>
        </p:sp>
        <p:sp>
          <p:nvSpPr>
            <p:cNvPr id="1048" name="Google Shape;1048;p33"/>
            <p:cNvSpPr txBox="1"/>
            <p:nvPr/>
          </p:nvSpPr>
          <p:spPr>
            <a:xfrm>
              <a:off x="854000" y="2447863"/>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Mars</a:t>
              </a:r>
              <a:endParaRPr sz="2400">
                <a:solidFill>
                  <a:srgbClr val="9C786B"/>
                </a:solidFill>
                <a:latin typeface="Bellefair"/>
                <a:ea typeface="Bellefair"/>
                <a:cs typeface="Bellefair"/>
                <a:sym typeface="Bellefair"/>
              </a:endParaRPr>
            </a:p>
          </p:txBody>
        </p:sp>
        <p:sp>
          <p:nvSpPr>
            <p:cNvPr id="1047" name="Google Shape;1047;p33"/>
            <p:cNvSpPr txBox="1"/>
            <p:nvPr/>
          </p:nvSpPr>
          <p:spPr>
            <a:xfrm>
              <a:off x="854000" y="1478338"/>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1999</a:t>
              </a:r>
              <a:endParaRPr sz="2400">
                <a:solidFill>
                  <a:srgbClr val="9C786B"/>
                </a:solidFill>
                <a:latin typeface="Bellefair"/>
                <a:ea typeface="Bellefair"/>
                <a:cs typeface="Bellefair"/>
                <a:sym typeface="Bellefair"/>
              </a:endParaRPr>
            </a:p>
          </p:txBody>
        </p:sp>
      </p:grpSp>
      <p:grpSp>
        <p:nvGrpSpPr>
          <p:cNvPr id="1072" name="Google Shape;1072;p33"/>
          <p:cNvGrpSpPr/>
          <p:nvPr/>
        </p:nvGrpSpPr>
        <p:grpSpPr>
          <a:xfrm>
            <a:off x="2886111" y="1478338"/>
            <a:ext cx="1339508" cy="2757763"/>
            <a:chOff x="2886142" y="1478338"/>
            <a:chExt cx="1339508" cy="2757763"/>
          </a:xfrm>
        </p:grpSpPr>
        <p:sp>
          <p:nvSpPr>
            <p:cNvPr id="1061" name="Google Shape;1061;p33"/>
            <p:cNvSpPr txBox="1"/>
            <p:nvPr/>
          </p:nvSpPr>
          <p:spPr>
            <a:xfrm>
              <a:off x="2886142" y="3417400"/>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Venus is the second planet from the Sun</a:t>
              </a:r>
              <a:endParaRPr>
                <a:solidFill>
                  <a:srgbClr val="9C786B"/>
                </a:solidFill>
                <a:latin typeface="Bellota Text"/>
                <a:ea typeface="Bellota Text"/>
                <a:cs typeface="Bellota Text"/>
                <a:sym typeface="Bellota Text"/>
              </a:endParaRPr>
            </a:p>
          </p:txBody>
        </p:sp>
        <p:sp>
          <p:nvSpPr>
            <p:cNvPr id="1051" name="Google Shape;1051;p33"/>
            <p:cNvSpPr txBox="1"/>
            <p:nvPr/>
          </p:nvSpPr>
          <p:spPr>
            <a:xfrm>
              <a:off x="2886150" y="2447863"/>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1050" name="Google Shape;1050;p33"/>
            <p:cNvSpPr txBox="1"/>
            <p:nvPr/>
          </p:nvSpPr>
          <p:spPr>
            <a:xfrm>
              <a:off x="2886150" y="1478338"/>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2010</a:t>
              </a:r>
              <a:endParaRPr sz="2400">
                <a:solidFill>
                  <a:srgbClr val="9C786B"/>
                </a:solidFill>
                <a:latin typeface="Bellefair"/>
                <a:ea typeface="Bellefair"/>
                <a:cs typeface="Bellefair"/>
                <a:sym typeface="Bellefair"/>
              </a:endParaRPr>
            </a:p>
          </p:txBody>
        </p:sp>
      </p:grpSp>
      <p:grpSp>
        <p:nvGrpSpPr>
          <p:cNvPr id="1073" name="Google Shape;1073;p33"/>
          <p:cNvGrpSpPr/>
          <p:nvPr/>
        </p:nvGrpSpPr>
        <p:grpSpPr>
          <a:xfrm>
            <a:off x="4918230" y="1478338"/>
            <a:ext cx="1339609" cy="2757763"/>
            <a:chOff x="4918300" y="1478338"/>
            <a:chExt cx="1339609" cy="2757763"/>
          </a:xfrm>
        </p:grpSpPr>
        <p:sp>
          <p:nvSpPr>
            <p:cNvPr id="1063" name="Google Shape;1063;p33"/>
            <p:cNvSpPr txBox="1"/>
            <p:nvPr/>
          </p:nvSpPr>
          <p:spPr>
            <a:xfrm>
              <a:off x="4918408" y="3417400"/>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Saturn was named after a Roman god</a:t>
              </a:r>
              <a:endParaRPr>
                <a:solidFill>
                  <a:srgbClr val="9C786B"/>
                </a:solidFill>
                <a:latin typeface="Bellota Text"/>
                <a:ea typeface="Bellota Text"/>
                <a:cs typeface="Bellota Text"/>
                <a:sym typeface="Bellota Text"/>
              </a:endParaRPr>
            </a:p>
            <a:p>
              <a:pPr indent="0" lvl="0" marL="0" rtl="0" algn="ctr">
                <a:lnSpc>
                  <a:spcPct val="100000"/>
                </a:lnSpc>
                <a:spcBef>
                  <a:spcPts val="0"/>
                </a:spcBef>
                <a:spcAft>
                  <a:spcPts val="0"/>
                </a:spcAft>
                <a:buNone/>
              </a:pPr>
              <a:r>
                <a:t/>
              </a:r>
              <a:endParaRPr>
                <a:solidFill>
                  <a:srgbClr val="9C786B"/>
                </a:solidFill>
                <a:latin typeface="Bellota Text"/>
                <a:ea typeface="Bellota Text"/>
                <a:cs typeface="Bellota Text"/>
                <a:sym typeface="Bellota Text"/>
              </a:endParaRPr>
            </a:p>
          </p:txBody>
        </p:sp>
        <p:sp>
          <p:nvSpPr>
            <p:cNvPr id="1054" name="Google Shape;1054;p33"/>
            <p:cNvSpPr txBox="1"/>
            <p:nvPr/>
          </p:nvSpPr>
          <p:spPr>
            <a:xfrm>
              <a:off x="4918300" y="2447863"/>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Saturn</a:t>
              </a:r>
              <a:endParaRPr sz="2400">
                <a:solidFill>
                  <a:srgbClr val="9C786B"/>
                </a:solidFill>
                <a:latin typeface="Bellefair"/>
                <a:ea typeface="Bellefair"/>
                <a:cs typeface="Bellefair"/>
                <a:sym typeface="Bellefair"/>
              </a:endParaRPr>
            </a:p>
          </p:txBody>
        </p:sp>
        <p:sp>
          <p:nvSpPr>
            <p:cNvPr id="1053" name="Google Shape;1053;p33"/>
            <p:cNvSpPr txBox="1"/>
            <p:nvPr/>
          </p:nvSpPr>
          <p:spPr>
            <a:xfrm>
              <a:off x="4918300" y="1478338"/>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2015</a:t>
              </a:r>
              <a:endParaRPr sz="2400">
                <a:solidFill>
                  <a:srgbClr val="9C786B"/>
                </a:solidFill>
                <a:latin typeface="Bellefair"/>
                <a:ea typeface="Bellefair"/>
                <a:cs typeface="Bellefair"/>
                <a:sym typeface="Bellefair"/>
              </a:endParaRPr>
            </a:p>
          </p:txBody>
        </p:sp>
      </p:grpSp>
      <p:grpSp>
        <p:nvGrpSpPr>
          <p:cNvPr id="1074" name="Google Shape;1074;p33"/>
          <p:cNvGrpSpPr/>
          <p:nvPr/>
        </p:nvGrpSpPr>
        <p:grpSpPr>
          <a:xfrm>
            <a:off x="6950450" y="1478338"/>
            <a:ext cx="1339725" cy="2757763"/>
            <a:chOff x="6950450" y="1478338"/>
            <a:chExt cx="1339725" cy="2757763"/>
          </a:xfrm>
        </p:grpSpPr>
        <p:sp>
          <p:nvSpPr>
            <p:cNvPr id="1065" name="Google Shape;1065;p33"/>
            <p:cNvSpPr txBox="1"/>
            <p:nvPr/>
          </p:nvSpPr>
          <p:spPr>
            <a:xfrm>
              <a:off x="6950675" y="3417400"/>
              <a:ext cx="1339500" cy="81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sp>
          <p:nvSpPr>
            <p:cNvPr id="1057" name="Google Shape;1057;p33"/>
            <p:cNvSpPr txBox="1"/>
            <p:nvPr/>
          </p:nvSpPr>
          <p:spPr>
            <a:xfrm>
              <a:off x="6950450" y="2447863"/>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1056" name="Google Shape;1056;p33"/>
            <p:cNvSpPr txBox="1"/>
            <p:nvPr/>
          </p:nvSpPr>
          <p:spPr>
            <a:xfrm>
              <a:off x="6950450" y="1478338"/>
              <a:ext cx="13395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2020</a:t>
              </a:r>
              <a:endParaRPr sz="2400">
                <a:solidFill>
                  <a:srgbClr val="9C786B"/>
                </a:solidFill>
                <a:latin typeface="Bellefair"/>
                <a:ea typeface="Bellefair"/>
                <a:cs typeface="Bellefair"/>
                <a:sym typeface="Bellefai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cxnSp>
        <p:nvCxnSpPr>
          <p:cNvPr id="1079" name="Google Shape;1079;p34"/>
          <p:cNvCxnSpPr>
            <a:stCxn id="1080" idx="0"/>
            <a:endCxn id="1081" idx="4"/>
          </p:cNvCxnSpPr>
          <p:nvPr/>
        </p:nvCxnSpPr>
        <p:spPr>
          <a:xfrm rot="-5400000">
            <a:off x="4431600" y="3862171"/>
            <a:ext cx="281400" cy="600"/>
          </a:xfrm>
          <a:prstGeom prst="bentConnector3">
            <a:avLst>
              <a:gd fmla="val 49985" name="adj1"/>
            </a:avLst>
          </a:prstGeom>
          <a:noFill/>
          <a:ln cap="flat" cmpd="sng" w="19050">
            <a:solidFill>
              <a:schemeClr val="dk1"/>
            </a:solidFill>
            <a:prstDash val="solid"/>
            <a:round/>
            <a:headEnd len="med" w="med" type="none"/>
            <a:tailEnd len="med" w="med" type="oval"/>
          </a:ln>
        </p:spPr>
      </p:cxnSp>
      <p:sp>
        <p:nvSpPr>
          <p:cNvPr id="1082" name="Google Shape;1082;p34"/>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083" name="Google Shape;1083;p34"/>
          <p:cNvGrpSpPr/>
          <p:nvPr/>
        </p:nvGrpSpPr>
        <p:grpSpPr>
          <a:xfrm>
            <a:off x="3355770" y="3955219"/>
            <a:ext cx="2432461" cy="613667"/>
            <a:chOff x="457350" y="2164663"/>
            <a:chExt cx="3750325" cy="1022097"/>
          </a:xfrm>
        </p:grpSpPr>
        <p:sp>
          <p:nvSpPr>
            <p:cNvPr id="1084" name="Google Shape;1084;p34"/>
            <p:cNvSpPr/>
            <p:nvPr/>
          </p:nvSpPr>
          <p:spPr>
            <a:xfrm>
              <a:off x="457350" y="2164663"/>
              <a:ext cx="3750325" cy="1022097"/>
            </a:xfrm>
            <a:custGeom>
              <a:rect b="b" l="l" r="r" t="t"/>
              <a:pathLst>
                <a:path extrusionOk="0" h="10337" w="37929">
                  <a:moveTo>
                    <a:pt x="0" y="0"/>
                  </a:moveTo>
                  <a:lnTo>
                    <a:pt x="0" y="10334"/>
                  </a:lnTo>
                  <a:cubicBezTo>
                    <a:pt x="19" y="10336"/>
                    <a:pt x="39" y="10336"/>
                    <a:pt x="58" y="10336"/>
                  </a:cubicBezTo>
                  <a:cubicBezTo>
                    <a:pt x="383" y="10336"/>
                    <a:pt x="705" y="10108"/>
                    <a:pt x="1200" y="10108"/>
                  </a:cubicBezTo>
                  <a:cubicBezTo>
                    <a:pt x="1920" y="10108"/>
                    <a:pt x="1920" y="10138"/>
                    <a:pt x="2640" y="10138"/>
                  </a:cubicBezTo>
                  <a:cubicBezTo>
                    <a:pt x="3360" y="10138"/>
                    <a:pt x="3360" y="10094"/>
                    <a:pt x="4080" y="10094"/>
                  </a:cubicBezTo>
                  <a:cubicBezTo>
                    <a:pt x="4799" y="10094"/>
                    <a:pt x="4799" y="9614"/>
                    <a:pt x="5519" y="9614"/>
                  </a:cubicBezTo>
                  <a:cubicBezTo>
                    <a:pt x="6239" y="9614"/>
                    <a:pt x="6239" y="10334"/>
                    <a:pt x="6959" y="10334"/>
                  </a:cubicBezTo>
                  <a:cubicBezTo>
                    <a:pt x="7679" y="10334"/>
                    <a:pt x="7679" y="9944"/>
                    <a:pt x="8399" y="9944"/>
                  </a:cubicBezTo>
                  <a:cubicBezTo>
                    <a:pt x="9119" y="9944"/>
                    <a:pt x="9119" y="10258"/>
                    <a:pt x="9824" y="10258"/>
                  </a:cubicBezTo>
                  <a:lnTo>
                    <a:pt x="11264" y="10258"/>
                  </a:lnTo>
                  <a:cubicBezTo>
                    <a:pt x="11984" y="10258"/>
                    <a:pt x="11984" y="9614"/>
                    <a:pt x="12703" y="9614"/>
                  </a:cubicBezTo>
                  <a:cubicBezTo>
                    <a:pt x="13423" y="9614"/>
                    <a:pt x="13423" y="10318"/>
                    <a:pt x="14143" y="10318"/>
                  </a:cubicBezTo>
                  <a:cubicBezTo>
                    <a:pt x="14863" y="10318"/>
                    <a:pt x="14863" y="9644"/>
                    <a:pt x="15583" y="9644"/>
                  </a:cubicBezTo>
                  <a:cubicBezTo>
                    <a:pt x="16303" y="9644"/>
                    <a:pt x="16303" y="9914"/>
                    <a:pt x="17023" y="9914"/>
                  </a:cubicBezTo>
                  <a:cubicBezTo>
                    <a:pt x="17742" y="9914"/>
                    <a:pt x="17742" y="10304"/>
                    <a:pt x="18462" y="10304"/>
                  </a:cubicBezTo>
                  <a:cubicBezTo>
                    <a:pt x="19182" y="10304"/>
                    <a:pt x="19182" y="9734"/>
                    <a:pt x="19902" y="9734"/>
                  </a:cubicBezTo>
                  <a:cubicBezTo>
                    <a:pt x="20622" y="9734"/>
                    <a:pt x="20622" y="9779"/>
                    <a:pt x="21342" y="9779"/>
                  </a:cubicBezTo>
                  <a:cubicBezTo>
                    <a:pt x="22062" y="9779"/>
                    <a:pt x="22062" y="10004"/>
                    <a:pt x="22781" y="10004"/>
                  </a:cubicBezTo>
                  <a:cubicBezTo>
                    <a:pt x="23501" y="10004"/>
                    <a:pt x="23501" y="9854"/>
                    <a:pt x="24221" y="9854"/>
                  </a:cubicBezTo>
                  <a:cubicBezTo>
                    <a:pt x="24941" y="9854"/>
                    <a:pt x="24941" y="10198"/>
                    <a:pt x="25661" y="10198"/>
                  </a:cubicBezTo>
                  <a:cubicBezTo>
                    <a:pt x="26381" y="10198"/>
                    <a:pt x="26381" y="9824"/>
                    <a:pt x="27101" y="9824"/>
                  </a:cubicBezTo>
                  <a:cubicBezTo>
                    <a:pt x="27820" y="9824"/>
                    <a:pt x="27820" y="10258"/>
                    <a:pt x="28540" y="10258"/>
                  </a:cubicBezTo>
                  <a:cubicBezTo>
                    <a:pt x="29260" y="10258"/>
                    <a:pt x="29260" y="10034"/>
                    <a:pt x="29980" y="10034"/>
                  </a:cubicBezTo>
                  <a:cubicBezTo>
                    <a:pt x="30700" y="10034"/>
                    <a:pt x="30700" y="9749"/>
                    <a:pt x="31420" y="9749"/>
                  </a:cubicBezTo>
                  <a:cubicBezTo>
                    <a:pt x="32124" y="9749"/>
                    <a:pt x="32124" y="10318"/>
                    <a:pt x="32844" y="10318"/>
                  </a:cubicBezTo>
                  <a:cubicBezTo>
                    <a:pt x="33564" y="10318"/>
                    <a:pt x="33564" y="9644"/>
                    <a:pt x="34284" y="9644"/>
                  </a:cubicBezTo>
                  <a:cubicBezTo>
                    <a:pt x="35003" y="9644"/>
                    <a:pt x="35003" y="10244"/>
                    <a:pt x="35723" y="10244"/>
                  </a:cubicBezTo>
                  <a:cubicBezTo>
                    <a:pt x="36443" y="10244"/>
                    <a:pt x="36443" y="10214"/>
                    <a:pt x="37163" y="10214"/>
                  </a:cubicBezTo>
                  <a:cubicBezTo>
                    <a:pt x="37479" y="10214"/>
                    <a:pt x="37719" y="10274"/>
                    <a:pt x="37928" y="10318"/>
                  </a:cubicBezTo>
                  <a:lnTo>
                    <a:pt x="379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4"/>
            <p:cNvSpPr/>
            <p:nvPr/>
          </p:nvSpPr>
          <p:spPr>
            <a:xfrm>
              <a:off x="457350" y="2164663"/>
              <a:ext cx="3750325" cy="1020317"/>
            </a:xfrm>
            <a:custGeom>
              <a:rect b="b" l="l" r="r" t="t"/>
              <a:pathLst>
                <a:path extrusionOk="0" h="10319" w="37929">
                  <a:moveTo>
                    <a:pt x="2805" y="1186"/>
                  </a:moveTo>
                  <a:lnTo>
                    <a:pt x="2805" y="2550"/>
                  </a:lnTo>
                  <a:lnTo>
                    <a:pt x="1426" y="2550"/>
                  </a:lnTo>
                  <a:lnTo>
                    <a:pt x="1426" y="1186"/>
                  </a:lnTo>
                  <a:close/>
                  <a:moveTo>
                    <a:pt x="4275" y="1186"/>
                  </a:moveTo>
                  <a:lnTo>
                    <a:pt x="4275" y="2550"/>
                  </a:lnTo>
                  <a:lnTo>
                    <a:pt x="2895" y="2550"/>
                  </a:lnTo>
                  <a:lnTo>
                    <a:pt x="2895" y="1186"/>
                  </a:lnTo>
                  <a:close/>
                  <a:moveTo>
                    <a:pt x="5729" y="1186"/>
                  </a:moveTo>
                  <a:lnTo>
                    <a:pt x="5729" y="2550"/>
                  </a:lnTo>
                  <a:lnTo>
                    <a:pt x="4365" y="2550"/>
                  </a:lnTo>
                  <a:lnTo>
                    <a:pt x="4365" y="1186"/>
                  </a:lnTo>
                  <a:close/>
                  <a:moveTo>
                    <a:pt x="7199" y="1186"/>
                  </a:moveTo>
                  <a:lnTo>
                    <a:pt x="7199" y="2550"/>
                  </a:lnTo>
                  <a:lnTo>
                    <a:pt x="5819" y="2550"/>
                  </a:lnTo>
                  <a:lnTo>
                    <a:pt x="5819" y="1186"/>
                  </a:lnTo>
                  <a:close/>
                  <a:moveTo>
                    <a:pt x="8669" y="1186"/>
                  </a:moveTo>
                  <a:lnTo>
                    <a:pt x="8669" y="2550"/>
                  </a:lnTo>
                  <a:lnTo>
                    <a:pt x="7289" y="2550"/>
                  </a:lnTo>
                  <a:lnTo>
                    <a:pt x="7289" y="1186"/>
                  </a:lnTo>
                  <a:close/>
                  <a:moveTo>
                    <a:pt x="10138" y="1186"/>
                  </a:moveTo>
                  <a:lnTo>
                    <a:pt x="10138" y="2550"/>
                  </a:lnTo>
                  <a:lnTo>
                    <a:pt x="8759" y="2550"/>
                  </a:lnTo>
                  <a:lnTo>
                    <a:pt x="8759" y="1186"/>
                  </a:lnTo>
                  <a:close/>
                  <a:moveTo>
                    <a:pt x="11594" y="1186"/>
                  </a:moveTo>
                  <a:lnTo>
                    <a:pt x="11594" y="2550"/>
                  </a:lnTo>
                  <a:lnTo>
                    <a:pt x="10228" y="2550"/>
                  </a:lnTo>
                  <a:lnTo>
                    <a:pt x="10228" y="1186"/>
                  </a:lnTo>
                  <a:close/>
                  <a:moveTo>
                    <a:pt x="13063" y="1186"/>
                  </a:moveTo>
                  <a:lnTo>
                    <a:pt x="13063" y="2550"/>
                  </a:lnTo>
                  <a:lnTo>
                    <a:pt x="11698" y="2550"/>
                  </a:lnTo>
                  <a:lnTo>
                    <a:pt x="11698" y="1186"/>
                  </a:lnTo>
                  <a:close/>
                  <a:moveTo>
                    <a:pt x="14533" y="1186"/>
                  </a:moveTo>
                  <a:lnTo>
                    <a:pt x="14533" y="2550"/>
                  </a:lnTo>
                  <a:lnTo>
                    <a:pt x="13153" y="2550"/>
                  </a:lnTo>
                  <a:lnTo>
                    <a:pt x="13153" y="1186"/>
                  </a:lnTo>
                  <a:close/>
                  <a:moveTo>
                    <a:pt x="16003" y="1186"/>
                  </a:moveTo>
                  <a:lnTo>
                    <a:pt x="16003" y="2550"/>
                  </a:lnTo>
                  <a:lnTo>
                    <a:pt x="14623" y="2550"/>
                  </a:lnTo>
                  <a:lnTo>
                    <a:pt x="14623" y="1186"/>
                  </a:lnTo>
                  <a:close/>
                  <a:moveTo>
                    <a:pt x="17472" y="1186"/>
                  </a:moveTo>
                  <a:lnTo>
                    <a:pt x="17472" y="2550"/>
                  </a:lnTo>
                  <a:lnTo>
                    <a:pt x="16093" y="2550"/>
                  </a:lnTo>
                  <a:lnTo>
                    <a:pt x="16093" y="1186"/>
                  </a:lnTo>
                  <a:close/>
                  <a:moveTo>
                    <a:pt x="18927" y="1186"/>
                  </a:moveTo>
                  <a:lnTo>
                    <a:pt x="18927" y="2550"/>
                  </a:lnTo>
                  <a:lnTo>
                    <a:pt x="17562" y="2550"/>
                  </a:lnTo>
                  <a:lnTo>
                    <a:pt x="17562" y="1186"/>
                  </a:lnTo>
                  <a:close/>
                  <a:moveTo>
                    <a:pt x="20396" y="1186"/>
                  </a:moveTo>
                  <a:lnTo>
                    <a:pt x="20396" y="2550"/>
                  </a:lnTo>
                  <a:lnTo>
                    <a:pt x="19017" y="2550"/>
                  </a:lnTo>
                  <a:lnTo>
                    <a:pt x="19017" y="1186"/>
                  </a:lnTo>
                  <a:close/>
                  <a:moveTo>
                    <a:pt x="21866" y="1186"/>
                  </a:moveTo>
                  <a:lnTo>
                    <a:pt x="21866" y="2550"/>
                  </a:lnTo>
                  <a:lnTo>
                    <a:pt x="20486" y="2550"/>
                  </a:lnTo>
                  <a:lnTo>
                    <a:pt x="20486" y="1186"/>
                  </a:lnTo>
                  <a:close/>
                  <a:moveTo>
                    <a:pt x="23336" y="1186"/>
                  </a:moveTo>
                  <a:lnTo>
                    <a:pt x="23336" y="2550"/>
                  </a:lnTo>
                  <a:lnTo>
                    <a:pt x="21956" y="2550"/>
                  </a:lnTo>
                  <a:lnTo>
                    <a:pt x="21956" y="1186"/>
                  </a:lnTo>
                  <a:close/>
                  <a:moveTo>
                    <a:pt x="24791" y="1186"/>
                  </a:moveTo>
                  <a:lnTo>
                    <a:pt x="24791" y="2550"/>
                  </a:lnTo>
                  <a:lnTo>
                    <a:pt x="23426" y="2550"/>
                  </a:lnTo>
                  <a:lnTo>
                    <a:pt x="23426" y="1186"/>
                  </a:lnTo>
                  <a:close/>
                  <a:moveTo>
                    <a:pt x="26261" y="1186"/>
                  </a:moveTo>
                  <a:lnTo>
                    <a:pt x="26261" y="2550"/>
                  </a:lnTo>
                  <a:lnTo>
                    <a:pt x="24895" y="2550"/>
                  </a:lnTo>
                  <a:lnTo>
                    <a:pt x="24895" y="1186"/>
                  </a:lnTo>
                  <a:close/>
                  <a:moveTo>
                    <a:pt x="27730" y="1186"/>
                  </a:moveTo>
                  <a:lnTo>
                    <a:pt x="27730" y="2550"/>
                  </a:lnTo>
                  <a:lnTo>
                    <a:pt x="26351" y="2550"/>
                  </a:lnTo>
                  <a:lnTo>
                    <a:pt x="26351" y="1186"/>
                  </a:lnTo>
                  <a:close/>
                  <a:moveTo>
                    <a:pt x="29200" y="1186"/>
                  </a:moveTo>
                  <a:lnTo>
                    <a:pt x="29200" y="2550"/>
                  </a:lnTo>
                  <a:lnTo>
                    <a:pt x="27820" y="2550"/>
                  </a:lnTo>
                  <a:lnTo>
                    <a:pt x="27820" y="1186"/>
                  </a:lnTo>
                  <a:close/>
                  <a:moveTo>
                    <a:pt x="30670" y="1186"/>
                  </a:moveTo>
                  <a:lnTo>
                    <a:pt x="30670" y="2550"/>
                  </a:lnTo>
                  <a:lnTo>
                    <a:pt x="29290" y="2550"/>
                  </a:lnTo>
                  <a:lnTo>
                    <a:pt x="29290" y="1186"/>
                  </a:lnTo>
                  <a:close/>
                  <a:moveTo>
                    <a:pt x="32124" y="1186"/>
                  </a:moveTo>
                  <a:lnTo>
                    <a:pt x="32124" y="2550"/>
                  </a:lnTo>
                  <a:lnTo>
                    <a:pt x="30760" y="2550"/>
                  </a:lnTo>
                  <a:lnTo>
                    <a:pt x="30760" y="1186"/>
                  </a:lnTo>
                  <a:close/>
                  <a:moveTo>
                    <a:pt x="33594" y="1186"/>
                  </a:moveTo>
                  <a:lnTo>
                    <a:pt x="33594" y="2550"/>
                  </a:lnTo>
                  <a:lnTo>
                    <a:pt x="32214" y="2550"/>
                  </a:lnTo>
                  <a:lnTo>
                    <a:pt x="32214" y="1186"/>
                  </a:lnTo>
                  <a:close/>
                  <a:moveTo>
                    <a:pt x="35063" y="1186"/>
                  </a:moveTo>
                  <a:lnTo>
                    <a:pt x="35063" y="2550"/>
                  </a:lnTo>
                  <a:lnTo>
                    <a:pt x="33684" y="2550"/>
                  </a:lnTo>
                  <a:lnTo>
                    <a:pt x="33684" y="1186"/>
                  </a:lnTo>
                  <a:close/>
                  <a:moveTo>
                    <a:pt x="36533" y="1186"/>
                  </a:moveTo>
                  <a:lnTo>
                    <a:pt x="36533" y="2550"/>
                  </a:lnTo>
                  <a:lnTo>
                    <a:pt x="35153" y="2550"/>
                  </a:lnTo>
                  <a:lnTo>
                    <a:pt x="35153" y="1186"/>
                  </a:lnTo>
                  <a:close/>
                  <a:moveTo>
                    <a:pt x="2805" y="2656"/>
                  </a:moveTo>
                  <a:lnTo>
                    <a:pt x="2805" y="4020"/>
                  </a:lnTo>
                  <a:lnTo>
                    <a:pt x="1426" y="4020"/>
                  </a:lnTo>
                  <a:lnTo>
                    <a:pt x="1426" y="2656"/>
                  </a:lnTo>
                  <a:close/>
                  <a:moveTo>
                    <a:pt x="4275" y="2656"/>
                  </a:moveTo>
                  <a:lnTo>
                    <a:pt x="4275" y="4020"/>
                  </a:lnTo>
                  <a:lnTo>
                    <a:pt x="2895" y="4020"/>
                  </a:lnTo>
                  <a:lnTo>
                    <a:pt x="2895" y="2656"/>
                  </a:lnTo>
                  <a:close/>
                  <a:moveTo>
                    <a:pt x="5729" y="2656"/>
                  </a:moveTo>
                  <a:lnTo>
                    <a:pt x="5729" y="4020"/>
                  </a:lnTo>
                  <a:lnTo>
                    <a:pt x="4365" y="4020"/>
                  </a:lnTo>
                  <a:lnTo>
                    <a:pt x="4365" y="2656"/>
                  </a:lnTo>
                  <a:close/>
                  <a:moveTo>
                    <a:pt x="7199" y="2656"/>
                  </a:moveTo>
                  <a:lnTo>
                    <a:pt x="7199" y="4020"/>
                  </a:lnTo>
                  <a:lnTo>
                    <a:pt x="5819" y="4020"/>
                  </a:lnTo>
                  <a:lnTo>
                    <a:pt x="5819" y="2656"/>
                  </a:lnTo>
                  <a:close/>
                  <a:moveTo>
                    <a:pt x="8669" y="2656"/>
                  </a:moveTo>
                  <a:lnTo>
                    <a:pt x="8669" y="4020"/>
                  </a:lnTo>
                  <a:lnTo>
                    <a:pt x="7289" y="4020"/>
                  </a:lnTo>
                  <a:lnTo>
                    <a:pt x="7289" y="2656"/>
                  </a:lnTo>
                  <a:close/>
                  <a:moveTo>
                    <a:pt x="10138" y="2656"/>
                  </a:moveTo>
                  <a:lnTo>
                    <a:pt x="10138" y="4020"/>
                  </a:lnTo>
                  <a:lnTo>
                    <a:pt x="8759" y="4020"/>
                  </a:lnTo>
                  <a:lnTo>
                    <a:pt x="8759" y="2656"/>
                  </a:lnTo>
                  <a:close/>
                  <a:moveTo>
                    <a:pt x="11594" y="2656"/>
                  </a:moveTo>
                  <a:lnTo>
                    <a:pt x="11594" y="4020"/>
                  </a:lnTo>
                  <a:lnTo>
                    <a:pt x="10228" y="4020"/>
                  </a:lnTo>
                  <a:lnTo>
                    <a:pt x="10228" y="2656"/>
                  </a:lnTo>
                  <a:close/>
                  <a:moveTo>
                    <a:pt x="13063" y="2656"/>
                  </a:moveTo>
                  <a:lnTo>
                    <a:pt x="13063" y="4020"/>
                  </a:lnTo>
                  <a:lnTo>
                    <a:pt x="11698" y="4020"/>
                  </a:lnTo>
                  <a:lnTo>
                    <a:pt x="11698" y="2656"/>
                  </a:lnTo>
                  <a:close/>
                  <a:moveTo>
                    <a:pt x="14533" y="2656"/>
                  </a:moveTo>
                  <a:lnTo>
                    <a:pt x="14533" y="4020"/>
                  </a:lnTo>
                  <a:lnTo>
                    <a:pt x="13153" y="4020"/>
                  </a:lnTo>
                  <a:lnTo>
                    <a:pt x="13153" y="2656"/>
                  </a:lnTo>
                  <a:close/>
                  <a:moveTo>
                    <a:pt x="16003" y="2656"/>
                  </a:moveTo>
                  <a:lnTo>
                    <a:pt x="16003" y="4020"/>
                  </a:lnTo>
                  <a:lnTo>
                    <a:pt x="14623" y="4020"/>
                  </a:lnTo>
                  <a:lnTo>
                    <a:pt x="14623" y="2656"/>
                  </a:lnTo>
                  <a:close/>
                  <a:moveTo>
                    <a:pt x="17472" y="2656"/>
                  </a:moveTo>
                  <a:lnTo>
                    <a:pt x="17472" y="4020"/>
                  </a:lnTo>
                  <a:lnTo>
                    <a:pt x="16093" y="4020"/>
                  </a:lnTo>
                  <a:lnTo>
                    <a:pt x="16093" y="2656"/>
                  </a:lnTo>
                  <a:close/>
                  <a:moveTo>
                    <a:pt x="18927" y="2656"/>
                  </a:moveTo>
                  <a:lnTo>
                    <a:pt x="18927" y="4020"/>
                  </a:lnTo>
                  <a:lnTo>
                    <a:pt x="17562" y="4020"/>
                  </a:lnTo>
                  <a:lnTo>
                    <a:pt x="17562" y="2656"/>
                  </a:lnTo>
                  <a:close/>
                  <a:moveTo>
                    <a:pt x="20396" y="2656"/>
                  </a:moveTo>
                  <a:lnTo>
                    <a:pt x="20396" y="4020"/>
                  </a:lnTo>
                  <a:lnTo>
                    <a:pt x="19017" y="4020"/>
                  </a:lnTo>
                  <a:lnTo>
                    <a:pt x="19017" y="2656"/>
                  </a:lnTo>
                  <a:close/>
                  <a:moveTo>
                    <a:pt x="21866" y="2656"/>
                  </a:moveTo>
                  <a:lnTo>
                    <a:pt x="21866" y="4020"/>
                  </a:lnTo>
                  <a:lnTo>
                    <a:pt x="20486" y="4020"/>
                  </a:lnTo>
                  <a:lnTo>
                    <a:pt x="20486" y="2656"/>
                  </a:lnTo>
                  <a:close/>
                  <a:moveTo>
                    <a:pt x="23336" y="2656"/>
                  </a:moveTo>
                  <a:lnTo>
                    <a:pt x="23336" y="4020"/>
                  </a:lnTo>
                  <a:lnTo>
                    <a:pt x="21956" y="4020"/>
                  </a:lnTo>
                  <a:lnTo>
                    <a:pt x="21956" y="2656"/>
                  </a:lnTo>
                  <a:close/>
                  <a:moveTo>
                    <a:pt x="24791" y="2656"/>
                  </a:moveTo>
                  <a:lnTo>
                    <a:pt x="24791" y="4020"/>
                  </a:lnTo>
                  <a:lnTo>
                    <a:pt x="23426" y="4020"/>
                  </a:lnTo>
                  <a:lnTo>
                    <a:pt x="23426" y="2656"/>
                  </a:lnTo>
                  <a:close/>
                  <a:moveTo>
                    <a:pt x="26261" y="2656"/>
                  </a:moveTo>
                  <a:lnTo>
                    <a:pt x="26261" y="4020"/>
                  </a:lnTo>
                  <a:lnTo>
                    <a:pt x="24895" y="4020"/>
                  </a:lnTo>
                  <a:lnTo>
                    <a:pt x="24895" y="2656"/>
                  </a:lnTo>
                  <a:close/>
                  <a:moveTo>
                    <a:pt x="27730" y="2656"/>
                  </a:moveTo>
                  <a:lnTo>
                    <a:pt x="27730" y="4020"/>
                  </a:lnTo>
                  <a:lnTo>
                    <a:pt x="26351" y="4020"/>
                  </a:lnTo>
                  <a:lnTo>
                    <a:pt x="26351" y="2656"/>
                  </a:lnTo>
                  <a:close/>
                  <a:moveTo>
                    <a:pt x="29200" y="2656"/>
                  </a:moveTo>
                  <a:lnTo>
                    <a:pt x="29200" y="4020"/>
                  </a:lnTo>
                  <a:lnTo>
                    <a:pt x="27820" y="4020"/>
                  </a:lnTo>
                  <a:lnTo>
                    <a:pt x="27820" y="2656"/>
                  </a:lnTo>
                  <a:close/>
                  <a:moveTo>
                    <a:pt x="30670" y="2656"/>
                  </a:moveTo>
                  <a:lnTo>
                    <a:pt x="30670" y="4020"/>
                  </a:lnTo>
                  <a:lnTo>
                    <a:pt x="29290" y="4020"/>
                  </a:lnTo>
                  <a:lnTo>
                    <a:pt x="29290" y="2656"/>
                  </a:lnTo>
                  <a:close/>
                  <a:moveTo>
                    <a:pt x="32124" y="2656"/>
                  </a:moveTo>
                  <a:lnTo>
                    <a:pt x="32124" y="4020"/>
                  </a:lnTo>
                  <a:lnTo>
                    <a:pt x="30760" y="4020"/>
                  </a:lnTo>
                  <a:lnTo>
                    <a:pt x="30760" y="2656"/>
                  </a:lnTo>
                  <a:close/>
                  <a:moveTo>
                    <a:pt x="33594" y="2656"/>
                  </a:moveTo>
                  <a:lnTo>
                    <a:pt x="33594" y="4020"/>
                  </a:lnTo>
                  <a:lnTo>
                    <a:pt x="32214" y="4020"/>
                  </a:lnTo>
                  <a:lnTo>
                    <a:pt x="32214" y="2656"/>
                  </a:lnTo>
                  <a:close/>
                  <a:moveTo>
                    <a:pt x="35063" y="2656"/>
                  </a:moveTo>
                  <a:lnTo>
                    <a:pt x="35063" y="4020"/>
                  </a:lnTo>
                  <a:lnTo>
                    <a:pt x="33684" y="4020"/>
                  </a:lnTo>
                  <a:lnTo>
                    <a:pt x="33684" y="2656"/>
                  </a:lnTo>
                  <a:close/>
                  <a:moveTo>
                    <a:pt x="36533" y="2656"/>
                  </a:moveTo>
                  <a:lnTo>
                    <a:pt x="36533" y="4020"/>
                  </a:lnTo>
                  <a:lnTo>
                    <a:pt x="35153" y="4020"/>
                  </a:lnTo>
                  <a:lnTo>
                    <a:pt x="35153" y="2656"/>
                  </a:lnTo>
                  <a:close/>
                  <a:moveTo>
                    <a:pt x="2805" y="4110"/>
                  </a:moveTo>
                  <a:lnTo>
                    <a:pt x="2805" y="5489"/>
                  </a:lnTo>
                  <a:lnTo>
                    <a:pt x="1426" y="5489"/>
                  </a:lnTo>
                  <a:lnTo>
                    <a:pt x="1426" y="4110"/>
                  </a:lnTo>
                  <a:close/>
                  <a:moveTo>
                    <a:pt x="4275" y="4110"/>
                  </a:moveTo>
                  <a:lnTo>
                    <a:pt x="4275" y="5489"/>
                  </a:lnTo>
                  <a:lnTo>
                    <a:pt x="2895" y="5489"/>
                  </a:lnTo>
                  <a:lnTo>
                    <a:pt x="2895" y="4110"/>
                  </a:lnTo>
                  <a:close/>
                  <a:moveTo>
                    <a:pt x="5729" y="4110"/>
                  </a:moveTo>
                  <a:lnTo>
                    <a:pt x="5729" y="5489"/>
                  </a:lnTo>
                  <a:lnTo>
                    <a:pt x="4365" y="5489"/>
                  </a:lnTo>
                  <a:lnTo>
                    <a:pt x="4365" y="4110"/>
                  </a:lnTo>
                  <a:close/>
                  <a:moveTo>
                    <a:pt x="7199" y="4110"/>
                  </a:moveTo>
                  <a:lnTo>
                    <a:pt x="7199" y="5489"/>
                  </a:lnTo>
                  <a:lnTo>
                    <a:pt x="5819" y="5489"/>
                  </a:lnTo>
                  <a:lnTo>
                    <a:pt x="5819" y="4110"/>
                  </a:lnTo>
                  <a:close/>
                  <a:moveTo>
                    <a:pt x="8669" y="4110"/>
                  </a:moveTo>
                  <a:lnTo>
                    <a:pt x="8669" y="5489"/>
                  </a:lnTo>
                  <a:lnTo>
                    <a:pt x="7289" y="5489"/>
                  </a:lnTo>
                  <a:lnTo>
                    <a:pt x="7289" y="4110"/>
                  </a:lnTo>
                  <a:close/>
                  <a:moveTo>
                    <a:pt x="10138" y="4110"/>
                  </a:moveTo>
                  <a:lnTo>
                    <a:pt x="10138" y="5489"/>
                  </a:lnTo>
                  <a:lnTo>
                    <a:pt x="8759" y="5489"/>
                  </a:lnTo>
                  <a:lnTo>
                    <a:pt x="8759" y="4110"/>
                  </a:lnTo>
                  <a:close/>
                  <a:moveTo>
                    <a:pt x="11594" y="4110"/>
                  </a:moveTo>
                  <a:lnTo>
                    <a:pt x="11594" y="5489"/>
                  </a:lnTo>
                  <a:lnTo>
                    <a:pt x="10228" y="5489"/>
                  </a:lnTo>
                  <a:lnTo>
                    <a:pt x="10228" y="4110"/>
                  </a:lnTo>
                  <a:close/>
                  <a:moveTo>
                    <a:pt x="13063" y="4110"/>
                  </a:moveTo>
                  <a:lnTo>
                    <a:pt x="13063" y="5489"/>
                  </a:lnTo>
                  <a:lnTo>
                    <a:pt x="11698" y="5489"/>
                  </a:lnTo>
                  <a:lnTo>
                    <a:pt x="11698" y="4110"/>
                  </a:lnTo>
                  <a:close/>
                  <a:moveTo>
                    <a:pt x="14533" y="4110"/>
                  </a:moveTo>
                  <a:lnTo>
                    <a:pt x="14533" y="5489"/>
                  </a:lnTo>
                  <a:lnTo>
                    <a:pt x="13153" y="5489"/>
                  </a:lnTo>
                  <a:lnTo>
                    <a:pt x="13153" y="4110"/>
                  </a:lnTo>
                  <a:close/>
                  <a:moveTo>
                    <a:pt x="16003" y="4110"/>
                  </a:moveTo>
                  <a:lnTo>
                    <a:pt x="16003" y="5489"/>
                  </a:lnTo>
                  <a:lnTo>
                    <a:pt x="14623" y="5489"/>
                  </a:lnTo>
                  <a:lnTo>
                    <a:pt x="14623" y="4110"/>
                  </a:lnTo>
                  <a:close/>
                  <a:moveTo>
                    <a:pt x="17472" y="4110"/>
                  </a:moveTo>
                  <a:lnTo>
                    <a:pt x="17472" y="5489"/>
                  </a:lnTo>
                  <a:lnTo>
                    <a:pt x="16093" y="5489"/>
                  </a:lnTo>
                  <a:lnTo>
                    <a:pt x="16093" y="4110"/>
                  </a:lnTo>
                  <a:close/>
                  <a:moveTo>
                    <a:pt x="18927" y="4110"/>
                  </a:moveTo>
                  <a:lnTo>
                    <a:pt x="18927" y="5489"/>
                  </a:lnTo>
                  <a:lnTo>
                    <a:pt x="17562" y="5489"/>
                  </a:lnTo>
                  <a:lnTo>
                    <a:pt x="17562" y="4110"/>
                  </a:lnTo>
                  <a:close/>
                  <a:moveTo>
                    <a:pt x="20396" y="4110"/>
                  </a:moveTo>
                  <a:lnTo>
                    <a:pt x="20396" y="5489"/>
                  </a:lnTo>
                  <a:lnTo>
                    <a:pt x="19017" y="5489"/>
                  </a:lnTo>
                  <a:lnTo>
                    <a:pt x="19017" y="4110"/>
                  </a:lnTo>
                  <a:close/>
                  <a:moveTo>
                    <a:pt x="21866" y="4110"/>
                  </a:moveTo>
                  <a:lnTo>
                    <a:pt x="21866" y="5489"/>
                  </a:lnTo>
                  <a:lnTo>
                    <a:pt x="20486" y="5489"/>
                  </a:lnTo>
                  <a:lnTo>
                    <a:pt x="20486" y="4110"/>
                  </a:lnTo>
                  <a:close/>
                  <a:moveTo>
                    <a:pt x="23336" y="4110"/>
                  </a:moveTo>
                  <a:lnTo>
                    <a:pt x="23336" y="5489"/>
                  </a:lnTo>
                  <a:lnTo>
                    <a:pt x="21956" y="5489"/>
                  </a:lnTo>
                  <a:lnTo>
                    <a:pt x="21956" y="4110"/>
                  </a:lnTo>
                  <a:close/>
                  <a:moveTo>
                    <a:pt x="24791" y="4110"/>
                  </a:moveTo>
                  <a:lnTo>
                    <a:pt x="24791" y="5489"/>
                  </a:lnTo>
                  <a:lnTo>
                    <a:pt x="23426" y="5489"/>
                  </a:lnTo>
                  <a:lnTo>
                    <a:pt x="23426" y="4110"/>
                  </a:lnTo>
                  <a:close/>
                  <a:moveTo>
                    <a:pt x="26261" y="4110"/>
                  </a:moveTo>
                  <a:lnTo>
                    <a:pt x="26261" y="5489"/>
                  </a:lnTo>
                  <a:lnTo>
                    <a:pt x="24895" y="5489"/>
                  </a:lnTo>
                  <a:lnTo>
                    <a:pt x="24895" y="4110"/>
                  </a:lnTo>
                  <a:close/>
                  <a:moveTo>
                    <a:pt x="27730" y="4110"/>
                  </a:moveTo>
                  <a:lnTo>
                    <a:pt x="27730" y="5489"/>
                  </a:lnTo>
                  <a:lnTo>
                    <a:pt x="26351" y="5489"/>
                  </a:lnTo>
                  <a:lnTo>
                    <a:pt x="26351" y="4110"/>
                  </a:lnTo>
                  <a:close/>
                  <a:moveTo>
                    <a:pt x="29200" y="4110"/>
                  </a:moveTo>
                  <a:lnTo>
                    <a:pt x="29200" y="5489"/>
                  </a:lnTo>
                  <a:lnTo>
                    <a:pt x="27820" y="5489"/>
                  </a:lnTo>
                  <a:lnTo>
                    <a:pt x="27820" y="4110"/>
                  </a:lnTo>
                  <a:close/>
                  <a:moveTo>
                    <a:pt x="30670" y="4110"/>
                  </a:moveTo>
                  <a:lnTo>
                    <a:pt x="30670" y="5489"/>
                  </a:lnTo>
                  <a:lnTo>
                    <a:pt x="29290" y="5489"/>
                  </a:lnTo>
                  <a:lnTo>
                    <a:pt x="29290" y="4110"/>
                  </a:lnTo>
                  <a:close/>
                  <a:moveTo>
                    <a:pt x="32124" y="4110"/>
                  </a:moveTo>
                  <a:lnTo>
                    <a:pt x="32124" y="5489"/>
                  </a:lnTo>
                  <a:lnTo>
                    <a:pt x="30760" y="5489"/>
                  </a:lnTo>
                  <a:lnTo>
                    <a:pt x="30760" y="4110"/>
                  </a:lnTo>
                  <a:close/>
                  <a:moveTo>
                    <a:pt x="33594" y="4110"/>
                  </a:moveTo>
                  <a:lnTo>
                    <a:pt x="33594" y="5489"/>
                  </a:lnTo>
                  <a:lnTo>
                    <a:pt x="32214" y="5489"/>
                  </a:lnTo>
                  <a:lnTo>
                    <a:pt x="32214" y="4110"/>
                  </a:lnTo>
                  <a:close/>
                  <a:moveTo>
                    <a:pt x="35063" y="4110"/>
                  </a:moveTo>
                  <a:lnTo>
                    <a:pt x="35063" y="5489"/>
                  </a:lnTo>
                  <a:lnTo>
                    <a:pt x="33684" y="5489"/>
                  </a:lnTo>
                  <a:lnTo>
                    <a:pt x="33684" y="4110"/>
                  </a:lnTo>
                  <a:close/>
                  <a:moveTo>
                    <a:pt x="36533" y="4110"/>
                  </a:moveTo>
                  <a:lnTo>
                    <a:pt x="36533" y="5489"/>
                  </a:lnTo>
                  <a:lnTo>
                    <a:pt x="35153" y="5489"/>
                  </a:lnTo>
                  <a:lnTo>
                    <a:pt x="35153" y="4110"/>
                  </a:lnTo>
                  <a:close/>
                  <a:moveTo>
                    <a:pt x="2805" y="5579"/>
                  </a:moveTo>
                  <a:lnTo>
                    <a:pt x="2805" y="6959"/>
                  </a:lnTo>
                  <a:lnTo>
                    <a:pt x="1426" y="6959"/>
                  </a:lnTo>
                  <a:lnTo>
                    <a:pt x="1426" y="5579"/>
                  </a:lnTo>
                  <a:close/>
                  <a:moveTo>
                    <a:pt x="4275" y="5579"/>
                  </a:moveTo>
                  <a:lnTo>
                    <a:pt x="4275" y="6959"/>
                  </a:lnTo>
                  <a:lnTo>
                    <a:pt x="2895" y="6959"/>
                  </a:lnTo>
                  <a:lnTo>
                    <a:pt x="2895" y="5579"/>
                  </a:lnTo>
                  <a:close/>
                  <a:moveTo>
                    <a:pt x="5729" y="5579"/>
                  </a:moveTo>
                  <a:lnTo>
                    <a:pt x="5729" y="6959"/>
                  </a:lnTo>
                  <a:lnTo>
                    <a:pt x="4365" y="6959"/>
                  </a:lnTo>
                  <a:lnTo>
                    <a:pt x="4365" y="5579"/>
                  </a:lnTo>
                  <a:close/>
                  <a:moveTo>
                    <a:pt x="7199" y="5579"/>
                  </a:moveTo>
                  <a:lnTo>
                    <a:pt x="7199" y="6959"/>
                  </a:lnTo>
                  <a:lnTo>
                    <a:pt x="5819" y="6959"/>
                  </a:lnTo>
                  <a:lnTo>
                    <a:pt x="5819" y="5579"/>
                  </a:lnTo>
                  <a:close/>
                  <a:moveTo>
                    <a:pt x="8669" y="5579"/>
                  </a:moveTo>
                  <a:lnTo>
                    <a:pt x="8669" y="6959"/>
                  </a:lnTo>
                  <a:lnTo>
                    <a:pt x="7289" y="6959"/>
                  </a:lnTo>
                  <a:lnTo>
                    <a:pt x="7289" y="5579"/>
                  </a:lnTo>
                  <a:close/>
                  <a:moveTo>
                    <a:pt x="10138" y="5579"/>
                  </a:moveTo>
                  <a:lnTo>
                    <a:pt x="10138" y="6959"/>
                  </a:lnTo>
                  <a:lnTo>
                    <a:pt x="8759" y="6959"/>
                  </a:lnTo>
                  <a:lnTo>
                    <a:pt x="8759" y="5579"/>
                  </a:lnTo>
                  <a:close/>
                  <a:moveTo>
                    <a:pt x="11594" y="5579"/>
                  </a:moveTo>
                  <a:lnTo>
                    <a:pt x="11594" y="6959"/>
                  </a:lnTo>
                  <a:lnTo>
                    <a:pt x="10228" y="6959"/>
                  </a:lnTo>
                  <a:lnTo>
                    <a:pt x="10228" y="5579"/>
                  </a:lnTo>
                  <a:close/>
                  <a:moveTo>
                    <a:pt x="13063" y="5579"/>
                  </a:moveTo>
                  <a:lnTo>
                    <a:pt x="13063" y="6959"/>
                  </a:lnTo>
                  <a:lnTo>
                    <a:pt x="11698" y="6959"/>
                  </a:lnTo>
                  <a:lnTo>
                    <a:pt x="11698" y="5579"/>
                  </a:lnTo>
                  <a:close/>
                  <a:moveTo>
                    <a:pt x="14533" y="5579"/>
                  </a:moveTo>
                  <a:lnTo>
                    <a:pt x="14533" y="6959"/>
                  </a:lnTo>
                  <a:lnTo>
                    <a:pt x="13153" y="6959"/>
                  </a:lnTo>
                  <a:lnTo>
                    <a:pt x="13153" y="5579"/>
                  </a:lnTo>
                  <a:close/>
                  <a:moveTo>
                    <a:pt x="16003" y="5579"/>
                  </a:moveTo>
                  <a:lnTo>
                    <a:pt x="16003" y="6959"/>
                  </a:lnTo>
                  <a:lnTo>
                    <a:pt x="14623" y="6959"/>
                  </a:lnTo>
                  <a:lnTo>
                    <a:pt x="14623" y="5579"/>
                  </a:lnTo>
                  <a:close/>
                  <a:moveTo>
                    <a:pt x="17472" y="5579"/>
                  </a:moveTo>
                  <a:lnTo>
                    <a:pt x="17472" y="6959"/>
                  </a:lnTo>
                  <a:lnTo>
                    <a:pt x="16093" y="6959"/>
                  </a:lnTo>
                  <a:lnTo>
                    <a:pt x="16093" y="5579"/>
                  </a:lnTo>
                  <a:close/>
                  <a:moveTo>
                    <a:pt x="18927" y="5579"/>
                  </a:moveTo>
                  <a:lnTo>
                    <a:pt x="18927" y="6959"/>
                  </a:lnTo>
                  <a:lnTo>
                    <a:pt x="17562" y="6959"/>
                  </a:lnTo>
                  <a:lnTo>
                    <a:pt x="17562" y="5579"/>
                  </a:lnTo>
                  <a:close/>
                  <a:moveTo>
                    <a:pt x="20396" y="5579"/>
                  </a:moveTo>
                  <a:lnTo>
                    <a:pt x="20396" y="6959"/>
                  </a:lnTo>
                  <a:lnTo>
                    <a:pt x="19017" y="6959"/>
                  </a:lnTo>
                  <a:lnTo>
                    <a:pt x="19017" y="5579"/>
                  </a:lnTo>
                  <a:close/>
                  <a:moveTo>
                    <a:pt x="21866" y="5579"/>
                  </a:moveTo>
                  <a:lnTo>
                    <a:pt x="21866" y="6959"/>
                  </a:lnTo>
                  <a:lnTo>
                    <a:pt x="20486" y="6959"/>
                  </a:lnTo>
                  <a:lnTo>
                    <a:pt x="20486" y="5579"/>
                  </a:lnTo>
                  <a:close/>
                  <a:moveTo>
                    <a:pt x="23336" y="5579"/>
                  </a:moveTo>
                  <a:lnTo>
                    <a:pt x="23336" y="6959"/>
                  </a:lnTo>
                  <a:lnTo>
                    <a:pt x="21956" y="6959"/>
                  </a:lnTo>
                  <a:lnTo>
                    <a:pt x="21956" y="5579"/>
                  </a:lnTo>
                  <a:close/>
                  <a:moveTo>
                    <a:pt x="24791" y="5579"/>
                  </a:moveTo>
                  <a:lnTo>
                    <a:pt x="24791" y="6959"/>
                  </a:lnTo>
                  <a:lnTo>
                    <a:pt x="23426" y="6959"/>
                  </a:lnTo>
                  <a:lnTo>
                    <a:pt x="23426" y="5579"/>
                  </a:lnTo>
                  <a:close/>
                  <a:moveTo>
                    <a:pt x="26261" y="5579"/>
                  </a:moveTo>
                  <a:lnTo>
                    <a:pt x="26261" y="6959"/>
                  </a:lnTo>
                  <a:lnTo>
                    <a:pt x="24895" y="6959"/>
                  </a:lnTo>
                  <a:lnTo>
                    <a:pt x="24895" y="5579"/>
                  </a:lnTo>
                  <a:close/>
                  <a:moveTo>
                    <a:pt x="27730" y="5579"/>
                  </a:moveTo>
                  <a:lnTo>
                    <a:pt x="27730" y="6959"/>
                  </a:lnTo>
                  <a:lnTo>
                    <a:pt x="26351" y="6959"/>
                  </a:lnTo>
                  <a:lnTo>
                    <a:pt x="26351" y="5579"/>
                  </a:lnTo>
                  <a:close/>
                  <a:moveTo>
                    <a:pt x="29200" y="5579"/>
                  </a:moveTo>
                  <a:lnTo>
                    <a:pt x="29200" y="6959"/>
                  </a:lnTo>
                  <a:lnTo>
                    <a:pt x="27820" y="6959"/>
                  </a:lnTo>
                  <a:lnTo>
                    <a:pt x="27820" y="5579"/>
                  </a:lnTo>
                  <a:close/>
                  <a:moveTo>
                    <a:pt x="30670" y="5579"/>
                  </a:moveTo>
                  <a:lnTo>
                    <a:pt x="30670" y="6959"/>
                  </a:lnTo>
                  <a:lnTo>
                    <a:pt x="29290" y="6959"/>
                  </a:lnTo>
                  <a:lnTo>
                    <a:pt x="29290" y="5579"/>
                  </a:lnTo>
                  <a:close/>
                  <a:moveTo>
                    <a:pt x="32124" y="5579"/>
                  </a:moveTo>
                  <a:lnTo>
                    <a:pt x="32124" y="6959"/>
                  </a:lnTo>
                  <a:lnTo>
                    <a:pt x="30760" y="6959"/>
                  </a:lnTo>
                  <a:lnTo>
                    <a:pt x="30760" y="5579"/>
                  </a:lnTo>
                  <a:close/>
                  <a:moveTo>
                    <a:pt x="33594" y="5579"/>
                  </a:moveTo>
                  <a:lnTo>
                    <a:pt x="33594" y="6959"/>
                  </a:lnTo>
                  <a:lnTo>
                    <a:pt x="32214" y="6959"/>
                  </a:lnTo>
                  <a:lnTo>
                    <a:pt x="32214" y="5579"/>
                  </a:lnTo>
                  <a:close/>
                  <a:moveTo>
                    <a:pt x="35063" y="5579"/>
                  </a:moveTo>
                  <a:lnTo>
                    <a:pt x="35063" y="6959"/>
                  </a:lnTo>
                  <a:lnTo>
                    <a:pt x="33684" y="6959"/>
                  </a:lnTo>
                  <a:lnTo>
                    <a:pt x="33684" y="5579"/>
                  </a:lnTo>
                  <a:close/>
                  <a:moveTo>
                    <a:pt x="36533" y="5579"/>
                  </a:moveTo>
                  <a:lnTo>
                    <a:pt x="36533" y="6959"/>
                  </a:lnTo>
                  <a:lnTo>
                    <a:pt x="35153" y="6959"/>
                  </a:lnTo>
                  <a:lnTo>
                    <a:pt x="35153" y="5579"/>
                  </a:lnTo>
                  <a:close/>
                  <a:moveTo>
                    <a:pt x="2805" y="7049"/>
                  </a:moveTo>
                  <a:lnTo>
                    <a:pt x="2805" y="8429"/>
                  </a:lnTo>
                  <a:lnTo>
                    <a:pt x="1426" y="8429"/>
                  </a:lnTo>
                  <a:lnTo>
                    <a:pt x="1426" y="7049"/>
                  </a:lnTo>
                  <a:close/>
                  <a:moveTo>
                    <a:pt x="4275" y="7049"/>
                  </a:moveTo>
                  <a:lnTo>
                    <a:pt x="4275" y="8429"/>
                  </a:lnTo>
                  <a:lnTo>
                    <a:pt x="2895" y="8429"/>
                  </a:lnTo>
                  <a:lnTo>
                    <a:pt x="2895" y="7049"/>
                  </a:lnTo>
                  <a:close/>
                  <a:moveTo>
                    <a:pt x="5729" y="7049"/>
                  </a:moveTo>
                  <a:lnTo>
                    <a:pt x="5729" y="8429"/>
                  </a:lnTo>
                  <a:lnTo>
                    <a:pt x="4365" y="8429"/>
                  </a:lnTo>
                  <a:lnTo>
                    <a:pt x="4365" y="7049"/>
                  </a:lnTo>
                  <a:close/>
                  <a:moveTo>
                    <a:pt x="7199" y="7049"/>
                  </a:moveTo>
                  <a:lnTo>
                    <a:pt x="7199" y="8429"/>
                  </a:lnTo>
                  <a:lnTo>
                    <a:pt x="5819" y="8429"/>
                  </a:lnTo>
                  <a:lnTo>
                    <a:pt x="5819" y="7049"/>
                  </a:lnTo>
                  <a:close/>
                  <a:moveTo>
                    <a:pt x="8669" y="7049"/>
                  </a:moveTo>
                  <a:lnTo>
                    <a:pt x="8669" y="8429"/>
                  </a:lnTo>
                  <a:lnTo>
                    <a:pt x="7289" y="8429"/>
                  </a:lnTo>
                  <a:lnTo>
                    <a:pt x="7289" y="7049"/>
                  </a:lnTo>
                  <a:close/>
                  <a:moveTo>
                    <a:pt x="10138" y="7049"/>
                  </a:moveTo>
                  <a:lnTo>
                    <a:pt x="10138" y="8429"/>
                  </a:lnTo>
                  <a:lnTo>
                    <a:pt x="8759" y="8429"/>
                  </a:lnTo>
                  <a:lnTo>
                    <a:pt x="8759" y="7049"/>
                  </a:lnTo>
                  <a:close/>
                  <a:moveTo>
                    <a:pt x="11594" y="7049"/>
                  </a:moveTo>
                  <a:lnTo>
                    <a:pt x="11594" y="8429"/>
                  </a:lnTo>
                  <a:lnTo>
                    <a:pt x="10228" y="8429"/>
                  </a:lnTo>
                  <a:lnTo>
                    <a:pt x="10228" y="7049"/>
                  </a:lnTo>
                  <a:close/>
                  <a:moveTo>
                    <a:pt x="13063" y="7049"/>
                  </a:moveTo>
                  <a:lnTo>
                    <a:pt x="13063" y="8429"/>
                  </a:lnTo>
                  <a:lnTo>
                    <a:pt x="11698" y="8429"/>
                  </a:lnTo>
                  <a:lnTo>
                    <a:pt x="11698" y="7049"/>
                  </a:lnTo>
                  <a:close/>
                  <a:moveTo>
                    <a:pt x="14533" y="7049"/>
                  </a:moveTo>
                  <a:lnTo>
                    <a:pt x="14533" y="8429"/>
                  </a:lnTo>
                  <a:lnTo>
                    <a:pt x="13153" y="8429"/>
                  </a:lnTo>
                  <a:lnTo>
                    <a:pt x="13153" y="7049"/>
                  </a:lnTo>
                  <a:close/>
                  <a:moveTo>
                    <a:pt x="16003" y="7049"/>
                  </a:moveTo>
                  <a:lnTo>
                    <a:pt x="16003" y="8429"/>
                  </a:lnTo>
                  <a:lnTo>
                    <a:pt x="14623" y="8429"/>
                  </a:lnTo>
                  <a:lnTo>
                    <a:pt x="14623" y="7049"/>
                  </a:lnTo>
                  <a:close/>
                  <a:moveTo>
                    <a:pt x="17472" y="7049"/>
                  </a:moveTo>
                  <a:lnTo>
                    <a:pt x="17472" y="8429"/>
                  </a:lnTo>
                  <a:lnTo>
                    <a:pt x="16093" y="8429"/>
                  </a:lnTo>
                  <a:lnTo>
                    <a:pt x="16093" y="7049"/>
                  </a:lnTo>
                  <a:close/>
                  <a:moveTo>
                    <a:pt x="18927" y="7049"/>
                  </a:moveTo>
                  <a:lnTo>
                    <a:pt x="18927" y="8429"/>
                  </a:lnTo>
                  <a:lnTo>
                    <a:pt x="17562" y="8429"/>
                  </a:lnTo>
                  <a:lnTo>
                    <a:pt x="17562" y="7049"/>
                  </a:lnTo>
                  <a:close/>
                  <a:moveTo>
                    <a:pt x="20396" y="7049"/>
                  </a:moveTo>
                  <a:lnTo>
                    <a:pt x="20396" y="8429"/>
                  </a:lnTo>
                  <a:lnTo>
                    <a:pt x="19017" y="8429"/>
                  </a:lnTo>
                  <a:lnTo>
                    <a:pt x="19017" y="7049"/>
                  </a:lnTo>
                  <a:close/>
                  <a:moveTo>
                    <a:pt x="21866" y="7049"/>
                  </a:moveTo>
                  <a:lnTo>
                    <a:pt x="21866" y="8429"/>
                  </a:lnTo>
                  <a:lnTo>
                    <a:pt x="20486" y="8429"/>
                  </a:lnTo>
                  <a:lnTo>
                    <a:pt x="20486" y="7049"/>
                  </a:lnTo>
                  <a:close/>
                  <a:moveTo>
                    <a:pt x="23336" y="7049"/>
                  </a:moveTo>
                  <a:lnTo>
                    <a:pt x="23336" y="8429"/>
                  </a:lnTo>
                  <a:lnTo>
                    <a:pt x="21956" y="8429"/>
                  </a:lnTo>
                  <a:lnTo>
                    <a:pt x="21956" y="7049"/>
                  </a:lnTo>
                  <a:close/>
                  <a:moveTo>
                    <a:pt x="24791" y="7049"/>
                  </a:moveTo>
                  <a:lnTo>
                    <a:pt x="24791" y="8429"/>
                  </a:lnTo>
                  <a:lnTo>
                    <a:pt x="23426" y="8429"/>
                  </a:lnTo>
                  <a:lnTo>
                    <a:pt x="23426" y="7049"/>
                  </a:lnTo>
                  <a:close/>
                  <a:moveTo>
                    <a:pt x="26261" y="7049"/>
                  </a:moveTo>
                  <a:lnTo>
                    <a:pt x="26261" y="8429"/>
                  </a:lnTo>
                  <a:lnTo>
                    <a:pt x="24895" y="8429"/>
                  </a:lnTo>
                  <a:lnTo>
                    <a:pt x="24895" y="7049"/>
                  </a:lnTo>
                  <a:close/>
                  <a:moveTo>
                    <a:pt x="27730" y="7049"/>
                  </a:moveTo>
                  <a:lnTo>
                    <a:pt x="27730" y="8429"/>
                  </a:lnTo>
                  <a:lnTo>
                    <a:pt x="26351" y="8429"/>
                  </a:lnTo>
                  <a:lnTo>
                    <a:pt x="26351" y="7049"/>
                  </a:lnTo>
                  <a:close/>
                  <a:moveTo>
                    <a:pt x="29200" y="7049"/>
                  </a:moveTo>
                  <a:lnTo>
                    <a:pt x="29200" y="8429"/>
                  </a:lnTo>
                  <a:lnTo>
                    <a:pt x="27820" y="8429"/>
                  </a:lnTo>
                  <a:lnTo>
                    <a:pt x="27820" y="7049"/>
                  </a:lnTo>
                  <a:close/>
                  <a:moveTo>
                    <a:pt x="30670" y="7049"/>
                  </a:moveTo>
                  <a:lnTo>
                    <a:pt x="30670" y="8429"/>
                  </a:lnTo>
                  <a:lnTo>
                    <a:pt x="29290" y="8429"/>
                  </a:lnTo>
                  <a:lnTo>
                    <a:pt x="29290" y="7049"/>
                  </a:lnTo>
                  <a:close/>
                  <a:moveTo>
                    <a:pt x="32124" y="7049"/>
                  </a:moveTo>
                  <a:lnTo>
                    <a:pt x="32124" y="8429"/>
                  </a:lnTo>
                  <a:lnTo>
                    <a:pt x="30760" y="8429"/>
                  </a:lnTo>
                  <a:lnTo>
                    <a:pt x="30760" y="7049"/>
                  </a:lnTo>
                  <a:close/>
                  <a:moveTo>
                    <a:pt x="33594" y="7049"/>
                  </a:moveTo>
                  <a:lnTo>
                    <a:pt x="33594" y="8429"/>
                  </a:lnTo>
                  <a:lnTo>
                    <a:pt x="32214" y="8429"/>
                  </a:lnTo>
                  <a:lnTo>
                    <a:pt x="32214" y="7049"/>
                  </a:lnTo>
                  <a:close/>
                  <a:moveTo>
                    <a:pt x="35063" y="7049"/>
                  </a:moveTo>
                  <a:lnTo>
                    <a:pt x="35063" y="8429"/>
                  </a:lnTo>
                  <a:lnTo>
                    <a:pt x="33684" y="8429"/>
                  </a:lnTo>
                  <a:lnTo>
                    <a:pt x="33684" y="7049"/>
                  </a:lnTo>
                  <a:close/>
                  <a:moveTo>
                    <a:pt x="36533" y="7049"/>
                  </a:moveTo>
                  <a:lnTo>
                    <a:pt x="36533" y="8429"/>
                  </a:lnTo>
                  <a:lnTo>
                    <a:pt x="35153" y="8429"/>
                  </a:lnTo>
                  <a:lnTo>
                    <a:pt x="35153" y="7049"/>
                  </a:lnTo>
                  <a:close/>
                  <a:moveTo>
                    <a:pt x="2805" y="8519"/>
                  </a:moveTo>
                  <a:lnTo>
                    <a:pt x="2805" y="9884"/>
                  </a:lnTo>
                  <a:lnTo>
                    <a:pt x="1426" y="9884"/>
                  </a:lnTo>
                  <a:lnTo>
                    <a:pt x="1426" y="8519"/>
                  </a:lnTo>
                  <a:close/>
                  <a:moveTo>
                    <a:pt x="4275" y="8519"/>
                  </a:moveTo>
                  <a:lnTo>
                    <a:pt x="4275" y="9884"/>
                  </a:lnTo>
                  <a:lnTo>
                    <a:pt x="2895" y="9884"/>
                  </a:lnTo>
                  <a:lnTo>
                    <a:pt x="2895" y="8519"/>
                  </a:lnTo>
                  <a:close/>
                  <a:moveTo>
                    <a:pt x="8669" y="8519"/>
                  </a:moveTo>
                  <a:lnTo>
                    <a:pt x="8669" y="9884"/>
                  </a:lnTo>
                  <a:lnTo>
                    <a:pt x="7289" y="9884"/>
                  </a:lnTo>
                  <a:lnTo>
                    <a:pt x="7289" y="8519"/>
                  </a:lnTo>
                  <a:close/>
                  <a:moveTo>
                    <a:pt x="10138" y="8519"/>
                  </a:moveTo>
                  <a:lnTo>
                    <a:pt x="10138" y="9884"/>
                  </a:lnTo>
                  <a:lnTo>
                    <a:pt x="8759" y="9884"/>
                  </a:lnTo>
                  <a:lnTo>
                    <a:pt x="8759" y="8519"/>
                  </a:lnTo>
                  <a:close/>
                  <a:moveTo>
                    <a:pt x="11594" y="8519"/>
                  </a:moveTo>
                  <a:lnTo>
                    <a:pt x="11594" y="9884"/>
                  </a:lnTo>
                  <a:lnTo>
                    <a:pt x="10228" y="9884"/>
                  </a:lnTo>
                  <a:lnTo>
                    <a:pt x="10228" y="8519"/>
                  </a:lnTo>
                  <a:close/>
                  <a:moveTo>
                    <a:pt x="18927" y="8519"/>
                  </a:moveTo>
                  <a:lnTo>
                    <a:pt x="18927" y="9884"/>
                  </a:lnTo>
                  <a:lnTo>
                    <a:pt x="17562" y="9884"/>
                  </a:lnTo>
                  <a:lnTo>
                    <a:pt x="17562" y="8519"/>
                  </a:lnTo>
                  <a:close/>
                  <a:moveTo>
                    <a:pt x="26261" y="8519"/>
                  </a:moveTo>
                  <a:lnTo>
                    <a:pt x="26261" y="9884"/>
                  </a:lnTo>
                  <a:lnTo>
                    <a:pt x="24895" y="9884"/>
                  </a:lnTo>
                  <a:lnTo>
                    <a:pt x="24895" y="8519"/>
                  </a:lnTo>
                  <a:close/>
                  <a:moveTo>
                    <a:pt x="29200" y="8519"/>
                  </a:moveTo>
                  <a:lnTo>
                    <a:pt x="29200" y="9884"/>
                  </a:lnTo>
                  <a:lnTo>
                    <a:pt x="27820" y="9884"/>
                  </a:lnTo>
                  <a:lnTo>
                    <a:pt x="27820" y="8519"/>
                  </a:lnTo>
                  <a:close/>
                  <a:moveTo>
                    <a:pt x="30670" y="8519"/>
                  </a:moveTo>
                  <a:lnTo>
                    <a:pt x="30670" y="9884"/>
                  </a:lnTo>
                  <a:lnTo>
                    <a:pt x="29290" y="9884"/>
                  </a:lnTo>
                  <a:lnTo>
                    <a:pt x="29290" y="8519"/>
                  </a:lnTo>
                  <a:close/>
                  <a:moveTo>
                    <a:pt x="33594" y="8519"/>
                  </a:moveTo>
                  <a:lnTo>
                    <a:pt x="33594" y="9884"/>
                  </a:lnTo>
                  <a:lnTo>
                    <a:pt x="32214" y="9884"/>
                  </a:lnTo>
                  <a:lnTo>
                    <a:pt x="32214" y="8519"/>
                  </a:lnTo>
                  <a:close/>
                  <a:moveTo>
                    <a:pt x="36533" y="8519"/>
                  </a:moveTo>
                  <a:lnTo>
                    <a:pt x="36533" y="9884"/>
                  </a:lnTo>
                  <a:lnTo>
                    <a:pt x="35153" y="9884"/>
                  </a:lnTo>
                  <a:lnTo>
                    <a:pt x="35153" y="8519"/>
                  </a:lnTo>
                  <a:close/>
                  <a:moveTo>
                    <a:pt x="1336" y="0"/>
                  </a:moveTo>
                  <a:lnTo>
                    <a:pt x="1336" y="1096"/>
                  </a:lnTo>
                  <a:lnTo>
                    <a:pt x="0" y="1096"/>
                  </a:lnTo>
                  <a:lnTo>
                    <a:pt x="0" y="1186"/>
                  </a:lnTo>
                  <a:lnTo>
                    <a:pt x="1336" y="1186"/>
                  </a:lnTo>
                  <a:lnTo>
                    <a:pt x="1336" y="2550"/>
                  </a:lnTo>
                  <a:lnTo>
                    <a:pt x="0" y="2550"/>
                  </a:lnTo>
                  <a:lnTo>
                    <a:pt x="0" y="2656"/>
                  </a:lnTo>
                  <a:lnTo>
                    <a:pt x="1336" y="2656"/>
                  </a:lnTo>
                  <a:lnTo>
                    <a:pt x="1336" y="4020"/>
                  </a:lnTo>
                  <a:lnTo>
                    <a:pt x="0" y="4020"/>
                  </a:lnTo>
                  <a:lnTo>
                    <a:pt x="0" y="4110"/>
                  </a:lnTo>
                  <a:lnTo>
                    <a:pt x="1336" y="4110"/>
                  </a:lnTo>
                  <a:lnTo>
                    <a:pt x="1336" y="5489"/>
                  </a:lnTo>
                  <a:lnTo>
                    <a:pt x="0" y="5489"/>
                  </a:lnTo>
                  <a:lnTo>
                    <a:pt x="0" y="5579"/>
                  </a:lnTo>
                  <a:lnTo>
                    <a:pt x="1336" y="5579"/>
                  </a:lnTo>
                  <a:lnTo>
                    <a:pt x="1336" y="6959"/>
                  </a:lnTo>
                  <a:lnTo>
                    <a:pt x="0" y="6959"/>
                  </a:lnTo>
                  <a:lnTo>
                    <a:pt x="0" y="7049"/>
                  </a:lnTo>
                  <a:lnTo>
                    <a:pt x="1336" y="7049"/>
                  </a:lnTo>
                  <a:lnTo>
                    <a:pt x="1336" y="8429"/>
                  </a:lnTo>
                  <a:lnTo>
                    <a:pt x="0" y="8429"/>
                  </a:lnTo>
                  <a:lnTo>
                    <a:pt x="0" y="8519"/>
                  </a:lnTo>
                  <a:lnTo>
                    <a:pt x="1336" y="8519"/>
                  </a:lnTo>
                  <a:lnTo>
                    <a:pt x="1336" y="9884"/>
                  </a:lnTo>
                  <a:lnTo>
                    <a:pt x="0" y="9884"/>
                  </a:lnTo>
                  <a:lnTo>
                    <a:pt x="0" y="9974"/>
                  </a:lnTo>
                  <a:lnTo>
                    <a:pt x="1336" y="9974"/>
                  </a:lnTo>
                  <a:lnTo>
                    <a:pt x="1336" y="10108"/>
                  </a:lnTo>
                  <a:lnTo>
                    <a:pt x="1426" y="10108"/>
                  </a:lnTo>
                  <a:lnTo>
                    <a:pt x="1426" y="9974"/>
                  </a:lnTo>
                  <a:lnTo>
                    <a:pt x="2805" y="9974"/>
                  </a:lnTo>
                  <a:lnTo>
                    <a:pt x="2805" y="10138"/>
                  </a:lnTo>
                  <a:lnTo>
                    <a:pt x="2895" y="10138"/>
                  </a:lnTo>
                  <a:lnTo>
                    <a:pt x="2895" y="9974"/>
                  </a:lnTo>
                  <a:lnTo>
                    <a:pt x="4275" y="9974"/>
                  </a:lnTo>
                  <a:lnTo>
                    <a:pt x="4275" y="10078"/>
                  </a:lnTo>
                  <a:cubicBezTo>
                    <a:pt x="4305" y="10078"/>
                    <a:pt x="4335" y="10078"/>
                    <a:pt x="4365" y="10064"/>
                  </a:cubicBezTo>
                  <a:lnTo>
                    <a:pt x="4365" y="9974"/>
                  </a:lnTo>
                  <a:lnTo>
                    <a:pt x="4589" y="9974"/>
                  </a:lnTo>
                  <a:cubicBezTo>
                    <a:pt x="4649" y="9959"/>
                    <a:pt x="4695" y="9914"/>
                    <a:pt x="4739" y="9884"/>
                  </a:cubicBezTo>
                  <a:lnTo>
                    <a:pt x="4365" y="9884"/>
                  </a:lnTo>
                  <a:lnTo>
                    <a:pt x="4365" y="8519"/>
                  </a:lnTo>
                  <a:lnTo>
                    <a:pt x="5729" y="8519"/>
                  </a:lnTo>
                  <a:lnTo>
                    <a:pt x="5729" y="9629"/>
                  </a:lnTo>
                  <a:cubicBezTo>
                    <a:pt x="5759" y="9644"/>
                    <a:pt x="5805" y="9659"/>
                    <a:pt x="5819" y="9659"/>
                  </a:cubicBezTo>
                  <a:lnTo>
                    <a:pt x="5819" y="8519"/>
                  </a:lnTo>
                  <a:lnTo>
                    <a:pt x="7199" y="8519"/>
                  </a:lnTo>
                  <a:lnTo>
                    <a:pt x="7199" y="9884"/>
                  </a:lnTo>
                  <a:lnTo>
                    <a:pt x="6149" y="9884"/>
                  </a:lnTo>
                  <a:lnTo>
                    <a:pt x="6239" y="9974"/>
                  </a:lnTo>
                  <a:lnTo>
                    <a:pt x="7199" y="9974"/>
                  </a:lnTo>
                  <a:lnTo>
                    <a:pt x="7199" y="10318"/>
                  </a:lnTo>
                  <a:cubicBezTo>
                    <a:pt x="7229" y="10318"/>
                    <a:pt x="7259" y="10304"/>
                    <a:pt x="7289" y="10304"/>
                  </a:cubicBezTo>
                  <a:lnTo>
                    <a:pt x="7289" y="9974"/>
                  </a:lnTo>
                  <a:lnTo>
                    <a:pt x="8054" y="9974"/>
                  </a:lnTo>
                  <a:cubicBezTo>
                    <a:pt x="8144" y="9959"/>
                    <a:pt x="8264" y="9944"/>
                    <a:pt x="8399" y="9944"/>
                  </a:cubicBezTo>
                  <a:cubicBezTo>
                    <a:pt x="8534" y="9944"/>
                    <a:pt x="8654" y="9959"/>
                    <a:pt x="8759" y="9974"/>
                  </a:cubicBezTo>
                  <a:lnTo>
                    <a:pt x="10138" y="9974"/>
                  </a:lnTo>
                  <a:lnTo>
                    <a:pt x="10138" y="10258"/>
                  </a:lnTo>
                  <a:lnTo>
                    <a:pt x="10228" y="10258"/>
                  </a:lnTo>
                  <a:lnTo>
                    <a:pt x="10228" y="9974"/>
                  </a:lnTo>
                  <a:lnTo>
                    <a:pt x="11594" y="9974"/>
                  </a:lnTo>
                  <a:lnTo>
                    <a:pt x="11594" y="10198"/>
                  </a:lnTo>
                  <a:cubicBezTo>
                    <a:pt x="11638" y="10184"/>
                    <a:pt x="11668" y="10168"/>
                    <a:pt x="11698" y="10154"/>
                  </a:cubicBezTo>
                  <a:lnTo>
                    <a:pt x="11698" y="9974"/>
                  </a:lnTo>
                  <a:lnTo>
                    <a:pt x="11938" y="9974"/>
                  </a:lnTo>
                  <a:cubicBezTo>
                    <a:pt x="11968" y="9944"/>
                    <a:pt x="11998" y="9914"/>
                    <a:pt x="12044" y="9884"/>
                  </a:cubicBezTo>
                  <a:lnTo>
                    <a:pt x="11698" y="9884"/>
                  </a:lnTo>
                  <a:lnTo>
                    <a:pt x="11698" y="8519"/>
                  </a:lnTo>
                  <a:lnTo>
                    <a:pt x="13063" y="8519"/>
                  </a:lnTo>
                  <a:lnTo>
                    <a:pt x="13063" y="9689"/>
                  </a:lnTo>
                  <a:lnTo>
                    <a:pt x="13153" y="9734"/>
                  </a:lnTo>
                  <a:lnTo>
                    <a:pt x="13153" y="8519"/>
                  </a:lnTo>
                  <a:lnTo>
                    <a:pt x="14533" y="8519"/>
                  </a:lnTo>
                  <a:lnTo>
                    <a:pt x="14533" y="9884"/>
                  </a:lnTo>
                  <a:lnTo>
                    <a:pt x="13348" y="9884"/>
                  </a:lnTo>
                  <a:cubicBezTo>
                    <a:pt x="13393" y="9914"/>
                    <a:pt x="13423" y="9944"/>
                    <a:pt x="13453" y="9974"/>
                  </a:cubicBezTo>
                  <a:lnTo>
                    <a:pt x="14533" y="9974"/>
                  </a:lnTo>
                  <a:lnTo>
                    <a:pt x="14533" y="10228"/>
                  </a:lnTo>
                  <a:lnTo>
                    <a:pt x="14623" y="10184"/>
                  </a:lnTo>
                  <a:lnTo>
                    <a:pt x="14623" y="9974"/>
                  </a:lnTo>
                  <a:lnTo>
                    <a:pt x="14863" y="9974"/>
                  </a:lnTo>
                  <a:cubicBezTo>
                    <a:pt x="14893" y="9944"/>
                    <a:pt x="14923" y="9914"/>
                    <a:pt x="14967" y="9884"/>
                  </a:cubicBezTo>
                  <a:lnTo>
                    <a:pt x="14623" y="9884"/>
                  </a:lnTo>
                  <a:lnTo>
                    <a:pt x="14623" y="8519"/>
                  </a:lnTo>
                  <a:lnTo>
                    <a:pt x="16003" y="8519"/>
                  </a:lnTo>
                  <a:lnTo>
                    <a:pt x="16003" y="9674"/>
                  </a:lnTo>
                  <a:cubicBezTo>
                    <a:pt x="16033" y="9689"/>
                    <a:pt x="16063" y="9689"/>
                    <a:pt x="16093" y="9704"/>
                  </a:cubicBezTo>
                  <a:lnTo>
                    <a:pt x="16093" y="8519"/>
                  </a:lnTo>
                  <a:lnTo>
                    <a:pt x="17472" y="8519"/>
                  </a:lnTo>
                  <a:lnTo>
                    <a:pt x="17472" y="9884"/>
                  </a:lnTo>
                  <a:lnTo>
                    <a:pt x="16647" y="9884"/>
                  </a:lnTo>
                  <a:cubicBezTo>
                    <a:pt x="16753" y="9914"/>
                    <a:pt x="16873" y="9914"/>
                    <a:pt x="17023" y="9914"/>
                  </a:cubicBezTo>
                  <a:cubicBezTo>
                    <a:pt x="17203" y="9914"/>
                    <a:pt x="17337" y="9944"/>
                    <a:pt x="17442" y="9974"/>
                  </a:cubicBezTo>
                  <a:lnTo>
                    <a:pt x="17472" y="9974"/>
                  </a:lnTo>
                  <a:lnTo>
                    <a:pt x="17472" y="9989"/>
                  </a:lnTo>
                  <a:cubicBezTo>
                    <a:pt x="17502" y="10004"/>
                    <a:pt x="17532" y="10004"/>
                    <a:pt x="17562" y="10019"/>
                  </a:cubicBezTo>
                  <a:lnTo>
                    <a:pt x="17562" y="9974"/>
                  </a:lnTo>
                  <a:lnTo>
                    <a:pt x="18927" y="9974"/>
                  </a:lnTo>
                  <a:lnTo>
                    <a:pt x="18927" y="10198"/>
                  </a:lnTo>
                  <a:cubicBezTo>
                    <a:pt x="18957" y="10184"/>
                    <a:pt x="18987" y="10168"/>
                    <a:pt x="19017" y="10138"/>
                  </a:cubicBezTo>
                  <a:lnTo>
                    <a:pt x="19017" y="9974"/>
                  </a:lnTo>
                  <a:lnTo>
                    <a:pt x="19242" y="9974"/>
                  </a:lnTo>
                  <a:cubicBezTo>
                    <a:pt x="19272" y="9944"/>
                    <a:pt x="19317" y="9914"/>
                    <a:pt x="19362" y="9884"/>
                  </a:cubicBezTo>
                  <a:lnTo>
                    <a:pt x="19017" y="9884"/>
                  </a:lnTo>
                  <a:lnTo>
                    <a:pt x="19017" y="8519"/>
                  </a:lnTo>
                  <a:lnTo>
                    <a:pt x="20396" y="8519"/>
                  </a:lnTo>
                  <a:lnTo>
                    <a:pt x="20396" y="9749"/>
                  </a:lnTo>
                  <a:lnTo>
                    <a:pt x="20486" y="9749"/>
                  </a:lnTo>
                  <a:lnTo>
                    <a:pt x="20486" y="8519"/>
                  </a:lnTo>
                  <a:lnTo>
                    <a:pt x="21866" y="8519"/>
                  </a:lnTo>
                  <a:lnTo>
                    <a:pt x="21866" y="9839"/>
                  </a:lnTo>
                  <a:cubicBezTo>
                    <a:pt x="21896" y="9839"/>
                    <a:pt x="21926" y="9854"/>
                    <a:pt x="21956" y="9869"/>
                  </a:cubicBezTo>
                  <a:lnTo>
                    <a:pt x="21956" y="8519"/>
                  </a:lnTo>
                  <a:lnTo>
                    <a:pt x="23336" y="8519"/>
                  </a:lnTo>
                  <a:lnTo>
                    <a:pt x="23336" y="9884"/>
                  </a:lnTo>
                  <a:lnTo>
                    <a:pt x="22046" y="9884"/>
                  </a:lnTo>
                  <a:cubicBezTo>
                    <a:pt x="22166" y="9929"/>
                    <a:pt x="22286" y="9959"/>
                    <a:pt x="22452" y="9974"/>
                  </a:cubicBezTo>
                  <a:lnTo>
                    <a:pt x="23186" y="9974"/>
                  </a:lnTo>
                  <a:cubicBezTo>
                    <a:pt x="23396" y="9959"/>
                    <a:pt x="23531" y="9914"/>
                    <a:pt x="23711" y="9884"/>
                  </a:cubicBezTo>
                  <a:lnTo>
                    <a:pt x="23426" y="9884"/>
                  </a:lnTo>
                  <a:lnTo>
                    <a:pt x="23426" y="8519"/>
                  </a:lnTo>
                  <a:lnTo>
                    <a:pt x="24791" y="8519"/>
                  </a:lnTo>
                  <a:lnTo>
                    <a:pt x="24791" y="9884"/>
                  </a:lnTo>
                  <a:lnTo>
                    <a:pt x="24566" y="9884"/>
                  </a:lnTo>
                  <a:cubicBezTo>
                    <a:pt x="24701" y="9914"/>
                    <a:pt x="24791" y="9959"/>
                    <a:pt x="24895" y="10004"/>
                  </a:cubicBezTo>
                  <a:lnTo>
                    <a:pt x="24895" y="9974"/>
                  </a:lnTo>
                  <a:lnTo>
                    <a:pt x="26261" y="9974"/>
                  </a:lnTo>
                  <a:lnTo>
                    <a:pt x="26261" y="10064"/>
                  </a:lnTo>
                  <a:lnTo>
                    <a:pt x="26351" y="10019"/>
                  </a:lnTo>
                  <a:lnTo>
                    <a:pt x="26351" y="9974"/>
                  </a:lnTo>
                  <a:lnTo>
                    <a:pt x="26441" y="9974"/>
                  </a:lnTo>
                  <a:cubicBezTo>
                    <a:pt x="26501" y="9944"/>
                    <a:pt x="26575" y="9914"/>
                    <a:pt x="26651" y="9884"/>
                  </a:cubicBezTo>
                  <a:lnTo>
                    <a:pt x="26351" y="9884"/>
                  </a:lnTo>
                  <a:lnTo>
                    <a:pt x="26351" y="8519"/>
                  </a:lnTo>
                  <a:lnTo>
                    <a:pt x="27730" y="8519"/>
                  </a:lnTo>
                  <a:lnTo>
                    <a:pt x="27730" y="9884"/>
                  </a:lnTo>
                  <a:lnTo>
                    <a:pt x="27521" y="9884"/>
                  </a:lnTo>
                  <a:cubicBezTo>
                    <a:pt x="27595" y="9914"/>
                    <a:pt x="27655" y="9944"/>
                    <a:pt x="27715" y="9974"/>
                  </a:cubicBezTo>
                  <a:lnTo>
                    <a:pt x="27730" y="9974"/>
                  </a:lnTo>
                  <a:lnTo>
                    <a:pt x="27730" y="9989"/>
                  </a:lnTo>
                  <a:cubicBezTo>
                    <a:pt x="27760" y="10004"/>
                    <a:pt x="27790" y="10019"/>
                    <a:pt x="27820" y="10048"/>
                  </a:cubicBezTo>
                  <a:lnTo>
                    <a:pt x="27820" y="9974"/>
                  </a:lnTo>
                  <a:lnTo>
                    <a:pt x="29200" y="9974"/>
                  </a:lnTo>
                  <a:lnTo>
                    <a:pt x="29200" y="10168"/>
                  </a:lnTo>
                  <a:cubicBezTo>
                    <a:pt x="29230" y="10154"/>
                    <a:pt x="29260" y="10138"/>
                    <a:pt x="29290" y="10138"/>
                  </a:cubicBezTo>
                  <a:lnTo>
                    <a:pt x="29290" y="9974"/>
                  </a:lnTo>
                  <a:lnTo>
                    <a:pt x="30444" y="9974"/>
                  </a:lnTo>
                  <a:cubicBezTo>
                    <a:pt x="30564" y="9944"/>
                    <a:pt x="30654" y="9899"/>
                    <a:pt x="30760" y="9869"/>
                  </a:cubicBezTo>
                  <a:lnTo>
                    <a:pt x="30760" y="8519"/>
                  </a:lnTo>
                  <a:lnTo>
                    <a:pt x="32124" y="8519"/>
                  </a:lnTo>
                  <a:lnTo>
                    <a:pt x="32124" y="9884"/>
                  </a:lnTo>
                  <a:lnTo>
                    <a:pt x="31930" y="9884"/>
                  </a:lnTo>
                  <a:cubicBezTo>
                    <a:pt x="31990" y="9914"/>
                    <a:pt x="32020" y="9944"/>
                    <a:pt x="32064" y="9974"/>
                  </a:cubicBezTo>
                  <a:lnTo>
                    <a:pt x="32124" y="9974"/>
                  </a:lnTo>
                  <a:lnTo>
                    <a:pt x="32124" y="10034"/>
                  </a:lnTo>
                  <a:cubicBezTo>
                    <a:pt x="32154" y="10048"/>
                    <a:pt x="32184" y="10078"/>
                    <a:pt x="32214" y="10094"/>
                  </a:cubicBezTo>
                  <a:lnTo>
                    <a:pt x="32214" y="9974"/>
                  </a:lnTo>
                  <a:lnTo>
                    <a:pt x="33579" y="9974"/>
                  </a:lnTo>
                  <a:cubicBezTo>
                    <a:pt x="33609" y="9944"/>
                    <a:pt x="33654" y="9914"/>
                    <a:pt x="33684" y="9884"/>
                  </a:cubicBezTo>
                  <a:lnTo>
                    <a:pt x="33684" y="8519"/>
                  </a:lnTo>
                  <a:lnTo>
                    <a:pt x="35063" y="8519"/>
                  </a:lnTo>
                  <a:lnTo>
                    <a:pt x="35063" y="9884"/>
                  </a:lnTo>
                  <a:lnTo>
                    <a:pt x="34943" y="9884"/>
                  </a:lnTo>
                  <a:cubicBezTo>
                    <a:pt x="34973" y="9914"/>
                    <a:pt x="35019" y="9944"/>
                    <a:pt x="35049" y="9974"/>
                  </a:cubicBezTo>
                  <a:lnTo>
                    <a:pt x="35063" y="9974"/>
                  </a:lnTo>
                  <a:lnTo>
                    <a:pt x="35063" y="9989"/>
                  </a:lnTo>
                  <a:cubicBezTo>
                    <a:pt x="35093" y="10019"/>
                    <a:pt x="35123" y="10034"/>
                    <a:pt x="35153" y="10064"/>
                  </a:cubicBezTo>
                  <a:lnTo>
                    <a:pt x="35153" y="9974"/>
                  </a:lnTo>
                  <a:lnTo>
                    <a:pt x="36533" y="9974"/>
                  </a:lnTo>
                  <a:lnTo>
                    <a:pt x="36533" y="10214"/>
                  </a:lnTo>
                  <a:lnTo>
                    <a:pt x="36623" y="10214"/>
                  </a:lnTo>
                  <a:lnTo>
                    <a:pt x="36623" y="9974"/>
                  </a:lnTo>
                  <a:lnTo>
                    <a:pt x="37928" y="9974"/>
                  </a:lnTo>
                  <a:lnTo>
                    <a:pt x="37928" y="9884"/>
                  </a:lnTo>
                  <a:lnTo>
                    <a:pt x="36623" y="9884"/>
                  </a:lnTo>
                  <a:lnTo>
                    <a:pt x="36623" y="8519"/>
                  </a:lnTo>
                  <a:lnTo>
                    <a:pt x="37928" y="8519"/>
                  </a:lnTo>
                  <a:lnTo>
                    <a:pt x="37928" y="8429"/>
                  </a:lnTo>
                  <a:lnTo>
                    <a:pt x="36623" y="8429"/>
                  </a:lnTo>
                  <a:lnTo>
                    <a:pt x="36623" y="7049"/>
                  </a:lnTo>
                  <a:lnTo>
                    <a:pt x="37928" y="7049"/>
                  </a:lnTo>
                  <a:lnTo>
                    <a:pt x="37928" y="6959"/>
                  </a:lnTo>
                  <a:lnTo>
                    <a:pt x="36623" y="6959"/>
                  </a:lnTo>
                  <a:lnTo>
                    <a:pt x="36623" y="5579"/>
                  </a:lnTo>
                  <a:lnTo>
                    <a:pt x="37928" y="5579"/>
                  </a:lnTo>
                  <a:lnTo>
                    <a:pt x="37928" y="5489"/>
                  </a:lnTo>
                  <a:lnTo>
                    <a:pt x="36623" y="5489"/>
                  </a:lnTo>
                  <a:lnTo>
                    <a:pt x="36623" y="4110"/>
                  </a:lnTo>
                  <a:lnTo>
                    <a:pt x="37928" y="4110"/>
                  </a:lnTo>
                  <a:lnTo>
                    <a:pt x="37928" y="4020"/>
                  </a:lnTo>
                  <a:lnTo>
                    <a:pt x="36623" y="4020"/>
                  </a:lnTo>
                  <a:lnTo>
                    <a:pt x="36623" y="2656"/>
                  </a:lnTo>
                  <a:lnTo>
                    <a:pt x="37928" y="2656"/>
                  </a:lnTo>
                  <a:lnTo>
                    <a:pt x="37928" y="2550"/>
                  </a:lnTo>
                  <a:lnTo>
                    <a:pt x="36623" y="2550"/>
                  </a:lnTo>
                  <a:lnTo>
                    <a:pt x="36623" y="1186"/>
                  </a:lnTo>
                  <a:lnTo>
                    <a:pt x="37928" y="1186"/>
                  </a:lnTo>
                  <a:lnTo>
                    <a:pt x="37928" y="1096"/>
                  </a:lnTo>
                  <a:lnTo>
                    <a:pt x="36623" y="1096"/>
                  </a:lnTo>
                  <a:lnTo>
                    <a:pt x="36623" y="0"/>
                  </a:lnTo>
                  <a:lnTo>
                    <a:pt x="36533" y="0"/>
                  </a:lnTo>
                  <a:lnTo>
                    <a:pt x="36533" y="1096"/>
                  </a:lnTo>
                  <a:lnTo>
                    <a:pt x="35153" y="1096"/>
                  </a:lnTo>
                  <a:lnTo>
                    <a:pt x="35153" y="0"/>
                  </a:lnTo>
                  <a:lnTo>
                    <a:pt x="35063" y="0"/>
                  </a:lnTo>
                  <a:lnTo>
                    <a:pt x="35063" y="1096"/>
                  </a:lnTo>
                  <a:lnTo>
                    <a:pt x="33684" y="1096"/>
                  </a:lnTo>
                  <a:lnTo>
                    <a:pt x="33684" y="0"/>
                  </a:lnTo>
                  <a:lnTo>
                    <a:pt x="33594" y="0"/>
                  </a:lnTo>
                  <a:lnTo>
                    <a:pt x="33594" y="1096"/>
                  </a:lnTo>
                  <a:lnTo>
                    <a:pt x="32214" y="1096"/>
                  </a:lnTo>
                  <a:lnTo>
                    <a:pt x="32214" y="0"/>
                  </a:lnTo>
                  <a:lnTo>
                    <a:pt x="32124" y="0"/>
                  </a:lnTo>
                  <a:lnTo>
                    <a:pt x="32124" y="1096"/>
                  </a:lnTo>
                  <a:lnTo>
                    <a:pt x="30760" y="1096"/>
                  </a:lnTo>
                  <a:lnTo>
                    <a:pt x="30760" y="0"/>
                  </a:lnTo>
                  <a:lnTo>
                    <a:pt x="30670" y="0"/>
                  </a:lnTo>
                  <a:lnTo>
                    <a:pt x="30670" y="1096"/>
                  </a:lnTo>
                  <a:lnTo>
                    <a:pt x="29290" y="1096"/>
                  </a:lnTo>
                  <a:lnTo>
                    <a:pt x="29290" y="0"/>
                  </a:lnTo>
                  <a:lnTo>
                    <a:pt x="29200" y="0"/>
                  </a:lnTo>
                  <a:lnTo>
                    <a:pt x="29200" y="1096"/>
                  </a:lnTo>
                  <a:lnTo>
                    <a:pt x="27820" y="1096"/>
                  </a:lnTo>
                  <a:lnTo>
                    <a:pt x="27820" y="0"/>
                  </a:lnTo>
                  <a:lnTo>
                    <a:pt x="27730" y="0"/>
                  </a:lnTo>
                  <a:lnTo>
                    <a:pt x="27730" y="1096"/>
                  </a:lnTo>
                  <a:lnTo>
                    <a:pt x="26351" y="1096"/>
                  </a:lnTo>
                  <a:lnTo>
                    <a:pt x="26351" y="0"/>
                  </a:lnTo>
                  <a:lnTo>
                    <a:pt x="26261" y="0"/>
                  </a:lnTo>
                  <a:lnTo>
                    <a:pt x="26261" y="1096"/>
                  </a:lnTo>
                  <a:lnTo>
                    <a:pt x="24895" y="1096"/>
                  </a:lnTo>
                  <a:lnTo>
                    <a:pt x="24895" y="0"/>
                  </a:lnTo>
                  <a:lnTo>
                    <a:pt x="24791" y="0"/>
                  </a:lnTo>
                  <a:lnTo>
                    <a:pt x="24791" y="1096"/>
                  </a:lnTo>
                  <a:lnTo>
                    <a:pt x="23426" y="1096"/>
                  </a:lnTo>
                  <a:lnTo>
                    <a:pt x="23426" y="0"/>
                  </a:lnTo>
                  <a:lnTo>
                    <a:pt x="23336" y="0"/>
                  </a:lnTo>
                  <a:lnTo>
                    <a:pt x="23336" y="1096"/>
                  </a:lnTo>
                  <a:lnTo>
                    <a:pt x="21956" y="1096"/>
                  </a:lnTo>
                  <a:lnTo>
                    <a:pt x="21956" y="0"/>
                  </a:lnTo>
                  <a:lnTo>
                    <a:pt x="21866" y="0"/>
                  </a:lnTo>
                  <a:lnTo>
                    <a:pt x="21866" y="1096"/>
                  </a:lnTo>
                  <a:lnTo>
                    <a:pt x="20486" y="1096"/>
                  </a:lnTo>
                  <a:lnTo>
                    <a:pt x="20486" y="0"/>
                  </a:lnTo>
                  <a:lnTo>
                    <a:pt x="20396" y="0"/>
                  </a:lnTo>
                  <a:lnTo>
                    <a:pt x="20396" y="1096"/>
                  </a:lnTo>
                  <a:lnTo>
                    <a:pt x="19017" y="1096"/>
                  </a:lnTo>
                  <a:lnTo>
                    <a:pt x="19017" y="0"/>
                  </a:lnTo>
                  <a:lnTo>
                    <a:pt x="18927" y="0"/>
                  </a:lnTo>
                  <a:lnTo>
                    <a:pt x="18927" y="1096"/>
                  </a:lnTo>
                  <a:lnTo>
                    <a:pt x="17562" y="1096"/>
                  </a:lnTo>
                  <a:lnTo>
                    <a:pt x="17562" y="0"/>
                  </a:lnTo>
                  <a:lnTo>
                    <a:pt x="17472" y="0"/>
                  </a:lnTo>
                  <a:lnTo>
                    <a:pt x="17472" y="1096"/>
                  </a:lnTo>
                  <a:lnTo>
                    <a:pt x="16093" y="1096"/>
                  </a:lnTo>
                  <a:lnTo>
                    <a:pt x="16093" y="0"/>
                  </a:lnTo>
                  <a:lnTo>
                    <a:pt x="16003" y="0"/>
                  </a:lnTo>
                  <a:lnTo>
                    <a:pt x="16003" y="1096"/>
                  </a:lnTo>
                  <a:lnTo>
                    <a:pt x="14623" y="1096"/>
                  </a:lnTo>
                  <a:lnTo>
                    <a:pt x="14623" y="0"/>
                  </a:lnTo>
                  <a:lnTo>
                    <a:pt x="14533" y="0"/>
                  </a:lnTo>
                  <a:lnTo>
                    <a:pt x="14533" y="1096"/>
                  </a:lnTo>
                  <a:lnTo>
                    <a:pt x="13153" y="1096"/>
                  </a:lnTo>
                  <a:lnTo>
                    <a:pt x="13153" y="0"/>
                  </a:lnTo>
                  <a:lnTo>
                    <a:pt x="13063" y="0"/>
                  </a:lnTo>
                  <a:lnTo>
                    <a:pt x="13063" y="1096"/>
                  </a:lnTo>
                  <a:lnTo>
                    <a:pt x="11698" y="1096"/>
                  </a:lnTo>
                  <a:lnTo>
                    <a:pt x="11698" y="0"/>
                  </a:lnTo>
                  <a:lnTo>
                    <a:pt x="11594" y="0"/>
                  </a:lnTo>
                  <a:lnTo>
                    <a:pt x="11594" y="1096"/>
                  </a:lnTo>
                  <a:lnTo>
                    <a:pt x="10228" y="1096"/>
                  </a:lnTo>
                  <a:lnTo>
                    <a:pt x="10228" y="0"/>
                  </a:lnTo>
                  <a:lnTo>
                    <a:pt x="10138" y="0"/>
                  </a:lnTo>
                  <a:lnTo>
                    <a:pt x="10138" y="1096"/>
                  </a:lnTo>
                  <a:lnTo>
                    <a:pt x="8759" y="1096"/>
                  </a:lnTo>
                  <a:lnTo>
                    <a:pt x="8759" y="0"/>
                  </a:lnTo>
                  <a:lnTo>
                    <a:pt x="8669" y="0"/>
                  </a:lnTo>
                  <a:lnTo>
                    <a:pt x="8669" y="1096"/>
                  </a:lnTo>
                  <a:lnTo>
                    <a:pt x="7289" y="1096"/>
                  </a:lnTo>
                  <a:lnTo>
                    <a:pt x="7289" y="0"/>
                  </a:lnTo>
                  <a:lnTo>
                    <a:pt x="7199" y="0"/>
                  </a:lnTo>
                  <a:lnTo>
                    <a:pt x="7199" y="1096"/>
                  </a:lnTo>
                  <a:lnTo>
                    <a:pt x="5819" y="1096"/>
                  </a:lnTo>
                  <a:lnTo>
                    <a:pt x="5819" y="0"/>
                  </a:lnTo>
                  <a:lnTo>
                    <a:pt x="5729" y="0"/>
                  </a:lnTo>
                  <a:lnTo>
                    <a:pt x="5729" y="1096"/>
                  </a:lnTo>
                  <a:lnTo>
                    <a:pt x="4365" y="1096"/>
                  </a:lnTo>
                  <a:lnTo>
                    <a:pt x="4365" y="0"/>
                  </a:lnTo>
                  <a:lnTo>
                    <a:pt x="4275" y="0"/>
                  </a:lnTo>
                  <a:lnTo>
                    <a:pt x="4275" y="1096"/>
                  </a:lnTo>
                  <a:lnTo>
                    <a:pt x="2895" y="1096"/>
                  </a:lnTo>
                  <a:lnTo>
                    <a:pt x="2895" y="0"/>
                  </a:lnTo>
                  <a:lnTo>
                    <a:pt x="2805" y="0"/>
                  </a:lnTo>
                  <a:lnTo>
                    <a:pt x="2805" y="1096"/>
                  </a:lnTo>
                  <a:lnTo>
                    <a:pt x="1426" y="1096"/>
                  </a:lnTo>
                  <a:lnTo>
                    <a:pt x="1426" y="0"/>
                  </a:lnTo>
                  <a:close/>
                </a:path>
              </a:pathLst>
            </a:custGeom>
            <a:solidFill>
              <a:srgbClr val="CFD1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86" name="Google Shape;1086;p34"/>
          <p:cNvPicPr preferRelativeResize="0"/>
          <p:nvPr/>
        </p:nvPicPr>
        <p:blipFill rotWithShape="1">
          <a:blip r:embed="rId3">
            <a:alphaModFix/>
          </a:blip>
          <a:srcRect b="2420" l="24190" r="20919" t="0"/>
          <a:stretch/>
        </p:blipFill>
        <p:spPr>
          <a:xfrm>
            <a:off x="1300775" y="2464475"/>
            <a:ext cx="1257300" cy="1257300"/>
          </a:xfrm>
          <a:prstGeom prst="ellipse">
            <a:avLst/>
          </a:prstGeom>
          <a:noFill/>
          <a:ln>
            <a:noFill/>
          </a:ln>
        </p:spPr>
      </p:pic>
      <p:sp>
        <p:nvSpPr>
          <p:cNvPr id="1080" name="Google Shape;1080;p34"/>
          <p:cNvSpPr txBox="1"/>
          <p:nvPr/>
        </p:nvSpPr>
        <p:spPr>
          <a:xfrm>
            <a:off x="3355500" y="4003171"/>
            <a:ext cx="24330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Meet the team</a:t>
            </a:r>
            <a:endParaRPr sz="2400">
              <a:solidFill>
                <a:srgbClr val="9C786B"/>
              </a:solidFill>
              <a:latin typeface="Bellefair"/>
              <a:ea typeface="Bellefair"/>
              <a:cs typeface="Bellefair"/>
              <a:sym typeface="Bellefair"/>
            </a:endParaRPr>
          </a:p>
        </p:txBody>
      </p:sp>
      <p:pic>
        <p:nvPicPr>
          <p:cNvPr id="1087" name="Google Shape;1087;p34"/>
          <p:cNvPicPr preferRelativeResize="0"/>
          <p:nvPr/>
        </p:nvPicPr>
        <p:blipFill rotWithShape="1">
          <a:blip r:embed="rId4">
            <a:alphaModFix/>
          </a:blip>
          <a:srcRect b="9959" l="36947" r="12412" t="0"/>
          <a:stretch/>
        </p:blipFill>
        <p:spPr>
          <a:xfrm>
            <a:off x="6585925" y="2464558"/>
            <a:ext cx="1257300" cy="1257300"/>
          </a:xfrm>
          <a:prstGeom prst="ellipse">
            <a:avLst/>
          </a:prstGeom>
          <a:noFill/>
          <a:ln>
            <a:noFill/>
          </a:ln>
        </p:spPr>
      </p:pic>
      <p:pic>
        <p:nvPicPr>
          <p:cNvPr id="1081" name="Google Shape;1081;p34"/>
          <p:cNvPicPr preferRelativeResize="0"/>
          <p:nvPr/>
        </p:nvPicPr>
        <p:blipFill rotWithShape="1">
          <a:blip r:embed="rId5">
            <a:alphaModFix/>
          </a:blip>
          <a:srcRect b="9191" l="13929" r="13936" t="2516"/>
          <a:stretch/>
        </p:blipFill>
        <p:spPr>
          <a:xfrm>
            <a:off x="3943350" y="2464558"/>
            <a:ext cx="1257300" cy="1257300"/>
          </a:xfrm>
          <a:prstGeom prst="ellipse">
            <a:avLst/>
          </a:prstGeom>
          <a:noFill/>
          <a:ln>
            <a:noFill/>
          </a:ln>
        </p:spPr>
      </p:pic>
      <p:grpSp>
        <p:nvGrpSpPr>
          <p:cNvPr id="1088" name="Google Shape;1088;p34"/>
          <p:cNvGrpSpPr/>
          <p:nvPr/>
        </p:nvGrpSpPr>
        <p:grpSpPr>
          <a:xfrm>
            <a:off x="713225" y="1368300"/>
            <a:ext cx="2432400" cy="994202"/>
            <a:chOff x="713225" y="1368300"/>
            <a:chExt cx="2432400" cy="994202"/>
          </a:xfrm>
        </p:grpSpPr>
        <p:sp>
          <p:nvSpPr>
            <p:cNvPr id="1089" name="Google Shape;1089;p34"/>
            <p:cNvSpPr txBox="1"/>
            <p:nvPr/>
          </p:nvSpPr>
          <p:spPr>
            <a:xfrm>
              <a:off x="713225" y="1368300"/>
              <a:ext cx="2432400" cy="530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Helena James</a:t>
              </a:r>
              <a:endParaRPr sz="2400">
                <a:solidFill>
                  <a:srgbClr val="9C786B"/>
                </a:solidFill>
                <a:latin typeface="Bellefair"/>
                <a:ea typeface="Bellefair"/>
                <a:cs typeface="Bellefair"/>
                <a:sym typeface="Bellefair"/>
              </a:endParaRPr>
            </a:p>
          </p:txBody>
        </p:sp>
        <p:sp>
          <p:nvSpPr>
            <p:cNvPr id="1090" name="Google Shape;1090;p34"/>
            <p:cNvSpPr txBox="1"/>
            <p:nvPr/>
          </p:nvSpPr>
          <p:spPr>
            <a:xfrm>
              <a:off x="713225" y="1822502"/>
              <a:ext cx="24324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You can replace the image on the screen with your own</a:t>
              </a:r>
              <a:endParaRPr>
                <a:solidFill>
                  <a:srgbClr val="9C786B"/>
                </a:solidFill>
                <a:latin typeface="Bellota Text"/>
                <a:ea typeface="Bellota Text"/>
                <a:cs typeface="Bellota Text"/>
                <a:sym typeface="Bellota Text"/>
              </a:endParaRPr>
            </a:p>
          </p:txBody>
        </p:sp>
      </p:grpSp>
      <p:grpSp>
        <p:nvGrpSpPr>
          <p:cNvPr id="1091" name="Google Shape;1091;p34"/>
          <p:cNvGrpSpPr/>
          <p:nvPr/>
        </p:nvGrpSpPr>
        <p:grpSpPr>
          <a:xfrm>
            <a:off x="3355800" y="1368300"/>
            <a:ext cx="2432400" cy="994202"/>
            <a:chOff x="3355800" y="1368300"/>
            <a:chExt cx="2432400" cy="994202"/>
          </a:xfrm>
        </p:grpSpPr>
        <p:sp>
          <p:nvSpPr>
            <p:cNvPr id="1092" name="Google Shape;1092;p34"/>
            <p:cNvSpPr txBox="1"/>
            <p:nvPr/>
          </p:nvSpPr>
          <p:spPr>
            <a:xfrm>
              <a:off x="3355800" y="1822502"/>
              <a:ext cx="24324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You can replace the image on the screen with your own</a:t>
              </a:r>
              <a:endParaRPr>
                <a:solidFill>
                  <a:srgbClr val="9C786B"/>
                </a:solidFill>
                <a:latin typeface="Bellota Text"/>
                <a:ea typeface="Bellota Text"/>
                <a:cs typeface="Bellota Text"/>
                <a:sym typeface="Bellota Text"/>
              </a:endParaRPr>
            </a:p>
          </p:txBody>
        </p:sp>
        <p:sp>
          <p:nvSpPr>
            <p:cNvPr id="1093" name="Google Shape;1093;p34"/>
            <p:cNvSpPr txBox="1"/>
            <p:nvPr/>
          </p:nvSpPr>
          <p:spPr>
            <a:xfrm>
              <a:off x="3355800" y="1368300"/>
              <a:ext cx="2432400" cy="530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Sean Smith</a:t>
              </a:r>
              <a:endParaRPr sz="2400">
                <a:solidFill>
                  <a:srgbClr val="9C786B"/>
                </a:solidFill>
                <a:latin typeface="Bellefair"/>
                <a:ea typeface="Bellefair"/>
                <a:cs typeface="Bellefair"/>
                <a:sym typeface="Bellefair"/>
              </a:endParaRPr>
            </a:p>
          </p:txBody>
        </p:sp>
      </p:grpSp>
      <p:grpSp>
        <p:nvGrpSpPr>
          <p:cNvPr id="1094" name="Google Shape;1094;p34"/>
          <p:cNvGrpSpPr/>
          <p:nvPr/>
        </p:nvGrpSpPr>
        <p:grpSpPr>
          <a:xfrm>
            <a:off x="5998375" y="1368300"/>
            <a:ext cx="2432400" cy="994202"/>
            <a:chOff x="5998375" y="1368300"/>
            <a:chExt cx="2432400" cy="994202"/>
          </a:xfrm>
        </p:grpSpPr>
        <p:sp>
          <p:nvSpPr>
            <p:cNvPr id="1095" name="Google Shape;1095;p34"/>
            <p:cNvSpPr txBox="1"/>
            <p:nvPr/>
          </p:nvSpPr>
          <p:spPr>
            <a:xfrm>
              <a:off x="5998375" y="1822502"/>
              <a:ext cx="24324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You can replace the image on the screen with your own</a:t>
              </a:r>
              <a:endParaRPr>
                <a:solidFill>
                  <a:srgbClr val="9C786B"/>
                </a:solidFill>
                <a:latin typeface="Bellota Text"/>
                <a:ea typeface="Bellota Text"/>
                <a:cs typeface="Bellota Text"/>
                <a:sym typeface="Bellota Text"/>
              </a:endParaRPr>
            </a:p>
          </p:txBody>
        </p:sp>
        <p:sp>
          <p:nvSpPr>
            <p:cNvPr id="1096" name="Google Shape;1096;p34"/>
            <p:cNvSpPr txBox="1"/>
            <p:nvPr/>
          </p:nvSpPr>
          <p:spPr>
            <a:xfrm>
              <a:off x="5998375" y="1368300"/>
              <a:ext cx="2432400" cy="530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James Patterson</a:t>
              </a:r>
              <a:endParaRPr sz="2400">
                <a:solidFill>
                  <a:srgbClr val="9C786B"/>
                </a:solidFill>
                <a:latin typeface="Bellefair"/>
                <a:ea typeface="Bellefair"/>
                <a:cs typeface="Bellefair"/>
                <a:sym typeface="Bellefair"/>
              </a:endParaRPr>
            </a:p>
          </p:txBody>
        </p:sp>
      </p:grpSp>
      <p:cxnSp>
        <p:nvCxnSpPr>
          <p:cNvPr id="1097" name="Google Shape;1097;p34"/>
          <p:cNvCxnSpPr>
            <a:stCxn id="1080" idx="1"/>
            <a:endCxn id="1086" idx="4"/>
          </p:cNvCxnSpPr>
          <p:nvPr/>
        </p:nvCxnSpPr>
        <p:spPr>
          <a:xfrm rot="10800000">
            <a:off x="1929300" y="3721771"/>
            <a:ext cx="1426200" cy="540000"/>
          </a:xfrm>
          <a:prstGeom prst="bentConnector2">
            <a:avLst/>
          </a:prstGeom>
          <a:noFill/>
          <a:ln cap="flat" cmpd="sng" w="19050">
            <a:solidFill>
              <a:schemeClr val="dk1"/>
            </a:solidFill>
            <a:prstDash val="solid"/>
            <a:round/>
            <a:headEnd len="med" w="med" type="none"/>
            <a:tailEnd len="med" w="med" type="oval"/>
          </a:ln>
        </p:spPr>
      </p:cxnSp>
      <p:cxnSp>
        <p:nvCxnSpPr>
          <p:cNvPr id="1098" name="Google Shape;1098;p34"/>
          <p:cNvCxnSpPr>
            <a:stCxn id="1080" idx="3"/>
            <a:endCxn id="1087" idx="4"/>
          </p:cNvCxnSpPr>
          <p:nvPr/>
        </p:nvCxnSpPr>
        <p:spPr>
          <a:xfrm flipH="1" rot="10800000">
            <a:off x="5788500" y="3721771"/>
            <a:ext cx="1426200" cy="540000"/>
          </a:xfrm>
          <a:prstGeom prst="bentConnector2">
            <a:avLst/>
          </a:prstGeom>
          <a:noFill/>
          <a:ln cap="flat" cmpd="sng" w="19050">
            <a:solidFill>
              <a:schemeClr val="dk1"/>
            </a:solidFill>
            <a:prstDash val="solid"/>
            <a:round/>
            <a:headEnd len="med" w="med" type="none"/>
            <a:tailEnd len="med" w="med" type="oval"/>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grpSp>
        <p:nvGrpSpPr>
          <p:cNvPr id="1103" name="Google Shape;1103;p35"/>
          <p:cNvGrpSpPr/>
          <p:nvPr/>
        </p:nvGrpSpPr>
        <p:grpSpPr>
          <a:xfrm>
            <a:off x="3531125" y="1231699"/>
            <a:ext cx="4839649" cy="3403659"/>
            <a:chOff x="990529" y="1533002"/>
            <a:chExt cx="7078614" cy="3346106"/>
          </a:xfrm>
        </p:grpSpPr>
        <p:sp>
          <p:nvSpPr>
            <p:cNvPr id="1104" name="Google Shape;1104;p35"/>
            <p:cNvSpPr/>
            <p:nvPr/>
          </p:nvSpPr>
          <p:spPr>
            <a:xfrm rot="5400000">
              <a:off x="1156452" y="1367089"/>
              <a:ext cx="3346096" cy="3677943"/>
            </a:xfrm>
            <a:custGeom>
              <a:rect b="b" l="l" r="r" t="t"/>
              <a:pathLst>
                <a:path extrusionOk="0" h="37150" w="32484">
                  <a:moveTo>
                    <a:pt x="21100" y="1"/>
                  </a:moveTo>
                  <a:cubicBezTo>
                    <a:pt x="20816" y="1"/>
                    <a:pt x="20816" y="316"/>
                    <a:pt x="20516" y="316"/>
                  </a:cubicBezTo>
                  <a:cubicBezTo>
                    <a:pt x="20231" y="316"/>
                    <a:pt x="20231" y="106"/>
                    <a:pt x="19946" y="106"/>
                  </a:cubicBezTo>
                  <a:cubicBezTo>
                    <a:pt x="19661" y="106"/>
                    <a:pt x="19661" y="391"/>
                    <a:pt x="19361" y="391"/>
                  </a:cubicBezTo>
                  <a:cubicBezTo>
                    <a:pt x="19076" y="391"/>
                    <a:pt x="19076" y="721"/>
                    <a:pt x="18791" y="721"/>
                  </a:cubicBezTo>
                  <a:cubicBezTo>
                    <a:pt x="18506" y="721"/>
                    <a:pt x="18506" y="391"/>
                    <a:pt x="18221" y="391"/>
                  </a:cubicBezTo>
                  <a:cubicBezTo>
                    <a:pt x="17921" y="391"/>
                    <a:pt x="17921" y="166"/>
                    <a:pt x="17637" y="166"/>
                  </a:cubicBezTo>
                  <a:cubicBezTo>
                    <a:pt x="17351" y="166"/>
                    <a:pt x="17351" y="76"/>
                    <a:pt x="17067" y="76"/>
                  </a:cubicBezTo>
                  <a:cubicBezTo>
                    <a:pt x="16781" y="76"/>
                    <a:pt x="16781" y="196"/>
                    <a:pt x="16481" y="196"/>
                  </a:cubicBezTo>
                  <a:cubicBezTo>
                    <a:pt x="16197" y="196"/>
                    <a:pt x="16197" y="121"/>
                    <a:pt x="15911" y="121"/>
                  </a:cubicBezTo>
                  <a:cubicBezTo>
                    <a:pt x="15627" y="121"/>
                    <a:pt x="15627" y="541"/>
                    <a:pt x="15341" y="541"/>
                  </a:cubicBezTo>
                  <a:cubicBezTo>
                    <a:pt x="15042" y="541"/>
                    <a:pt x="15042" y="256"/>
                    <a:pt x="14757" y="256"/>
                  </a:cubicBezTo>
                  <a:cubicBezTo>
                    <a:pt x="14472" y="256"/>
                    <a:pt x="14472" y="241"/>
                    <a:pt x="14187" y="241"/>
                  </a:cubicBezTo>
                  <a:cubicBezTo>
                    <a:pt x="13902" y="241"/>
                    <a:pt x="13902" y="331"/>
                    <a:pt x="13602" y="331"/>
                  </a:cubicBezTo>
                  <a:cubicBezTo>
                    <a:pt x="13317" y="331"/>
                    <a:pt x="13317" y="436"/>
                    <a:pt x="13032" y="436"/>
                  </a:cubicBezTo>
                  <a:cubicBezTo>
                    <a:pt x="12748" y="436"/>
                    <a:pt x="12748" y="721"/>
                    <a:pt x="12462" y="721"/>
                  </a:cubicBezTo>
                  <a:cubicBezTo>
                    <a:pt x="12162" y="721"/>
                    <a:pt x="12162" y="241"/>
                    <a:pt x="11878" y="241"/>
                  </a:cubicBezTo>
                  <a:cubicBezTo>
                    <a:pt x="11592" y="241"/>
                    <a:pt x="11592" y="286"/>
                    <a:pt x="11308" y="286"/>
                  </a:cubicBezTo>
                  <a:cubicBezTo>
                    <a:pt x="11022" y="286"/>
                    <a:pt x="11022" y="421"/>
                    <a:pt x="10738" y="421"/>
                  </a:cubicBezTo>
                  <a:cubicBezTo>
                    <a:pt x="10438" y="421"/>
                    <a:pt x="10438" y="151"/>
                    <a:pt x="10152" y="151"/>
                  </a:cubicBezTo>
                  <a:cubicBezTo>
                    <a:pt x="9868" y="151"/>
                    <a:pt x="9868" y="496"/>
                    <a:pt x="9583" y="496"/>
                  </a:cubicBezTo>
                  <a:cubicBezTo>
                    <a:pt x="9298" y="496"/>
                    <a:pt x="9298" y="181"/>
                    <a:pt x="8998" y="181"/>
                  </a:cubicBezTo>
                  <a:cubicBezTo>
                    <a:pt x="8713" y="181"/>
                    <a:pt x="8713" y="526"/>
                    <a:pt x="8428" y="526"/>
                  </a:cubicBezTo>
                  <a:cubicBezTo>
                    <a:pt x="8143" y="526"/>
                    <a:pt x="8143" y="466"/>
                    <a:pt x="7859" y="466"/>
                  </a:cubicBezTo>
                  <a:cubicBezTo>
                    <a:pt x="7559" y="466"/>
                    <a:pt x="7559" y="331"/>
                    <a:pt x="7273" y="331"/>
                  </a:cubicBezTo>
                  <a:cubicBezTo>
                    <a:pt x="6989" y="331"/>
                    <a:pt x="6989" y="661"/>
                    <a:pt x="6703" y="661"/>
                  </a:cubicBezTo>
                  <a:cubicBezTo>
                    <a:pt x="6419" y="661"/>
                    <a:pt x="6419" y="391"/>
                    <a:pt x="6133" y="391"/>
                  </a:cubicBezTo>
                  <a:cubicBezTo>
                    <a:pt x="5833" y="391"/>
                    <a:pt x="5833" y="61"/>
                    <a:pt x="5549" y="61"/>
                  </a:cubicBezTo>
                  <a:cubicBezTo>
                    <a:pt x="5263" y="61"/>
                    <a:pt x="5263" y="451"/>
                    <a:pt x="4979" y="451"/>
                  </a:cubicBezTo>
                  <a:cubicBezTo>
                    <a:pt x="4694" y="451"/>
                    <a:pt x="4694" y="181"/>
                    <a:pt x="4394" y="181"/>
                  </a:cubicBezTo>
                  <a:cubicBezTo>
                    <a:pt x="4109" y="181"/>
                    <a:pt x="4109" y="556"/>
                    <a:pt x="3824" y="556"/>
                  </a:cubicBezTo>
                  <a:cubicBezTo>
                    <a:pt x="3539" y="556"/>
                    <a:pt x="3539" y="46"/>
                    <a:pt x="3254" y="46"/>
                  </a:cubicBezTo>
                  <a:cubicBezTo>
                    <a:pt x="2969" y="46"/>
                    <a:pt x="2969" y="31"/>
                    <a:pt x="2670" y="31"/>
                  </a:cubicBezTo>
                  <a:cubicBezTo>
                    <a:pt x="2384" y="31"/>
                    <a:pt x="2384" y="301"/>
                    <a:pt x="2100" y="301"/>
                  </a:cubicBezTo>
                  <a:cubicBezTo>
                    <a:pt x="1814" y="301"/>
                    <a:pt x="1814" y="121"/>
                    <a:pt x="1530" y="121"/>
                  </a:cubicBezTo>
                  <a:cubicBezTo>
                    <a:pt x="1244" y="121"/>
                    <a:pt x="1244" y="436"/>
                    <a:pt x="944" y="436"/>
                  </a:cubicBezTo>
                  <a:cubicBezTo>
                    <a:pt x="712" y="436"/>
                    <a:pt x="499" y="146"/>
                    <a:pt x="323" y="146"/>
                  </a:cubicBezTo>
                  <a:cubicBezTo>
                    <a:pt x="283" y="146"/>
                    <a:pt x="246" y="160"/>
                    <a:pt x="210" y="196"/>
                  </a:cubicBezTo>
                  <a:cubicBezTo>
                    <a:pt x="0" y="406"/>
                    <a:pt x="284" y="661"/>
                    <a:pt x="284" y="946"/>
                  </a:cubicBezTo>
                  <a:cubicBezTo>
                    <a:pt x="284" y="1231"/>
                    <a:pt x="164" y="1231"/>
                    <a:pt x="164" y="1530"/>
                  </a:cubicBezTo>
                  <a:cubicBezTo>
                    <a:pt x="164" y="1816"/>
                    <a:pt x="464" y="1816"/>
                    <a:pt x="464" y="2100"/>
                  </a:cubicBezTo>
                  <a:cubicBezTo>
                    <a:pt x="464" y="2400"/>
                    <a:pt x="180" y="2400"/>
                    <a:pt x="180" y="2686"/>
                  </a:cubicBezTo>
                  <a:cubicBezTo>
                    <a:pt x="180" y="2970"/>
                    <a:pt x="134" y="2970"/>
                    <a:pt x="134" y="3256"/>
                  </a:cubicBezTo>
                  <a:cubicBezTo>
                    <a:pt x="134" y="3556"/>
                    <a:pt x="30" y="3556"/>
                    <a:pt x="30" y="3840"/>
                  </a:cubicBezTo>
                  <a:cubicBezTo>
                    <a:pt x="30" y="4126"/>
                    <a:pt x="690" y="4126"/>
                    <a:pt x="690" y="4425"/>
                  </a:cubicBezTo>
                  <a:cubicBezTo>
                    <a:pt x="690" y="4710"/>
                    <a:pt x="614" y="4710"/>
                    <a:pt x="614" y="4995"/>
                  </a:cubicBezTo>
                  <a:cubicBezTo>
                    <a:pt x="614" y="5295"/>
                    <a:pt x="540" y="5295"/>
                    <a:pt x="540" y="5580"/>
                  </a:cubicBezTo>
                  <a:cubicBezTo>
                    <a:pt x="540" y="5865"/>
                    <a:pt x="570" y="5865"/>
                    <a:pt x="570" y="6150"/>
                  </a:cubicBezTo>
                  <a:cubicBezTo>
                    <a:pt x="570" y="6449"/>
                    <a:pt x="300" y="6449"/>
                    <a:pt x="300" y="6735"/>
                  </a:cubicBezTo>
                  <a:cubicBezTo>
                    <a:pt x="300" y="7019"/>
                    <a:pt x="44" y="7019"/>
                    <a:pt x="44" y="7319"/>
                  </a:cubicBezTo>
                  <a:cubicBezTo>
                    <a:pt x="44" y="7605"/>
                    <a:pt x="284" y="7605"/>
                    <a:pt x="284" y="7889"/>
                  </a:cubicBezTo>
                  <a:cubicBezTo>
                    <a:pt x="284" y="8175"/>
                    <a:pt x="194" y="8175"/>
                    <a:pt x="194" y="8475"/>
                  </a:cubicBezTo>
                  <a:cubicBezTo>
                    <a:pt x="194" y="8759"/>
                    <a:pt x="360" y="8759"/>
                    <a:pt x="360" y="9045"/>
                  </a:cubicBezTo>
                  <a:cubicBezTo>
                    <a:pt x="360" y="9329"/>
                    <a:pt x="554" y="9329"/>
                    <a:pt x="554" y="9629"/>
                  </a:cubicBezTo>
                  <a:cubicBezTo>
                    <a:pt x="554" y="9914"/>
                    <a:pt x="690" y="9914"/>
                    <a:pt x="690" y="10199"/>
                  </a:cubicBezTo>
                  <a:cubicBezTo>
                    <a:pt x="690" y="10499"/>
                    <a:pt x="450" y="10499"/>
                    <a:pt x="450" y="10784"/>
                  </a:cubicBezTo>
                  <a:cubicBezTo>
                    <a:pt x="450" y="11069"/>
                    <a:pt x="224" y="11069"/>
                    <a:pt x="224" y="11354"/>
                  </a:cubicBezTo>
                  <a:cubicBezTo>
                    <a:pt x="224" y="11654"/>
                    <a:pt x="704" y="11654"/>
                    <a:pt x="704" y="11938"/>
                  </a:cubicBezTo>
                  <a:cubicBezTo>
                    <a:pt x="704" y="12224"/>
                    <a:pt x="404" y="12224"/>
                    <a:pt x="404" y="12524"/>
                  </a:cubicBezTo>
                  <a:cubicBezTo>
                    <a:pt x="404" y="12808"/>
                    <a:pt x="314" y="12808"/>
                    <a:pt x="314" y="13094"/>
                  </a:cubicBezTo>
                  <a:cubicBezTo>
                    <a:pt x="314" y="13378"/>
                    <a:pt x="480" y="13378"/>
                    <a:pt x="480" y="13678"/>
                  </a:cubicBezTo>
                  <a:cubicBezTo>
                    <a:pt x="480" y="13964"/>
                    <a:pt x="390" y="13964"/>
                    <a:pt x="390" y="14248"/>
                  </a:cubicBezTo>
                  <a:cubicBezTo>
                    <a:pt x="390" y="14548"/>
                    <a:pt x="240" y="14548"/>
                    <a:pt x="240" y="14833"/>
                  </a:cubicBezTo>
                  <a:cubicBezTo>
                    <a:pt x="240" y="15118"/>
                    <a:pt x="44" y="15118"/>
                    <a:pt x="44" y="15403"/>
                  </a:cubicBezTo>
                  <a:cubicBezTo>
                    <a:pt x="44" y="15703"/>
                    <a:pt x="194" y="15703"/>
                    <a:pt x="194" y="15988"/>
                  </a:cubicBezTo>
                  <a:cubicBezTo>
                    <a:pt x="194" y="16273"/>
                    <a:pt x="450" y="16273"/>
                    <a:pt x="450" y="16573"/>
                  </a:cubicBezTo>
                  <a:cubicBezTo>
                    <a:pt x="450" y="16857"/>
                    <a:pt x="434" y="16857"/>
                    <a:pt x="434" y="17143"/>
                  </a:cubicBezTo>
                  <a:cubicBezTo>
                    <a:pt x="434" y="17427"/>
                    <a:pt x="734" y="17427"/>
                    <a:pt x="734" y="17727"/>
                  </a:cubicBezTo>
                  <a:cubicBezTo>
                    <a:pt x="734" y="18013"/>
                    <a:pt x="270" y="18013"/>
                    <a:pt x="270" y="18297"/>
                  </a:cubicBezTo>
                  <a:cubicBezTo>
                    <a:pt x="270" y="18583"/>
                    <a:pt x="134" y="18583"/>
                    <a:pt x="134" y="18883"/>
                  </a:cubicBezTo>
                  <a:cubicBezTo>
                    <a:pt x="134" y="19167"/>
                    <a:pt x="104" y="19167"/>
                    <a:pt x="104" y="19453"/>
                  </a:cubicBezTo>
                  <a:cubicBezTo>
                    <a:pt x="104" y="19752"/>
                    <a:pt x="390" y="19752"/>
                    <a:pt x="390" y="20037"/>
                  </a:cubicBezTo>
                  <a:cubicBezTo>
                    <a:pt x="390" y="20322"/>
                    <a:pt x="150" y="20322"/>
                    <a:pt x="150" y="20607"/>
                  </a:cubicBezTo>
                  <a:lnTo>
                    <a:pt x="150" y="21192"/>
                  </a:lnTo>
                  <a:cubicBezTo>
                    <a:pt x="150" y="21477"/>
                    <a:pt x="30" y="21477"/>
                    <a:pt x="30" y="21762"/>
                  </a:cubicBezTo>
                  <a:cubicBezTo>
                    <a:pt x="30" y="22062"/>
                    <a:pt x="690" y="22062"/>
                    <a:pt x="690" y="22346"/>
                  </a:cubicBezTo>
                  <a:cubicBezTo>
                    <a:pt x="690" y="22632"/>
                    <a:pt x="284" y="22632"/>
                    <a:pt x="284" y="22932"/>
                  </a:cubicBezTo>
                  <a:cubicBezTo>
                    <a:pt x="284" y="23216"/>
                    <a:pt x="450" y="23216"/>
                    <a:pt x="450" y="23502"/>
                  </a:cubicBezTo>
                  <a:cubicBezTo>
                    <a:pt x="450" y="23786"/>
                    <a:pt x="404" y="23786"/>
                    <a:pt x="404" y="24086"/>
                  </a:cubicBezTo>
                  <a:cubicBezTo>
                    <a:pt x="404" y="24372"/>
                    <a:pt x="30" y="24372"/>
                    <a:pt x="30" y="24656"/>
                  </a:cubicBezTo>
                  <a:cubicBezTo>
                    <a:pt x="30" y="24941"/>
                    <a:pt x="584" y="24941"/>
                    <a:pt x="584" y="25241"/>
                  </a:cubicBezTo>
                  <a:cubicBezTo>
                    <a:pt x="584" y="25526"/>
                    <a:pt x="704" y="25526"/>
                    <a:pt x="704" y="25811"/>
                  </a:cubicBezTo>
                  <a:cubicBezTo>
                    <a:pt x="704" y="26096"/>
                    <a:pt x="614" y="26096"/>
                    <a:pt x="614" y="26396"/>
                  </a:cubicBezTo>
                  <a:cubicBezTo>
                    <a:pt x="614" y="26681"/>
                    <a:pt x="630" y="26681"/>
                    <a:pt x="630" y="26965"/>
                  </a:cubicBezTo>
                  <a:cubicBezTo>
                    <a:pt x="630" y="27251"/>
                    <a:pt x="554" y="27251"/>
                    <a:pt x="554" y="27551"/>
                  </a:cubicBezTo>
                  <a:cubicBezTo>
                    <a:pt x="554" y="27835"/>
                    <a:pt x="300" y="27835"/>
                    <a:pt x="300" y="28121"/>
                  </a:cubicBezTo>
                  <a:cubicBezTo>
                    <a:pt x="300" y="28421"/>
                    <a:pt x="360" y="28421"/>
                    <a:pt x="360" y="28705"/>
                  </a:cubicBezTo>
                  <a:cubicBezTo>
                    <a:pt x="360" y="28991"/>
                    <a:pt x="630" y="28991"/>
                    <a:pt x="630" y="29275"/>
                  </a:cubicBezTo>
                  <a:cubicBezTo>
                    <a:pt x="630" y="29575"/>
                    <a:pt x="270" y="29575"/>
                    <a:pt x="270" y="29861"/>
                  </a:cubicBezTo>
                  <a:cubicBezTo>
                    <a:pt x="270" y="30145"/>
                    <a:pt x="194" y="30145"/>
                    <a:pt x="194" y="30430"/>
                  </a:cubicBezTo>
                  <a:cubicBezTo>
                    <a:pt x="194" y="30730"/>
                    <a:pt x="180" y="30730"/>
                    <a:pt x="180" y="31015"/>
                  </a:cubicBezTo>
                  <a:cubicBezTo>
                    <a:pt x="180" y="31300"/>
                    <a:pt x="360" y="31300"/>
                    <a:pt x="360" y="31585"/>
                  </a:cubicBezTo>
                  <a:cubicBezTo>
                    <a:pt x="360" y="31870"/>
                    <a:pt x="584" y="31870"/>
                    <a:pt x="584" y="32170"/>
                  </a:cubicBezTo>
                  <a:cubicBezTo>
                    <a:pt x="584" y="32454"/>
                    <a:pt x="704" y="32454"/>
                    <a:pt x="704" y="32740"/>
                  </a:cubicBezTo>
                  <a:cubicBezTo>
                    <a:pt x="704" y="33040"/>
                    <a:pt x="300" y="33040"/>
                    <a:pt x="300" y="33324"/>
                  </a:cubicBezTo>
                  <a:cubicBezTo>
                    <a:pt x="300" y="33610"/>
                    <a:pt x="554" y="33610"/>
                    <a:pt x="554" y="33894"/>
                  </a:cubicBezTo>
                  <a:cubicBezTo>
                    <a:pt x="554" y="34194"/>
                    <a:pt x="180" y="34194"/>
                    <a:pt x="180" y="34480"/>
                  </a:cubicBezTo>
                  <a:cubicBezTo>
                    <a:pt x="180" y="34764"/>
                    <a:pt x="690" y="34764"/>
                    <a:pt x="690" y="35050"/>
                  </a:cubicBezTo>
                  <a:cubicBezTo>
                    <a:pt x="690" y="35349"/>
                    <a:pt x="374" y="35349"/>
                    <a:pt x="374" y="35634"/>
                  </a:cubicBezTo>
                  <a:cubicBezTo>
                    <a:pt x="374" y="35919"/>
                    <a:pt x="284" y="35919"/>
                    <a:pt x="284" y="36204"/>
                  </a:cubicBezTo>
                  <a:cubicBezTo>
                    <a:pt x="284" y="36504"/>
                    <a:pt x="44" y="36699"/>
                    <a:pt x="254" y="36909"/>
                  </a:cubicBezTo>
                  <a:cubicBezTo>
                    <a:pt x="401" y="37056"/>
                    <a:pt x="540" y="37078"/>
                    <a:pt x="713" y="37078"/>
                  </a:cubicBezTo>
                  <a:cubicBezTo>
                    <a:pt x="788" y="37078"/>
                    <a:pt x="869" y="37074"/>
                    <a:pt x="960" y="37074"/>
                  </a:cubicBezTo>
                  <a:cubicBezTo>
                    <a:pt x="1244" y="37074"/>
                    <a:pt x="1244" y="36489"/>
                    <a:pt x="1530" y="36489"/>
                  </a:cubicBezTo>
                  <a:cubicBezTo>
                    <a:pt x="1814" y="36489"/>
                    <a:pt x="1814" y="36864"/>
                    <a:pt x="2114" y="36864"/>
                  </a:cubicBezTo>
                  <a:cubicBezTo>
                    <a:pt x="2400" y="36864"/>
                    <a:pt x="2400" y="36804"/>
                    <a:pt x="2684" y="36804"/>
                  </a:cubicBezTo>
                  <a:cubicBezTo>
                    <a:pt x="2969" y="36804"/>
                    <a:pt x="2969" y="36444"/>
                    <a:pt x="3254" y="36444"/>
                  </a:cubicBezTo>
                  <a:cubicBezTo>
                    <a:pt x="3554" y="36444"/>
                    <a:pt x="3554" y="36819"/>
                    <a:pt x="3839" y="36819"/>
                  </a:cubicBezTo>
                  <a:cubicBezTo>
                    <a:pt x="4124" y="36819"/>
                    <a:pt x="4124" y="36924"/>
                    <a:pt x="4409" y="36924"/>
                  </a:cubicBezTo>
                  <a:cubicBezTo>
                    <a:pt x="4709" y="36924"/>
                    <a:pt x="4709" y="36999"/>
                    <a:pt x="4993" y="36999"/>
                  </a:cubicBezTo>
                  <a:cubicBezTo>
                    <a:pt x="5279" y="36999"/>
                    <a:pt x="5279" y="36429"/>
                    <a:pt x="5563" y="36429"/>
                  </a:cubicBezTo>
                  <a:cubicBezTo>
                    <a:pt x="5849" y="36429"/>
                    <a:pt x="5849" y="36939"/>
                    <a:pt x="6149" y="36939"/>
                  </a:cubicBezTo>
                  <a:cubicBezTo>
                    <a:pt x="6433" y="36939"/>
                    <a:pt x="6433" y="36864"/>
                    <a:pt x="6719" y="36864"/>
                  </a:cubicBezTo>
                  <a:cubicBezTo>
                    <a:pt x="7003" y="36864"/>
                    <a:pt x="7003" y="37149"/>
                    <a:pt x="7289" y="37149"/>
                  </a:cubicBezTo>
                  <a:cubicBezTo>
                    <a:pt x="7589" y="37149"/>
                    <a:pt x="7589" y="36669"/>
                    <a:pt x="7873" y="36669"/>
                  </a:cubicBezTo>
                  <a:cubicBezTo>
                    <a:pt x="8158" y="36669"/>
                    <a:pt x="8158" y="36534"/>
                    <a:pt x="8443" y="36534"/>
                  </a:cubicBezTo>
                  <a:cubicBezTo>
                    <a:pt x="8728" y="36534"/>
                    <a:pt x="8728" y="36639"/>
                    <a:pt x="9028" y="36639"/>
                  </a:cubicBezTo>
                  <a:cubicBezTo>
                    <a:pt x="9313" y="36639"/>
                    <a:pt x="9313" y="36624"/>
                    <a:pt x="9598" y="36624"/>
                  </a:cubicBezTo>
                  <a:cubicBezTo>
                    <a:pt x="9883" y="36624"/>
                    <a:pt x="9883" y="36864"/>
                    <a:pt x="10168" y="36864"/>
                  </a:cubicBezTo>
                  <a:cubicBezTo>
                    <a:pt x="10468" y="36864"/>
                    <a:pt x="10468" y="36519"/>
                    <a:pt x="10752" y="36519"/>
                  </a:cubicBezTo>
                  <a:cubicBezTo>
                    <a:pt x="11038" y="36519"/>
                    <a:pt x="11038" y="36819"/>
                    <a:pt x="11322" y="36819"/>
                  </a:cubicBezTo>
                  <a:cubicBezTo>
                    <a:pt x="11622" y="36819"/>
                    <a:pt x="11622" y="36444"/>
                    <a:pt x="11908" y="36444"/>
                  </a:cubicBezTo>
                  <a:cubicBezTo>
                    <a:pt x="12192" y="36444"/>
                    <a:pt x="12192" y="37059"/>
                    <a:pt x="12478" y="37059"/>
                  </a:cubicBezTo>
                  <a:cubicBezTo>
                    <a:pt x="12762" y="37059"/>
                    <a:pt x="12762" y="36564"/>
                    <a:pt x="13062" y="36564"/>
                  </a:cubicBezTo>
                  <a:cubicBezTo>
                    <a:pt x="13347" y="36564"/>
                    <a:pt x="13347" y="36684"/>
                    <a:pt x="13632" y="36684"/>
                  </a:cubicBezTo>
                  <a:cubicBezTo>
                    <a:pt x="13917" y="36684"/>
                    <a:pt x="13917" y="36624"/>
                    <a:pt x="14202" y="36624"/>
                  </a:cubicBezTo>
                  <a:cubicBezTo>
                    <a:pt x="14502" y="36624"/>
                    <a:pt x="14502" y="36864"/>
                    <a:pt x="14787" y="36864"/>
                  </a:cubicBezTo>
                  <a:cubicBezTo>
                    <a:pt x="15072" y="36864"/>
                    <a:pt x="15072" y="36954"/>
                    <a:pt x="15357" y="36954"/>
                  </a:cubicBezTo>
                  <a:cubicBezTo>
                    <a:pt x="15641" y="36954"/>
                    <a:pt x="15641" y="37089"/>
                    <a:pt x="15941" y="37089"/>
                  </a:cubicBezTo>
                  <a:cubicBezTo>
                    <a:pt x="16227" y="37089"/>
                    <a:pt x="16227" y="36564"/>
                    <a:pt x="16511" y="36564"/>
                  </a:cubicBezTo>
                  <a:cubicBezTo>
                    <a:pt x="16797" y="36564"/>
                    <a:pt x="16797" y="37089"/>
                    <a:pt x="17081" y="37089"/>
                  </a:cubicBezTo>
                  <a:cubicBezTo>
                    <a:pt x="17381" y="37089"/>
                    <a:pt x="17381" y="36489"/>
                    <a:pt x="17667" y="36489"/>
                  </a:cubicBezTo>
                  <a:cubicBezTo>
                    <a:pt x="17951" y="36489"/>
                    <a:pt x="17951" y="36999"/>
                    <a:pt x="18237" y="36999"/>
                  </a:cubicBezTo>
                  <a:cubicBezTo>
                    <a:pt x="18521" y="36999"/>
                    <a:pt x="18521" y="36924"/>
                    <a:pt x="18821" y="36924"/>
                  </a:cubicBezTo>
                  <a:cubicBezTo>
                    <a:pt x="19106" y="36924"/>
                    <a:pt x="19106" y="36849"/>
                    <a:pt x="19391" y="36849"/>
                  </a:cubicBezTo>
                  <a:cubicBezTo>
                    <a:pt x="19676" y="36849"/>
                    <a:pt x="19676" y="36774"/>
                    <a:pt x="19961" y="36774"/>
                  </a:cubicBezTo>
                  <a:cubicBezTo>
                    <a:pt x="20261" y="36774"/>
                    <a:pt x="20261" y="36744"/>
                    <a:pt x="20546" y="36744"/>
                  </a:cubicBezTo>
                  <a:cubicBezTo>
                    <a:pt x="20830" y="36744"/>
                    <a:pt x="20830" y="37029"/>
                    <a:pt x="21116" y="37029"/>
                  </a:cubicBezTo>
                  <a:cubicBezTo>
                    <a:pt x="21400" y="37029"/>
                    <a:pt x="21400" y="36984"/>
                    <a:pt x="21700" y="36984"/>
                  </a:cubicBezTo>
                  <a:cubicBezTo>
                    <a:pt x="21986" y="36984"/>
                    <a:pt x="21986" y="36879"/>
                    <a:pt x="22270" y="36879"/>
                  </a:cubicBezTo>
                  <a:cubicBezTo>
                    <a:pt x="22556" y="36879"/>
                    <a:pt x="22556" y="36999"/>
                    <a:pt x="22840" y="36999"/>
                  </a:cubicBezTo>
                  <a:cubicBezTo>
                    <a:pt x="23126" y="36999"/>
                    <a:pt x="23126" y="36909"/>
                    <a:pt x="23425" y="36909"/>
                  </a:cubicBezTo>
                  <a:cubicBezTo>
                    <a:pt x="23710" y="36909"/>
                    <a:pt x="23710" y="36669"/>
                    <a:pt x="23995" y="36669"/>
                  </a:cubicBezTo>
                  <a:cubicBezTo>
                    <a:pt x="24280" y="36669"/>
                    <a:pt x="24280" y="37089"/>
                    <a:pt x="24565" y="37089"/>
                  </a:cubicBezTo>
                  <a:cubicBezTo>
                    <a:pt x="24865" y="37089"/>
                    <a:pt x="24865" y="36879"/>
                    <a:pt x="25150" y="36879"/>
                  </a:cubicBezTo>
                  <a:cubicBezTo>
                    <a:pt x="25435" y="36879"/>
                    <a:pt x="25435" y="36549"/>
                    <a:pt x="25719" y="36549"/>
                  </a:cubicBezTo>
                  <a:cubicBezTo>
                    <a:pt x="26005" y="36549"/>
                    <a:pt x="26005" y="36654"/>
                    <a:pt x="26289" y="36654"/>
                  </a:cubicBezTo>
                  <a:cubicBezTo>
                    <a:pt x="26589" y="36654"/>
                    <a:pt x="26589" y="36549"/>
                    <a:pt x="26875" y="36549"/>
                  </a:cubicBezTo>
                  <a:cubicBezTo>
                    <a:pt x="27159" y="36549"/>
                    <a:pt x="27159" y="37014"/>
                    <a:pt x="27445" y="37014"/>
                  </a:cubicBezTo>
                  <a:cubicBezTo>
                    <a:pt x="27729" y="37014"/>
                    <a:pt x="27729" y="36699"/>
                    <a:pt x="28029" y="36699"/>
                  </a:cubicBezTo>
                  <a:cubicBezTo>
                    <a:pt x="28315" y="36699"/>
                    <a:pt x="28315" y="36489"/>
                    <a:pt x="28599" y="36489"/>
                  </a:cubicBezTo>
                  <a:cubicBezTo>
                    <a:pt x="28884" y="36489"/>
                    <a:pt x="28884" y="36594"/>
                    <a:pt x="29169" y="36594"/>
                  </a:cubicBezTo>
                  <a:cubicBezTo>
                    <a:pt x="29469" y="36594"/>
                    <a:pt x="29469" y="36444"/>
                    <a:pt x="29754" y="36444"/>
                  </a:cubicBezTo>
                  <a:cubicBezTo>
                    <a:pt x="30039" y="36444"/>
                    <a:pt x="30039" y="36894"/>
                    <a:pt x="30324" y="36894"/>
                  </a:cubicBezTo>
                  <a:cubicBezTo>
                    <a:pt x="30608" y="36894"/>
                    <a:pt x="30608" y="37074"/>
                    <a:pt x="30894" y="37074"/>
                  </a:cubicBezTo>
                  <a:cubicBezTo>
                    <a:pt x="31178" y="37074"/>
                    <a:pt x="31178" y="36939"/>
                    <a:pt x="31478" y="36939"/>
                  </a:cubicBezTo>
                  <a:cubicBezTo>
                    <a:pt x="31764" y="36939"/>
                    <a:pt x="31598" y="36744"/>
                    <a:pt x="31794" y="36549"/>
                  </a:cubicBezTo>
                  <a:cubicBezTo>
                    <a:pt x="32004" y="36339"/>
                    <a:pt x="31688" y="36399"/>
                    <a:pt x="31704" y="36189"/>
                  </a:cubicBezTo>
                  <a:cubicBezTo>
                    <a:pt x="31718" y="35904"/>
                    <a:pt x="32274" y="35919"/>
                    <a:pt x="32274" y="35634"/>
                  </a:cubicBezTo>
                  <a:cubicBezTo>
                    <a:pt x="32274" y="35334"/>
                    <a:pt x="31748" y="35334"/>
                    <a:pt x="31748" y="35050"/>
                  </a:cubicBezTo>
                  <a:cubicBezTo>
                    <a:pt x="31748" y="34764"/>
                    <a:pt x="32048" y="34764"/>
                    <a:pt x="32048" y="34464"/>
                  </a:cubicBezTo>
                  <a:cubicBezTo>
                    <a:pt x="32048" y="34180"/>
                    <a:pt x="32394" y="34180"/>
                    <a:pt x="32394" y="33894"/>
                  </a:cubicBezTo>
                  <a:cubicBezTo>
                    <a:pt x="32394" y="33610"/>
                    <a:pt x="32288" y="33610"/>
                    <a:pt x="32288" y="33310"/>
                  </a:cubicBezTo>
                  <a:cubicBezTo>
                    <a:pt x="32288" y="33024"/>
                    <a:pt x="31838" y="33024"/>
                    <a:pt x="31838" y="32740"/>
                  </a:cubicBezTo>
                  <a:cubicBezTo>
                    <a:pt x="31838" y="32440"/>
                    <a:pt x="32108" y="32440"/>
                    <a:pt x="32108" y="32154"/>
                  </a:cubicBezTo>
                  <a:cubicBezTo>
                    <a:pt x="32108" y="31870"/>
                    <a:pt x="32018" y="31870"/>
                    <a:pt x="32018" y="31570"/>
                  </a:cubicBezTo>
                  <a:cubicBezTo>
                    <a:pt x="32018" y="31285"/>
                    <a:pt x="32378" y="31285"/>
                    <a:pt x="32378" y="31000"/>
                  </a:cubicBezTo>
                  <a:cubicBezTo>
                    <a:pt x="32378" y="30715"/>
                    <a:pt x="32168" y="30715"/>
                    <a:pt x="32168" y="30415"/>
                  </a:cubicBezTo>
                  <a:cubicBezTo>
                    <a:pt x="32168" y="30130"/>
                    <a:pt x="31958" y="30130"/>
                    <a:pt x="31958" y="29845"/>
                  </a:cubicBezTo>
                  <a:cubicBezTo>
                    <a:pt x="31958" y="29545"/>
                    <a:pt x="32018" y="29545"/>
                    <a:pt x="32018" y="29261"/>
                  </a:cubicBezTo>
                  <a:cubicBezTo>
                    <a:pt x="32018" y="28975"/>
                    <a:pt x="32288" y="28975"/>
                    <a:pt x="32288" y="28691"/>
                  </a:cubicBezTo>
                  <a:cubicBezTo>
                    <a:pt x="32288" y="28391"/>
                    <a:pt x="32138" y="28391"/>
                    <a:pt x="32138" y="28105"/>
                  </a:cubicBezTo>
                  <a:cubicBezTo>
                    <a:pt x="32138" y="27821"/>
                    <a:pt x="31898" y="27821"/>
                    <a:pt x="31898" y="27535"/>
                  </a:cubicBezTo>
                  <a:cubicBezTo>
                    <a:pt x="31898" y="27235"/>
                    <a:pt x="32004" y="27235"/>
                    <a:pt x="32004" y="26951"/>
                  </a:cubicBezTo>
                  <a:cubicBezTo>
                    <a:pt x="32004" y="26666"/>
                    <a:pt x="31838" y="26666"/>
                    <a:pt x="31838" y="26366"/>
                  </a:cubicBezTo>
                  <a:cubicBezTo>
                    <a:pt x="31838" y="26081"/>
                    <a:pt x="32378" y="26081"/>
                    <a:pt x="32378" y="25796"/>
                  </a:cubicBezTo>
                  <a:cubicBezTo>
                    <a:pt x="32378" y="25511"/>
                    <a:pt x="31688" y="25511"/>
                    <a:pt x="31688" y="25211"/>
                  </a:cubicBezTo>
                  <a:cubicBezTo>
                    <a:pt x="31688" y="24926"/>
                    <a:pt x="31838" y="24926"/>
                    <a:pt x="31838" y="24642"/>
                  </a:cubicBezTo>
                  <a:cubicBezTo>
                    <a:pt x="31838" y="24342"/>
                    <a:pt x="32198" y="24342"/>
                    <a:pt x="32198" y="24056"/>
                  </a:cubicBezTo>
                  <a:cubicBezTo>
                    <a:pt x="32198" y="23772"/>
                    <a:pt x="31778" y="23772"/>
                    <a:pt x="31778" y="23486"/>
                  </a:cubicBezTo>
                  <a:cubicBezTo>
                    <a:pt x="31778" y="23186"/>
                    <a:pt x="31988" y="23186"/>
                    <a:pt x="31988" y="22902"/>
                  </a:cubicBezTo>
                  <a:cubicBezTo>
                    <a:pt x="31988" y="22616"/>
                    <a:pt x="32304" y="22616"/>
                    <a:pt x="32304" y="22316"/>
                  </a:cubicBezTo>
                  <a:cubicBezTo>
                    <a:pt x="32304" y="22032"/>
                    <a:pt x="32184" y="22032"/>
                    <a:pt x="32184" y="21747"/>
                  </a:cubicBezTo>
                  <a:cubicBezTo>
                    <a:pt x="32184" y="21462"/>
                    <a:pt x="31748" y="21462"/>
                    <a:pt x="31748" y="21162"/>
                  </a:cubicBezTo>
                  <a:cubicBezTo>
                    <a:pt x="31748" y="20877"/>
                    <a:pt x="31884" y="20877"/>
                    <a:pt x="31884" y="20592"/>
                  </a:cubicBezTo>
                  <a:cubicBezTo>
                    <a:pt x="31884" y="20292"/>
                    <a:pt x="32244" y="20292"/>
                    <a:pt x="32244" y="20007"/>
                  </a:cubicBezTo>
                  <a:cubicBezTo>
                    <a:pt x="32244" y="19723"/>
                    <a:pt x="32018" y="19723"/>
                    <a:pt x="32018" y="19437"/>
                  </a:cubicBezTo>
                  <a:lnTo>
                    <a:pt x="32018" y="18853"/>
                  </a:lnTo>
                  <a:cubicBezTo>
                    <a:pt x="32018" y="18567"/>
                    <a:pt x="31808" y="18567"/>
                    <a:pt x="31808" y="18283"/>
                  </a:cubicBezTo>
                  <a:cubicBezTo>
                    <a:pt x="31808" y="17983"/>
                    <a:pt x="31914" y="17983"/>
                    <a:pt x="31914" y="17697"/>
                  </a:cubicBezTo>
                  <a:cubicBezTo>
                    <a:pt x="31914" y="17413"/>
                    <a:pt x="31734" y="17413"/>
                    <a:pt x="31734" y="17113"/>
                  </a:cubicBezTo>
                  <a:cubicBezTo>
                    <a:pt x="31734" y="16827"/>
                    <a:pt x="32228" y="16827"/>
                    <a:pt x="32228" y="16543"/>
                  </a:cubicBezTo>
                  <a:cubicBezTo>
                    <a:pt x="32228" y="16258"/>
                    <a:pt x="32214" y="16258"/>
                    <a:pt x="32214" y="15958"/>
                  </a:cubicBezTo>
                  <a:cubicBezTo>
                    <a:pt x="32214" y="15673"/>
                    <a:pt x="32394" y="15673"/>
                    <a:pt x="32394" y="15388"/>
                  </a:cubicBezTo>
                  <a:cubicBezTo>
                    <a:pt x="32394" y="15103"/>
                    <a:pt x="31808" y="15103"/>
                    <a:pt x="31808" y="14803"/>
                  </a:cubicBezTo>
                  <a:cubicBezTo>
                    <a:pt x="31808" y="14518"/>
                    <a:pt x="32168" y="14518"/>
                    <a:pt x="32168" y="14234"/>
                  </a:cubicBezTo>
                  <a:cubicBezTo>
                    <a:pt x="32168" y="13934"/>
                    <a:pt x="32318" y="13934"/>
                    <a:pt x="32318" y="13648"/>
                  </a:cubicBezTo>
                  <a:cubicBezTo>
                    <a:pt x="32318" y="13364"/>
                    <a:pt x="32034" y="13364"/>
                    <a:pt x="32034" y="13078"/>
                  </a:cubicBezTo>
                  <a:cubicBezTo>
                    <a:pt x="32034" y="12778"/>
                    <a:pt x="32318" y="12778"/>
                    <a:pt x="32318" y="12494"/>
                  </a:cubicBezTo>
                  <a:cubicBezTo>
                    <a:pt x="32318" y="12208"/>
                    <a:pt x="31988" y="12208"/>
                    <a:pt x="31988" y="11924"/>
                  </a:cubicBezTo>
                  <a:cubicBezTo>
                    <a:pt x="31988" y="11624"/>
                    <a:pt x="31794" y="11624"/>
                    <a:pt x="31794" y="11339"/>
                  </a:cubicBezTo>
                  <a:cubicBezTo>
                    <a:pt x="31794" y="11054"/>
                    <a:pt x="32364" y="11054"/>
                    <a:pt x="32364" y="10769"/>
                  </a:cubicBezTo>
                  <a:cubicBezTo>
                    <a:pt x="32364" y="10469"/>
                    <a:pt x="32348" y="10469"/>
                    <a:pt x="32348" y="10184"/>
                  </a:cubicBezTo>
                  <a:cubicBezTo>
                    <a:pt x="32348" y="9899"/>
                    <a:pt x="31868" y="9899"/>
                    <a:pt x="31868" y="9614"/>
                  </a:cubicBezTo>
                  <a:cubicBezTo>
                    <a:pt x="31868" y="9315"/>
                    <a:pt x="32154" y="9315"/>
                    <a:pt x="32154" y="9029"/>
                  </a:cubicBezTo>
                  <a:cubicBezTo>
                    <a:pt x="32154" y="8745"/>
                    <a:pt x="31974" y="8745"/>
                    <a:pt x="31974" y="8445"/>
                  </a:cubicBezTo>
                  <a:cubicBezTo>
                    <a:pt x="31974" y="8159"/>
                    <a:pt x="32348" y="8159"/>
                    <a:pt x="32348" y="7875"/>
                  </a:cubicBezTo>
                  <a:cubicBezTo>
                    <a:pt x="32348" y="7589"/>
                    <a:pt x="32168" y="7589"/>
                    <a:pt x="32168" y="7289"/>
                  </a:cubicBezTo>
                  <a:cubicBezTo>
                    <a:pt x="32168" y="7005"/>
                    <a:pt x="32198" y="7005"/>
                    <a:pt x="32198" y="6719"/>
                  </a:cubicBezTo>
                  <a:cubicBezTo>
                    <a:pt x="32198" y="6435"/>
                    <a:pt x="32334" y="6435"/>
                    <a:pt x="32334" y="6150"/>
                  </a:cubicBezTo>
                  <a:cubicBezTo>
                    <a:pt x="32334" y="5850"/>
                    <a:pt x="31794" y="5850"/>
                    <a:pt x="31794" y="5565"/>
                  </a:cubicBezTo>
                  <a:cubicBezTo>
                    <a:pt x="31794" y="5280"/>
                    <a:pt x="32228" y="5280"/>
                    <a:pt x="32228" y="4995"/>
                  </a:cubicBezTo>
                  <a:cubicBezTo>
                    <a:pt x="32228" y="4695"/>
                    <a:pt x="32394" y="4695"/>
                    <a:pt x="32394" y="4410"/>
                  </a:cubicBezTo>
                  <a:cubicBezTo>
                    <a:pt x="32394" y="4126"/>
                    <a:pt x="31778" y="4126"/>
                    <a:pt x="31778" y="3826"/>
                  </a:cubicBezTo>
                  <a:cubicBezTo>
                    <a:pt x="31778" y="3540"/>
                    <a:pt x="32154" y="3540"/>
                    <a:pt x="32154" y="3256"/>
                  </a:cubicBezTo>
                  <a:cubicBezTo>
                    <a:pt x="32154" y="2970"/>
                    <a:pt x="32048" y="2970"/>
                    <a:pt x="32048" y="2670"/>
                  </a:cubicBezTo>
                  <a:cubicBezTo>
                    <a:pt x="32048" y="2386"/>
                    <a:pt x="32258" y="2386"/>
                    <a:pt x="32258" y="2100"/>
                  </a:cubicBezTo>
                  <a:cubicBezTo>
                    <a:pt x="32258" y="1816"/>
                    <a:pt x="31944" y="1816"/>
                    <a:pt x="31944" y="1516"/>
                  </a:cubicBezTo>
                  <a:cubicBezTo>
                    <a:pt x="31944" y="1231"/>
                    <a:pt x="32334" y="1231"/>
                    <a:pt x="32334" y="946"/>
                  </a:cubicBezTo>
                  <a:cubicBezTo>
                    <a:pt x="32334" y="661"/>
                    <a:pt x="32484" y="331"/>
                    <a:pt x="32274" y="136"/>
                  </a:cubicBezTo>
                  <a:cubicBezTo>
                    <a:pt x="32211" y="69"/>
                    <a:pt x="32137" y="47"/>
                    <a:pt x="32055" y="47"/>
                  </a:cubicBezTo>
                  <a:cubicBezTo>
                    <a:pt x="31879" y="47"/>
                    <a:pt x="31668" y="151"/>
                    <a:pt x="31464" y="151"/>
                  </a:cubicBezTo>
                  <a:cubicBezTo>
                    <a:pt x="31178" y="151"/>
                    <a:pt x="31178" y="526"/>
                    <a:pt x="30894" y="526"/>
                  </a:cubicBezTo>
                  <a:cubicBezTo>
                    <a:pt x="30608" y="526"/>
                    <a:pt x="30608" y="676"/>
                    <a:pt x="30309" y="676"/>
                  </a:cubicBezTo>
                  <a:cubicBezTo>
                    <a:pt x="30024" y="676"/>
                    <a:pt x="30024" y="661"/>
                    <a:pt x="29739" y="661"/>
                  </a:cubicBezTo>
                  <a:cubicBezTo>
                    <a:pt x="29454" y="661"/>
                    <a:pt x="29454" y="466"/>
                    <a:pt x="29169" y="466"/>
                  </a:cubicBezTo>
                  <a:lnTo>
                    <a:pt x="28584" y="466"/>
                  </a:lnTo>
                  <a:cubicBezTo>
                    <a:pt x="28299" y="466"/>
                    <a:pt x="28299" y="541"/>
                    <a:pt x="28015" y="541"/>
                  </a:cubicBezTo>
                  <a:cubicBezTo>
                    <a:pt x="27729" y="541"/>
                    <a:pt x="27729" y="166"/>
                    <a:pt x="27429" y="166"/>
                  </a:cubicBezTo>
                  <a:cubicBezTo>
                    <a:pt x="27145" y="166"/>
                    <a:pt x="27145" y="601"/>
                    <a:pt x="26859" y="601"/>
                  </a:cubicBezTo>
                  <a:cubicBezTo>
                    <a:pt x="26575" y="601"/>
                    <a:pt x="26575" y="91"/>
                    <a:pt x="26275" y="91"/>
                  </a:cubicBezTo>
                  <a:cubicBezTo>
                    <a:pt x="25989" y="91"/>
                    <a:pt x="25989" y="631"/>
                    <a:pt x="25705" y="631"/>
                  </a:cubicBezTo>
                  <a:cubicBezTo>
                    <a:pt x="25420" y="631"/>
                    <a:pt x="25420" y="511"/>
                    <a:pt x="25135" y="511"/>
                  </a:cubicBezTo>
                  <a:cubicBezTo>
                    <a:pt x="24835" y="511"/>
                    <a:pt x="24835" y="676"/>
                    <a:pt x="24550" y="676"/>
                  </a:cubicBezTo>
                  <a:cubicBezTo>
                    <a:pt x="24265" y="676"/>
                    <a:pt x="24265" y="226"/>
                    <a:pt x="23980" y="226"/>
                  </a:cubicBezTo>
                  <a:cubicBezTo>
                    <a:pt x="23695" y="226"/>
                    <a:pt x="23695" y="61"/>
                    <a:pt x="23396" y="61"/>
                  </a:cubicBezTo>
                  <a:cubicBezTo>
                    <a:pt x="23110" y="61"/>
                    <a:pt x="23110" y="121"/>
                    <a:pt x="22826" y="121"/>
                  </a:cubicBezTo>
                  <a:cubicBezTo>
                    <a:pt x="22540" y="121"/>
                    <a:pt x="22540" y="151"/>
                    <a:pt x="22256" y="151"/>
                  </a:cubicBezTo>
                  <a:cubicBezTo>
                    <a:pt x="21956" y="151"/>
                    <a:pt x="21956" y="586"/>
                    <a:pt x="21670" y="586"/>
                  </a:cubicBezTo>
                  <a:cubicBezTo>
                    <a:pt x="21386" y="586"/>
                    <a:pt x="21386" y="1"/>
                    <a:pt x="211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5"/>
            <p:cNvSpPr/>
            <p:nvPr/>
          </p:nvSpPr>
          <p:spPr>
            <a:xfrm rot="5400000">
              <a:off x="4596039" y="1405993"/>
              <a:ext cx="3346096" cy="3600114"/>
            </a:xfrm>
            <a:custGeom>
              <a:rect b="b" l="l" r="r" t="t"/>
              <a:pathLst>
                <a:path extrusionOk="0" h="37150" w="32484">
                  <a:moveTo>
                    <a:pt x="21100" y="1"/>
                  </a:moveTo>
                  <a:cubicBezTo>
                    <a:pt x="20816" y="1"/>
                    <a:pt x="20816" y="316"/>
                    <a:pt x="20516" y="316"/>
                  </a:cubicBezTo>
                  <a:cubicBezTo>
                    <a:pt x="20231" y="316"/>
                    <a:pt x="20231" y="106"/>
                    <a:pt x="19946" y="106"/>
                  </a:cubicBezTo>
                  <a:cubicBezTo>
                    <a:pt x="19661" y="106"/>
                    <a:pt x="19661" y="391"/>
                    <a:pt x="19361" y="391"/>
                  </a:cubicBezTo>
                  <a:cubicBezTo>
                    <a:pt x="19076" y="391"/>
                    <a:pt x="19076" y="721"/>
                    <a:pt x="18791" y="721"/>
                  </a:cubicBezTo>
                  <a:cubicBezTo>
                    <a:pt x="18506" y="721"/>
                    <a:pt x="18506" y="391"/>
                    <a:pt x="18221" y="391"/>
                  </a:cubicBezTo>
                  <a:cubicBezTo>
                    <a:pt x="17921" y="391"/>
                    <a:pt x="17921" y="166"/>
                    <a:pt x="17637" y="166"/>
                  </a:cubicBezTo>
                  <a:cubicBezTo>
                    <a:pt x="17351" y="166"/>
                    <a:pt x="17351" y="76"/>
                    <a:pt x="17067" y="76"/>
                  </a:cubicBezTo>
                  <a:cubicBezTo>
                    <a:pt x="16781" y="76"/>
                    <a:pt x="16781" y="196"/>
                    <a:pt x="16481" y="196"/>
                  </a:cubicBezTo>
                  <a:cubicBezTo>
                    <a:pt x="16197" y="196"/>
                    <a:pt x="16197" y="121"/>
                    <a:pt x="15911" y="121"/>
                  </a:cubicBezTo>
                  <a:cubicBezTo>
                    <a:pt x="15627" y="121"/>
                    <a:pt x="15627" y="541"/>
                    <a:pt x="15341" y="541"/>
                  </a:cubicBezTo>
                  <a:cubicBezTo>
                    <a:pt x="15042" y="541"/>
                    <a:pt x="15042" y="256"/>
                    <a:pt x="14757" y="256"/>
                  </a:cubicBezTo>
                  <a:cubicBezTo>
                    <a:pt x="14472" y="256"/>
                    <a:pt x="14472" y="241"/>
                    <a:pt x="14187" y="241"/>
                  </a:cubicBezTo>
                  <a:cubicBezTo>
                    <a:pt x="13902" y="241"/>
                    <a:pt x="13902" y="331"/>
                    <a:pt x="13602" y="331"/>
                  </a:cubicBezTo>
                  <a:cubicBezTo>
                    <a:pt x="13317" y="331"/>
                    <a:pt x="13317" y="436"/>
                    <a:pt x="13032" y="436"/>
                  </a:cubicBezTo>
                  <a:cubicBezTo>
                    <a:pt x="12748" y="436"/>
                    <a:pt x="12748" y="721"/>
                    <a:pt x="12462" y="721"/>
                  </a:cubicBezTo>
                  <a:cubicBezTo>
                    <a:pt x="12162" y="721"/>
                    <a:pt x="12162" y="241"/>
                    <a:pt x="11878" y="241"/>
                  </a:cubicBezTo>
                  <a:cubicBezTo>
                    <a:pt x="11592" y="241"/>
                    <a:pt x="11592" y="286"/>
                    <a:pt x="11308" y="286"/>
                  </a:cubicBezTo>
                  <a:cubicBezTo>
                    <a:pt x="11022" y="286"/>
                    <a:pt x="11022" y="421"/>
                    <a:pt x="10738" y="421"/>
                  </a:cubicBezTo>
                  <a:cubicBezTo>
                    <a:pt x="10438" y="421"/>
                    <a:pt x="10438" y="151"/>
                    <a:pt x="10152" y="151"/>
                  </a:cubicBezTo>
                  <a:cubicBezTo>
                    <a:pt x="9868" y="151"/>
                    <a:pt x="9868" y="496"/>
                    <a:pt x="9583" y="496"/>
                  </a:cubicBezTo>
                  <a:cubicBezTo>
                    <a:pt x="9298" y="496"/>
                    <a:pt x="9298" y="181"/>
                    <a:pt x="8998" y="181"/>
                  </a:cubicBezTo>
                  <a:cubicBezTo>
                    <a:pt x="8713" y="181"/>
                    <a:pt x="8713" y="526"/>
                    <a:pt x="8428" y="526"/>
                  </a:cubicBezTo>
                  <a:cubicBezTo>
                    <a:pt x="8143" y="526"/>
                    <a:pt x="8143" y="466"/>
                    <a:pt x="7859" y="466"/>
                  </a:cubicBezTo>
                  <a:cubicBezTo>
                    <a:pt x="7559" y="466"/>
                    <a:pt x="7559" y="331"/>
                    <a:pt x="7273" y="331"/>
                  </a:cubicBezTo>
                  <a:cubicBezTo>
                    <a:pt x="6989" y="331"/>
                    <a:pt x="6989" y="661"/>
                    <a:pt x="6703" y="661"/>
                  </a:cubicBezTo>
                  <a:cubicBezTo>
                    <a:pt x="6419" y="661"/>
                    <a:pt x="6419" y="391"/>
                    <a:pt x="6133" y="391"/>
                  </a:cubicBezTo>
                  <a:cubicBezTo>
                    <a:pt x="5833" y="391"/>
                    <a:pt x="5833" y="61"/>
                    <a:pt x="5549" y="61"/>
                  </a:cubicBezTo>
                  <a:cubicBezTo>
                    <a:pt x="5263" y="61"/>
                    <a:pt x="5263" y="451"/>
                    <a:pt x="4979" y="451"/>
                  </a:cubicBezTo>
                  <a:cubicBezTo>
                    <a:pt x="4694" y="451"/>
                    <a:pt x="4694" y="181"/>
                    <a:pt x="4394" y="181"/>
                  </a:cubicBezTo>
                  <a:cubicBezTo>
                    <a:pt x="4109" y="181"/>
                    <a:pt x="4109" y="556"/>
                    <a:pt x="3824" y="556"/>
                  </a:cubicBezTo>
                  <a:cubicBezTo>
                    <a:pt x="3539" y="556"/>
                    <a:pt x="3539" y="46"/>
                    <a:pt x="3254" y="46"/>
                  </a:cubicBezTo>
                  <a:cubicBezTo>
                    <a:pt x="2969" y="46"/>
                    <a:pt x="2969" y="31"/>
                    <a:pt x="2670" y="31"/>
                  </a:cubicBezTo>
                  <a:cubicBezTo>
                    <a:pt x="2384" y="31"/>
                    <a:pt x="2384" y="301"/>
                    <a:pt x="2100" y="301"/>
                  </a:cubicBezTo>
                  <a:cubicBezTo>
                    <a:pt x="1814" y="301"/>
                    <a:pt x="1814" y="121"/>
                    <a:pt x="1530" y="121"/>
                  </a:cubicBezTo>
                  <a:cubicBezTo>
                    <a:pt x="1244" y="121"/>
                    <a:pt x="1244" y="436"/>
                    <a:pt x="944" y="436"/>
                  </a:cubicBezTo>
                  <a:cubicBezTo>
                    <a:pt x="712" y="436"/>
                    <a:pt x="499" y="146"/>
                    <a:pt x="323" y="146"/>
                  </a:cubicBezTo>
                  <a:cubicBezTo>
                    <a:pt x="283" y="146"/>
                    <a:pt x="246" y="160"/>
                    <a:pt x="210" y="196"/>
                  </a:cubicBezTo>
                  <a:cubicBezTo>
                    <a:pt x="0" y="406"/>
                    <a:pt x="284" y="661"/>
                    <a:pt x="284" y="946"/>
                  </a:cubicBezTo>
                  <a:cubicBezTo>
                    <a:pt x="284" y="1231"/>
                    <a:pt x="164" y="1231"/>
                    <a:pt x="164" y="1530"/>
                  </a:cubicBezTo>
                  <a:cubicBezTo>
                    <a:pt x="164" y="1816"/>
                    <a:pt x="464" y="1816"/>
                    <a:pt x="464" y="2100"/>
                  </a:cubicBezTo>
                  <a:cubicBezTo>
                    <a:pt x="464" y="2400"/>
                    <a:pt x="180" y="2400"/>
                    <a:pt x="180" y="2686"/>
                  </a:cubicBezTo>
                  <a:cubicBezTo>
                    <a:pt x="180" y="2970"/>
                    <a:pt x="134" y="2970"/>
                    <a:pt x="134" y="3256"/>
                  </a:cubicBezTo>
                  <a:cubicBezTo>
                    <a:pt x="134" y="3556"/>
                    <a:pt x="30" y="3556"/>
                    <a:pt x="30" y="3840"/>
                  </a:cubicBezTo>
                  <a:cubicBezTo>
                    <a:pt x="30" y="4126"/>
                    <a:pt x="690" y="4126"/>
                    <a:pt x="690" y="4425"/>
                  </a:cubicBezTo>
                  <a:cubicBezTo>
                    <a:pt x="690" y="4710"/>
                    <a:pt x="614" y="4710"/>
                    <a:pt x="614" y="4995"/>
                  </a:cubicBezTo>
                  <a:cubicBezTo>
                    <a:pt x="614" y="5295"/>
                    <a:pt x="540" y="5295"/>
                    <a:pt x="540" y="5580"/>
                  </a:cubicBezTo>
                  <a:cubicBezTo>
                    <a:pt x="540" y="5865"/>
                    <a:pt x="570" y="5865"/>
                    <a:pt x="570" y="6150"/>
                  </a:cubicBezTo>
                  <a:cubicBezTo>
                    <a:pt x="570" y="6449"/>
                    <a:pt x="300" y="6449"/>
                    <a:pt x="300" y="6735"/>
                  </a:cubicBezTo>
                  <a:cubicBezTo>
                    <a:pt x="300" y="7019"/>
                    <a:pt x="44" y="7019"/>
                    <a:pt x="44" y="7319"/>
                  </a:cubicBezTo>
                  <a:cubicBezTo>
                    <a:pt x="44" y="7605"/>
                    <a:pt x="284" y="7605"/>
                    <a:pt x="284" y="7889"/>
                  </a:cubicBezTo>
                  <a:cubicBezTo>
                    <a:pt x="284" y="8175"/>
                    <a:pt x="194" y="8175"/>
                    <a:pt x="194" y="8475"/>
                  </a:cubicBezTo>
                  <a:cubicBezTo>
                    <a:pt x="194" y="8759"/>
                    <a:pt x="360" y="8759"/>
                    <a:pt x="360" y="9045"/>
                  </a:cubicBezTo>
                  <a:cubicBezTo>
                    <a:pt x="360" y="9329"/>
                    <a:pt x="554" y="9329"/>
                    <a:pt x="554" y="9629"/>
                  </a:cubicBezTo>
                  <a:cubicBezTo>
                    <a:pt x="554" y="9914"/>
                    <a:pt x="690" y="9914"/>
                    <a:pt x="690" y="10199"/>
                  </a:cubicBezTo>
                  <a:cubicBezTo>
                    <a:pt x="690" y="10499"/>
                    <a:pt x="450" y="10499"/>
                    <a:pt x="450" y="10784"/>
                  </a:cubicBezTo>
                  <a:cubicBezTo>
                    <a:pt x="450" y="11069"/>
                    <a:pt x="224" y="11069"/>
                    <a:pt x="224" y="11354"/>
                  </a:cubicBezTo>
                  <a:cubicBezTo>
                    <a:pt x="224" y="11654"/>
                    <a:pt x="704" y="11654"/>
                    <a:pt x="704" y="11938"/>
                  </a:cubicBezTo>
                  <a:cubicBezTo>
                    <a:pt x="704" y="12224"/>
                    <a:pt x="404" y="12224"/>
                    <a:pt x="404" y="12524"/>
                  </a:cubicBezTo>
                  <a:cubicBezTo>
                    <a:pt x="404" y="12808"/>
                    <a:pt x="314" y="12808"/>
                    <a:pt x="314" y="13094"/>
                  </a:cubicBezTo>
                  <a:cubicBezTo>
                    <a:pt x="314" y="13378"/>
                    <a:pt x="480" y="13378"/>
                    <a:pt x="480" y="13678"/>
                  </a:cubicBezTo>
                  <a:cubicBezTo>
                    <a:pt x="480" y="13964"/>
                    <a:pt x="390" y="13964"/>
                    <a:pt x="390" y="14248"/>
                  </a:cubicBezTo>
                  <a:cubicBezTo>
                    <a:pt x="390" y="14548"/>
                    <a:pt x="240" y="14548"/>
                    <a:pt x="240" y="14833"/>
                  </a:cubicBezTo>
                  <a:cubicBezTo>
                    <a:pt x="240" y="15118"/>
                    <a:pt x="44" y="15118"/>
                    <a:pt x="44" y="15403"/>
                  </a:cubicBezTo>
                  <a:cubicBezTo>
                    <a:pt x="44" y="15703"/>
                    <a:pt x="194" y="15703"/>
                    <a:pt x="194" y="15988"/>
                  </a:cubicBezTo>
                  <a:cubicBezTo>
                    <a:pt x="194" y="16273"/>
                    <a:pt x="450" y="16273"/>
                    <a:pt x="450" y="16573"/>
                  </a:cubicBezTo>
                  <a:cubicBezTo>
                    <a:pt x="450" y="16857"/>
                    <a:pt x="434" y="16857"/>
                    <a:pt x="434" y="17143"/>
                  </a:cubicBezTo>
                  <a:cubicBezTo>
                    <a:pt x="434" y="17427"/>
                    <a:pt x="734" y="17427"/>
                    <a:pt x="734" y="17727"/>
                  </a:cubicBezTo>
                  <a:cubicBezTo>
                    <a:pt x="734" y="18013"/>
                    <a:pt x="270" y="18013"/>
                    <a:pt x="270" y="18297"/>
                  </a:cubicBezTo>
                  <a:cubicBezTo>
                    <a:pt x="270" y="18583"/>
                    <a:pt x="134" y="18583"/>
                    <a:pt x="134" y="18883"/>
                  </a:cubicBezTo>
                  <a:cubicBezTo>
                    <a:pt x="134" y="19167"/>
                    <a:pt x="104" y="19167"/>
                    <a:pt x="104" y="19453"/>
                  </a:cubicBezTo>
                  <a:cubicBezTo>
                    <a:pt x="104" y="19752"/>
                    <a:pt x="390" y="19752"/>
                    <a:pt x="390" y="20037"/>
                  </a:cubicBezTo>
                  <a:cubicBezTo>
                    <a:pt x="390" y="20322"/>
                    <a:pt x="150" y="20322"/>
                    <a:pt x="150" y="20607"/>
                  </a:cubicBezTo>
                  <a:lnTo>
                    <a:pt x="150" y="21192"/>
                  </a:lnTo>
                  <a:cubicBezTo>
                    <a:pt x="150" y="21477"/>
                    <a:pt x="30" y="21477"/>
                    <a:pt x="30" y="21762"/>
                  </a:cubicBezTo>
                  <a:cubicBezTo>
                    <a:pt x="30" y="22062"/>
                    <a:pt x="690" y="22062"/>
                    <a:pt x="690" y="22346"/>
                  </a:cubicBezTo>
                  <a:cubicBezTo>
                    <a:pt x="690" y="22632"/>
                    <a:pt x="284" y="22632"/>
                    <a:pt x="284" y="22932"/>
                  </a:cubicBezTo>
                  <a:cubicBezTo>
                    <a:pt x="284" y="23216"/>
                    <a:pt x="450" y="23216"/>
                    <a:pt x="450" y="23502"/>
                  </a:cubicBezTo>
                  <a:cubicBezTo>
                    <a:pt x="450" y="23786"/>
                    <a:pt x="404" y="23786"/>
                    <a:pt x="404" y="24086"/>
                  </a:cubicBezTo>
                  <a:cubicBezTo>
                    <a:pt x="404" y="24372"/>
                    <a:pt x="30" y="24372"/>
                    <a:pt x="30" y="24656"/>
                  </a:cubicBezTo>
                  <a:cubicBezTo>
                    <a:pt x="30" y="24941"/>
                    <a:pt x="584" y="24941"/>
                    <a:pt x="584" y="25241"/>
                  </a:cubicBezTo>
                  <a:cubicBezTo>
                    <a:pt x="584" y="25526"/>
                    <a:pt x="704" y="25526"/>
                    <a:pt x="704" y="25811"/>
                  </a:cubicBezTo>
                  <a:cubicBezTo>
                    <a:pt x="704" y="26096"/>
                    <a:pt x="614" y="26096"/>
                    <a:pt x="614" y="26396"/>
                  </a:cubicBezTo>
                  <a:cubicBezTo>
                    <a:pt x="614" y="26681"/>
                    <a:pt x="630" y="26681"/>
                    <a:pt x="630" y="26965"/>
                  </a:cubicBezTo>
                  <a:cubicBezTo>
                    <a:pt x="630" y="27251"/>
                    <a:pt x="554" y="27251"/>
                    <a:pt x="554" y="27551"/>
                  </a:cubicBezTo>
                  <a:cubicBezTo>
                    <a:pt x="554" y="27835"/>
                    <a:pt x="300" y="27835"/>
                    <a:pt x="300" y="28121"/>
                  </a:cubicBezTo>
                  <a:cubicBezTo>
                    <a:pt x="300" y="28421"/>
                    <a:pt x="360" y="28421"/>
                    <a:pt x="360" y="28705"/>
                  </a:cubicBezTo>
                  <a:cubicBezTo>
                    <a:pt x="360" y="28991"/>
                    <a:pt x="630" y="28991"/>
                    <a:pt x="630" y="29275"/>
                  </a:cubicBezTo>
                  <a:cubicBezTo>
                    <a:pt x="630" y="29575"/>
                    <a:pt x="270" y="29575"/>
                    <a:pt x="270" y="29861"/>
                  </a:cubicBezTo>
                  <a:cubicBezTo>
                    <a:pt x="270" y="30145"/>
                    <a:pt x="194" y="30145"/>
                    <a:pt x="194" y="30430"/>
                  </a:cubicBezTo>
                  <a:cubicBezTo>
                    <a:pt x="194" y="30730"/>
                    <a:pt x="180" y="30730"/>
                    <a:pt x="180" y="31015"/>
                  </a:cubicBezTo>
                  <a:cubicBezTo>
                    <a:pt x="180" y="31300"/>
                    <a:pt x="360" y="31300"/>
                    <a:pt x="360" y="31585"/>
                  </a:cubicBezTo>
                  <a:cubicBezTo>
                    <a:pt x="360" y="31870"/>
                    <a:pt x="584" y="31870"/>
                    <a:pt x="584" y="32170"/>
                  </a:cubicBezTo>
                  <a:cubicBezTo>
                    <a:pt x="584" y="32454"/>
                    <a:pt x="704" y="32454"/>
                    <a:pt x="704" y="32740"/>
                  </a:cubicBezTo>
                  <a:cubicBezTo>
                    <a:pt x="704" y="33040"/>
                    <a:pt x="300" y="33040"/>
                    <a:pt x="300" y="33324"/>
                  </a:cubicBezTo>
                  <a:cubicBezTo>
                    <a:pt x="300" y="33610"/>
                    <a:pt x="554" y="33610"/>
                    <a:pt x="554" y="33894"/>
                  </a:cubicBezTo>
                  <a:cubicBezTo>
                    <a:pt x="554" y="34194"/>
                    <a:pt x="180" y="34194"/>
                    <a:pt x="180" y="34480"/>
                  </a:cubicBezTo>
                  <a:cubicBezTo>
                    <a:pt x="180" y="34764"/>
                    <a:pt x="690" y="34764"/>
                    <a:pt x="690" y="35050"/>
                  </a:cubicBezTo>
                  <a:cubicBezTo>
                    <a:pt x="690" y="35349"/>
                    <a:pt x="374" y="35349"/>
                    <a:pt x="374" y="35634"/>
                  </a:cubicBezTo>
                  <a:cubicBezTo>
                    <a:pt x="374" y="35919"/>
                    <a:pt x="284" y="35919"/>
                    <a:pt x="284" y="36204"/>
                  </a:cubicBezTo>
                  <a:cubicBezTo>
                    <a:pt x="284" y="36504"/>
                    <a:pt x="44" y="36699"/>
                    <a:pt x="254" y="36909"/>
                  </a:cubicBezTo>
                  <a:cubicBezTo>
                    <a:pt x="401" y="37056"/>
                    <a:pt x="540" y="37078"/>
                    <a:pt x="713" y="37078"/>
                  </a:cubicBezTo>
                  <a:cubicBezTo>
                    <a:pt x="788" y="37078"/>
                    <a:pt x="869" y="37074"/>
                    <a:pt x="960" y="37074"/>
                  </a:cubicBezTo>
                  <a:cubicBezTo>
                    <a:pt x="1244" y="37074"/>
                    <a:pt x="1244" y="36489"/>
                    <a:pt x="1530" y="36489"/>
                  </a:cubicBezTo>
                  <a:cubicBezTo>
                    <a:pt x="1814" y="36489"/>
                    <a:pt x="1814" y="36864"/>
                    <a:pt x="2114" y="36864"/>
                  </a:cubicBezTo>
                  <a:cubicBezTo>
                    <a:pt x="2400" y="36864"/>
                    <a:pt x="2400" y="36804"/>
                    <a:pt x="2684" y="36804"/>
                  </a:cubicBezTo>
                  <a:cubicBezTo>
                    <a:pt x="2969" y="36804"/>
                    <a:pt x="2969" y="36444"/>
                    <a:pt x="3254" y="36444"/>
                  </a:cubicBezTo>
                  <a:cubicBezTo>
                    <a:pt x="3554" y="36444"/>
                    <a:pt x="3554" y="36819"/>
                    <a:pt x="3839" y="36819"/>
                  </a:cubicBezTo>
                  <a:cubicBezTo>
                    <a:pt x="4124" y="36819"/>
                    <a:pt x="4124" y="36924"/>
                    <a:pt x="4409" y="36924"/>
                  </a:cubicBezTo>
                  <a:cubicBezTo>
                    <a:pt x="4709" y="36924"/>
                    <a:pt x="4709" y="36999"/>
                    <a:pt x="4993" y="36999"/>
                  </a:cubicBezTo>
                  <a:cubicBezTo>
                    <a:pt x="5279" y="36999"/>
                    <a:pt x="5279" y="36429"/>
                    <a:pt x="5563" y="36429"/>
                  </a:cubicBezTo>
                  <a:cubicBezTo>
                    <a:pt x="5849" y="36429"/>
                    <a:pt x="5849" y="36939"/>
                    <a:pt x="6149" y="36939"/>
                  </a:cubicBezTo>
                  <a:cubicBezTo>
                    <a:pt x="6433" y="36939"/>
                    <a:pt x="6433" y="36864"/>
                    <a:pt x="6719" y="36864"/>
                  </a:cubicBezTo>
                  <a:cubicBezTo>
                    <a:pt x="7003" y="36864"/>
                    <a:pt x="7003" y="37149"/>
                    <a:pt x="7289" y="37149"/>
                  </a:cubicBezTo>
                  <a:cubicBezTo>
                    <a:pt x="7589" y="37149"/>
                    <a:pt x="7589" y="36669"/>
                    <a:pt x="7873" y="36669"/>
                  </a:cubicBezTo>
                  <a:cubicBezTo>
                    <a:pt x="8158" y="36669"/>
                    <a:pt x="8158" y="36534"/>
                    <a:pt x="8443" y="36534"/>
                  </a:cubicBezTo>
                  <a:cubicBezTo>
                    <a:pt x="8728" y="36534"/>
                    <a:pt x="8728" y="36639"/>
                    <a:pt x="9028" y="36639"/>
                  </a:cubicBezTo>
                  <a:cubicBezTo>
                    <a:pt x="9313" y="36639"/>
                    <a:pt x="9313" y="36624"/>
                    <a:pt x="9598" y="36624"/>
                  </a:cubicBezTo>
                  <a:cubicBezTo>
                    <a:pt x="9883" y="36624"/>
                    <a:pt x="9883" y="36864"/>
                    <a:pt x="10168" y="36864"/>
                  </a:cubicBezTo>
                  <a:cubicBezTo>
                    <a:pt x="10468" y="36864"/>
                    <a:pt x="10468" y="36519"/>
                    <a:pt x="10752" y="36519"/>
                  </a:cubicBezTo>
                  <a:cubicBezTo>
                    <a:pt x="11038" y="36519"/>
                    <a:pt x="11038" y="36819"/>
                    <a:pt x="11322" y="36819"/>
                  </a:cubicBezTo>
                  <a:cubicBezTo>
                    <a:pt x="11622" y="36819"/>
                    <a:pt x="11622" y="36444"/>
                    <a:pt x="11908" y="36444"/>
                  </a:cubicBezTo>
                  <a:cubicBezTo>
                    <a:pt x="12192" y="36444"/>
                    <a:pt x="12192" y="37059"/>
                    <a:pt x="12478" y="37059"/>
                  </a:cubicBezTo>
                  <a:cubicBezTo>
                    <a:pt x="12762" y="37059"/>
                    <a:pt x="12762" y="36564"/>
                    <a:pt x="13062" y="36564"/>
                  </a:cubicBezTo>
                  <a:cubicBezTo>
                    <a:pt x="13347" y="36564"/>
                    <a:pt x="13347" y="36684"/>
                    <a:pt x="13632" y="36684"/>
                  </a:cubicBezTo>
                  <a:cubicBezTo>
                    <a:pt x="13917" y="36684"/>
                    <a:pt x="13917" y="36624"/>
                    <a:pt x="14202" y="36624"/>
                  </a:cubicBezTo>
                  <a:cubicBezTo>
                    <a:pt x="14502" y="36624"/>
                    <a:pt x="14502" y="36864"/>
                    <a:pt x="14787" y="36864"/>
                  </a:cubicBezTo>
                  <a:cubicBezTo>
                    <a:pt x="15072" y="36864"/>
                    <a:pt x="15072" y="36954"/>
                    <a:pt x="15357" y="36954"/>
                  </a:cubicBezTo>
                  <a:cubicBezTo>
                    <a:pt x="15641" y="36954"/>
                    <a:pt x="15641" y="37089"/>
                    <a:pt x="15941" y="37089"/>
                  </a:cubicBezTo>
                  <a:cubicBezTo>
                    <a:pt x="16227" y="37089"/>
                    <a:pt x="16227" y="36564"/>
                    <a:pt x="16511" y="36564"/>
                  </a:cubicBezTo>
                  <a:cubicBezTo>
                    <a:pt x="16797" y="36564"/>
                    <a:pt x="16797" y="37089"/>
                    <a:pt x="17081" y="37089"/>
                  </a:cubicBezTo>
                  <a:cubicBezTo>
                    <a:pt x="17381" y="37089"/>
                    <a:pt x="17381" y="36489"/>
                    <a:pt x="17667" y="36489"/>
                  </a:cubicBezTo>
                  <a:cubicBezTo>
                    <a:pt x="17951" y="36489"/>
                    <a:pt x="17951" y="36999"/>
                    <a:pt x="18237" y="36999"/>
                  </a:cubicBezTo>
                  <a:cubicBezTo>
                    <a:pt x="18521" y="36999"/>
                    <a:pt x="18521" y="36924"/>
                    <a:pt x="18821" y="36924"/>
                  </a:cubicBezTo>
                  <a:cubicBezTo>
                    <a:pt x="19106" y="36924"/>
                    <a:pt x="19106" y="36849"/>
                    <a:pt x="19391" y="36849"/>
                  </a:cubicBezTo>
                  <a:cubicBezTo>
                    <a:pt x="19676" y="36849"/>
                    <a:pt x="19676" y="36774"/>
                    <a:pt x="19961" y="36774"/>
                  </a:cubicBezTo>
                  <a:cubicBezTo>
                    <a:pt x="20261" y="36774"/>
                    <a:pt x="20261" y="36744"/>
                    <a:pt x="20546" y="36744"/>
                  </a:cubicBezTo>
                  <a:cubicBezTo>
                    <a:pt x="20830" y="36744"/>
                    <a:pt x="20830" y="37029"/>
                    <a:pt x="21116" y="37029"/>
                  </a:cubicBezTo>
                  <a:cubicBezTo>
                    <a:pt x="21400" y="37029"/>
                    <a:pt x="21400" y="36984"/>
                    <a:pt x="21700" y="36984"/>
                  </a:cubicBezTo>
                  <a:cubicBezTo>
                    <a:pt x="21986" y="36984"/>
                    <a:pt x="21986" y="36879"/>
                    <a:pt x="22270" y="36879"/>
                  </a:cubicBezTo>
                  <a:cubicBezTo>
                    <a:pt x="22556" y="36879"/>
                    <a:pt x="22556" y="36999"/>
                    <a:pt x="22840" y="36999"/>
                  </a:cubicBezTo>
                  <a:cubicBezTo>
                    <a:pt x="23126" y="36999"/>
                    <a:pt x="23126" y="36909"/>
                    <a:pt x="23425" y="36909"/>
                  </a:cubicBezTo>
                  <a:cubicBezTo>
                    <a:pt x="23710" y="36909"/>
                    <a:pt x="23710" y="36669"/>
                    <a:pt x="23995" y="36669"/>
                  </a:cubicBezTo>
                  <a:cubicBezTo>
                    <a:pt x="24280" y="36669"/>
                    <a:pt x="24280" y="37089"/>
                    <a:pt x="24565" y="37089"/>
                  </a:cubicBezTo>
                  <a:cubicBezTo>
                    <a:pt x="24865" y="37089"/>
                    <a:pt x="24865" y="36879"/>
                    <a:pt x="25150" y="36879"/>
                  </a:cubicBezTo>
                  <a:cubicBezTo>
                    <a:pt x="25435" y="36879"/>
                    <a:pt x="25435" y="36549"/>
                    <a:pt x="25719" y="36549"/>
                  </a:cubicBezTo>
                  <a:cubicBezTo>
                    <a:pt x="26005" y="36549"/>
                    <a:pt x="26005" y="36654"/>
                    <a:pt x="26289" y="36654"/>
                  </a:cubicBezTo>
                  <a:cubicBezTo>
                    <a:pt x="26589" y="36654"/>
                    <a:pt x="26589" y="36549"/>
                    <a:pt x="26875" y="36549"/>
                  </a:cubicBezTo>
                  <a:cubicBezTo>
                    <a:pt x="27159" y="36549"/>
                    <a:pt x="27159" y="37014"/>
                    <a:pt x="27445" y="37014"/>
                  </a:cubicBezTo>
                  <a:cubicBezTo>
                    <a:pt x="27729" y="37014"/>
                    <a:pt x="27729" y="36699"/>
                    <a:pt x="28029" y="36699"/>
                  </a:cubicBezTo>
                  <a:cubicBezTo>
                    <a:pt x="28315" y="36699"/>
                    <a:pt x="28315" y="36489"/>
                    <a:pt x="28599" y="36489"/>
                  </a:cubicBezTo>
                  <a:cubicBezTo>
                    <a:pt x="28884" y="36489"/>
                    <a:pt x="28884" y="36594"/>
                    <a:pt x="29169" y="36594"/>
                  </a:cubicBezTo>
                  <a:cubicBezTo>
                    <a:pt x="29469" y="36594"/>
                    <a:pt x="29469" y="36444"/>
                    <a:pt x="29754" y="36444"/>
                  </a:cubicBezTo>
                  <a:cubicBezTo>
                    <a:pt x="30039" y="36444"/>
                    <a:pt x="30039" y="36894"/>
                    <a:pt x="30324" y="36894"/>
                  </a:cubicBezTo>
                  <a:cubicBezTo>
                    <a:pt x="30608" y="36894"/>
                    <a:pt x="30608" y="37074"/>
                    <a:pt x="30894" y="37074"/>
                  </a:cubicBezTo>
                  <a:cubicBezTo>
                    <a:pt x="31178" y="37074"/>
                    <a:pt x="31178" y="36939"/>
                    <a:pt x="31478" y="36939"/>
                  </a:cubicBezTo>
                  <a:cubicBezTo>
                    <a:pt x="31764" y="36939"/>
                    <a:pt x="31598" y="36744"/>
                    <a:pt x="31794" y="36549"/>
                  </a:cubicBezTo>
                  <a:cubicBezTo>
                    <a:pt x="32004" y="36339"/>
                    <a:pt x="31688" y="36399"/>
                    <a:pt x="31704" y="36189"/>
                  </a:cubicBezTo>
                  <a:cubicBezTo>
                    <a:pt x="31718" y="35904"/>
                    <a:pt x="32274" y="35919"/>
                    <a:pt x="32274" y="35634"/>
                  </a:cubicBezTo>
                  <a:cubicBezTo>
                    <a:pt x="32274" y="35334"/>
                    <a:pt x="31748" y="35334"/>
                    <a:pt x="31748" y="35050"/>
                  </a:cubicBezTo>
                  <a:cubicBezTo>
                    <a:pt x="31748" y="34764"/>
                    <a:pt x="32048" y="34764"/>
                    <a:pt x="32048" y="34464"/>
                  </a:cubicBezTo>
                  <a:cubicBezTo>
                    <a:pt x="32048" y="34180"/>
                    <a:pt x="32394" y="34180"/>
                    <a:pt x="32394" y="33894"/>
                  </a:cubicBezTo>
                  <a:cubicBezTo>
                    <a:pt x="32394" y="33610"/>
                    <a:pt x="32288" y="33610"/>
                    <a:pt x="32288" y="33310"/>
                  </a:cubicBezTo>
                  <a:cubicBezTo>
                    <a:pt x="32288" y="33024"/>
                    <a:pt x="31838" y="33024"/>
                    <a:pt x="31838" y="32740"/>
                  </a:cubicBezTo>
                  <a:cubicBezTo>
                    <a:pt x="31838" y="32440"/>
                    <a:pt x="32108" y="32440"/>
                    <a:pt x="32108" y="32154"/>
                  </a:cubicBezTo>
                  <a:cubicBezTo>
                    <a:pt x="32108" y="31870"/>
                    <a:pt x="32018" y="31870"/>
                    <a:pt x="32018" y="31570"/>
                  </a:cubicBezTo>
                  <a:cubicBezTo>
                    <a:pt x="32018" y="31285"/>
                    <a:pt x="32378" y="31285"/>
                    <a:pt x="32378" y="31000"/>
                  </a:cubicBezTo>
                  <a:cubicBezTo>
                    <a:pt x="32378" y="30715"/>
                    <a:pt x="32168" y="30715"/>
                    <a:pt x="32168" y="30415"/>
                  </a:cubicBezTo>
                  <a:cubicBezTo>
                    <a:pt x="32168" y="30130"/>
                    <a:pt x="31958" y="30130"/>
                    <a:pt x="31958" y="29845"/>
                  </a:cubicBezTo>
                  <a:cubicBezTo>
                    <a:pt x="31958" y="29545"/>
                    <a:pt x="32018" y="29545"/>
                    <a:pt x="32018" y="29261"/>
                  </a:cubicBezTo>
                  <a:cubicBezTo>
                    <a:pt x="32018" y="28975"/>
                    <a:pt x="32288" y="28975"/>
                    <a:pt x="32288" y="28691"/>
                  </a:cubicBezTo>
                  <a:cubicBezTo>
                    <a:pt x="32288" y="28391"/>
                    <a:pt x="32138" y="28391"/>
                    <a:pt x="32138" y="28105"/>
                  </a:cubicBezTo>
                  <a:cubicBezTo>
                    <a:pt x="32138" y="27821"/>
                    <a:pt x="31898" y="27821"/>
                    <a:pt x="31898" y="27535"/>
                  </a:cubicBezTo>
                  <a:cubicBezTo>
                    <a:pt x="31898" y="27235"/>
                    <a:pt x="32004" y="27235"/>
                    <a:pt x="32004" y="26951"/>
                  </a:cubicBezTo>
                  <a:cubicBezTo>
                    <a:pt x="32004" y="26666"/>
                    <a:pt x="31838" y="26666"/>
                    <a:pt x="31838" y="26366"/>
                  </a:cubicBezTo>
                  <a:cubicBezTo>
                    <a:pt x="31838" y="26081"/>
                    <a:pt x="32378" y="26081"/>
                    <a:pt x="32378" y="25796"/>
                  </a:cubicBezTo>
                  <a:cubicBezTo>
                    <a:pt x="32378" y="25511"/>
                    <a:pt x="31688" y="25511"/>
                    <a:pt x="31688" y="25211"/>
                  </a:cubicBezTo>
                  <a:cubicBezTo>
                    <a:pt x="31688" y="24926"/>
                    <a:pt x="31838" y="24926"/>
                    <a:pt x="31838" y="24642"/>
                  </a:cubicBezTo>
                  <a:cubicBezTo>
                    <a:pt x="31838" y="24342"/>
                    <a:pt x="32198" y="24342"/>
                    <a:pt x="32198" y="24056"/>
                  </a:cubicBezTo>
                  <a:cubicBezTo>
                    <a:pt x="32198" y="23772"/>
                    <a:pt x="31778" y="23772"/>
                    <a:pt x="31778" y="23486"/>
                  </a:cubicBezTo>
                  <a:cubicBezTo>
                    <a:pt x="31778" y="23186"/>
                    <a:pt x="31988" y="23186"/>
                    <a:pt x="31988" y="22902"/>
                  </a:cubicBezTo>
                  <a:cubicBezTo>
                    <a:pt x="31988" y="22616"/>
                    <a:pt x="32304" y="22616"/>
                    <a:pt x="32304" y="22316"/>
                  </a:cubicBezTo>
                  <a:cubicBezTo>
                    <a:pt x="32304" y="22032"/>
                    <a:pt x="32184" y="22032"/>
                    <a:pt x="32184" y="21747"/>
                  </a:cubicBezTo>
                  <a:cubicBezTo>
                    <a:pt x="32184" y="21462"/>
                    <a:pt x="31748" y="21462"/>
                    <a:pt x="31748" y="21162"/>
                  </a:cubicBezTo>
                  <a:cubicBezTo>
                    <a:pt x="31748" y="20877"/>
                    <a:pt x="31884" y="20877"/>
                    <a:pt x="31884" y="20592"/>
                  </a:cubicBezTo>
                  <a:cubicBezTo>
                    <a:pt x="31884" y="20292"/>
                    <a:pt x="32244" y="20292"/>
                    <a:pt x="32244" y="20007"/>
                  </a:cubicBezTo>
                  <a:cubicBezTo>
                    <a:pt x="32244" y="19723"/>
                    <a:pt x="32018" y="19723"/>
                    <a:pt x="32018" y="19437"/>
                  </a:cubicBezTo>
                  <a:lnTo>
                    <a:pt x="32018" y="18853"/>
                  </a:lnTo>
                  <a:cubicBezTo>
                    <a:pt x="32018" y="18567"/>
                    <a:pt x="31808" y="18567"/>
                    <a:pt x="31808" y="18283"/>
                  </a:cubicBezTo>
                  <a:cubicBezTo>
                    <a:pt x="31808" y="17983"/>
                    <a:pt x="31914" y="17983"/>
                    <a:pt x="31914" y="17697"/>
                  </a:cubicBezTo>
                  <a:cubicBezTo>
                    <a:pt x="31914" y="17413"/>
                    <a:pt x="31734" y="17413"/>
                    <a:pt x="31734" y="17113"/>
                  </a:cubicBezTo>
                  <a:cubicBezTo>
                    <a:pt x="31734" y="16827"/>
                    <a:pt x="32228" y="16827"/>
                    <a:pt x="32228" y="16543"/>
                  </a:cubicBezTo>
                  <a:cubicBezTo>
                    <a:pt x="32228" y="16258"/>
                    <a:pt x="32214" y="16258"/>
                    <a:pt x="32214" y="15958"/>
                  </a:cubicBezTo>
                  <a:cubicBezTo>
                    <a:pt x="32214" y="15673"/>
                    <a:pt x="32394" y="15673"/>
                    <a:pt x="32394" y="15388"/>
                  </a:cubicBezTo>
                  <a:cubicBezTo>
                    <a:pt x="32394" y="15103"/>
                    <a:pt x="31808" y="15103"/>
                    <a:pt x="31808" y="14803"/>
                  </a:cubicBezTo>
                  <a:cubicBezTo>
                    <a:pt x="31808" y="14518"/>
                    <a:pt x="32168" y="14518"/>
                    <a:pt x="32168" y="14234"/>
                  </a:cubicBezTo>
                  <a:cubicBezTo>
                    <a:pt x="32168" y="13934"/>
                    <a:pt x="32318" y="13934"/>
                    <a:pt x="32318" y="13648"/>
                  </a:cubicBezTo>
                  <a:cubicBezTo>
                    <a:pt x="32318" y="13364"/>
                    <a:pt x="32034" y="13364"/>
                    <a:pt x="32034" y="13078"/>
                  </a:cubicBezTo>
                  <a:cubicBezTo>
                    <a:pt x="32034" y="12778"/>
                    <a:pt x="32318" y="12778"/>
                    <a:pt x="32318" y="12494"/>
                  </a:cubicBezTo>
                  <a:cubicBezTo>
                    <a:pt x="32318" y="12208"/>
                    <a:pt x="31988" y="12208"/>
                    <a:pt x="31988" y="11924"/>
                  </a:cubicBezTo>
                  <a:cubicBezTo>
                    <a:pt x="31988" y="11624"/>
                    <a:pt x="31794" y="11624"/>
                    <a:pt x="31794" y="11339"/>
                  </a:cubicBezTo>
                  <a:cubicBezTo>
                    <a:pt x="31794" y="11054"/>
                    <a:pt x="32364" y="11054"/>
                    <a:pt x="32364" y="10769"/>
                  </a:cubicBezTo>
                  <a:cubicBezTo>
                    <a:pt x="32364" y="10469"/>
                    <a:pt x="32348" y="10469"/>
                    <a:pt x="32348" y="10184"/>
                  </a:cubicBezTo>
                  <a:cubicBezTo>
                    <a:pt x="32348" y="9899"/>
                    <a:pt x="31868" y="9899"/>
                    <a:pt x="31868" y="9614"/>
                  </a:cubicBezTo>
                  <a:cubicBezTo>
                    <a:pt x="31868" y="9315"/>
                    <a:pt x="32154" y="9315"/>
                    <a:pt x="32154" y="9029"/>
                  </a:cubicBezTo>
                  <a:cubicBezTo>
                    <a:pt x="32154" y="8745"/>
                    <a:pt x="31974" y="8745"/>
                    <a:pt x="31974" y="8445"/>
                  </a:cubicBezTo>
                  <a:cubicBezTo>
                    <a:pt x="31974" y="8159"/>
                    <a:pt x="32348" y="8159"/>
                    <a:pt x="32348" y="7875"/>
                  </a:cubicBezTo>
                  <a:cubicBezTo>
                    <a:pt x="32348" y="7589"/>
                    <a:pt x="32168" y="7589"/>
                    <a:pt x="32168" y="7289"/>
                  </a:cubicBezTo>
                  <a:cubicBezTo>
                    <a:pt x="32168" y="7005"/>
                    <a:pt x="32198" y="7005"/>
                    <a:pt x="32198" y="6719"/>
                  </a:cubicBezTo>
                  <a:cubicBezTo>
                    <a:pt x="32198" y="6435"/>
                    <a:pt x="32334" y="6435"/>
                    <a:pt x="32334" y="6150"/>
                  </a:cubicBezTo>
                  <a:cubicBezTo>
                    <a:pt x="32334" y="5850"/>
                    <a:pt x="31794" y="5850"/>
                    <a:pt x="31794" y="5565"/>
                  </a:cubicBezTo>
                  <a:cubicBezTo>
                    <a:pt x="31794" y="5280"/>
                    <a:pt x="32228" y="5280"/>
                    <a:pt x="32228" y="4995"/>
                  </a:cubicBezTo>
                  <a:cubicBezTo>
                    <a:pt x="32228" y="4695"/>
                    <a:pt x="32394" y="4695"/>
                    <a:pt x="32394" y="4410"/>
                  </a:cubicBezTo>
                  <a:cubicBezTo>
                    <a:pt x="32394" y="4126"/>
                    <a:pt x="31778" y="4126"/>
                    <a:pt x="31778" y="3826"/>
                  </a:cubicBezTo>
                  <a:cubicBezTo>
                    <a:pt x="31778" y="3540"/>
                    <a:pt x="32154" y="3540"/>
                    <a:pt x="32154" y="3256"/>
                  </a:cubicBezTo>
                  <a:cubicBezTo>
                    <a:pt x="32154" y="2970"/>
                    <a:pt x="32048" y="2970"/>
                    <a:pt x="32048" y="2670"/>
                  </a:cubicBezTo>
                  <a:cubicBezTo>
                    <a:pt x="32048" y="2386"/>
                    <a:pt x="32258" y="2386"/>
                    <a:pt x="32258" y="2100"/>
                  </a:cubicBezTo>
                  <a:cubicBezTo>
                    <a:pt x="32258" y="1816"/>
                    <a:pt x="31944" y="1816"/>
                    <a:pt x="31944" y="1516"/>
                  </a:cubicBezTo>
                  <a:cubicBezTo>
                    <a:pt x="31944" y="1231"/>
                    <a:pt x="32334" y="1231"/>
                    <a:pt x="32334" y="946"/>
                  </a:cubicBezTo>
                  <a:cubicBezTo>
                    <a:pt x="32334" y="661"/>
                    <a:pt x="32484" y="331"/>
                    <a:pt x="32274" y="136"/>
                  </a:cubicBezTo>
                  <a:cubicBezTo>
                    <a:pt x="32211" y="69"/>
                    <a:pt x="32137" y="47"/>
                    <a:pt x="32055" y="47"/>
                  </a:cubicBezTo>
                  <a:cubicBezTo>
                    <a:pt x="31879" y="47"/>
                    <a:pt x="31668" y="151"/>
                    <a:pt x="31464" y="151"/>
                  </a:cubicBezTo>
                  <a:cubicBezTo>
                    <a:pt x="31178" y="151"/>
                    <a:pt x="31178" y="526"/>
                    <a:pt x="30894" y="526"/>
                  </a:cubicBezTo>
                  <a:cubicBezTo>
                    <a:pt x="30608" y="526"/>
                    <a:pt x="30608" y="676"/>
                    <a:pt x="30309" y="676"/>
                  </a:cubicBezTo>
                  <a:cubicBezTo>
                    <a:pt x="30024" y="676"/>
                    <a:pt x="30024" y="661"/>
                    <a:pt x="29739" y="661"/>
                  </a:cubicBezTo>
                  <a:cubicBezTo>
                    <a:pt x="29454" y="661"/>
                    <a:pt x="29454" y="466"/>
                    <a:pt x="29169" y="466"/>
                  </a:cubicBezTo>
                  <a:lnTo>
                    <a:pt x="28584" y="466"/>
                  </a:lnTo>
                  <a:cubicBezTo>
                    <a:pt x="28299" y="466"/>
                    <a:pt x="28299" y="541"/>
                    <a:pt x="28015" y="541"/>
                  </a:cubicBezTo>
                  <a:cubicBezTo>
                    <a:pt x="27729" y="541"/>
                    <a:pt x="27729" y="166"/>
                    <a:pt x="27429" y="166"/>
                  </a:cubicBezTo>
                  <a:cubicBezTo>
                    <a:pt x="27145" y="166"/>
                    <a:pt x="27145" y="601"/>
                    <a:pt x="26859" y="601"/>
                  </a:cubicBezTo>
                  <a:cubicBezTo>
                    <a:pt x="26575" y="601"/>
                    <a:pt x="26575" y="91"/>
                    <a:pt x="26275" y="91"/>
                  </a:cubicBezTo>
                  <a:cubicBezTo>
                    <a:pt x="25989" y="91"/>
                    <a:pt x="25989" y="631"/>
                    <a:pt x="25705" y="631"/>
                  </a:cubicBezTo>
                  <a:cubicBezTo>
                    <a:pt x="25420" y="631"/>
                    <a:pt x="25420" y="511"/>
                    <a:pt x="25135" y="511"/>
                  </a:cubicBezTo>
                  <a:cubicBezTo>
                    <a:pt x="24835" y="511"/>
                    <a:pt x="24835" y="676"/>
                    <a:pt x="24550" y="676"/>
                  </a:cubicBezTo>
                  <a:cubicBezTo>
                    <a:pt x="24265" y="676"/>
                    <a:pt x="24265" y="226"/>
                    <a:pt x="23980" y="226"/>
                  </a:cubicBezTo>
                  <a:cubicBezTo>
                    <a:pt x="23695" y="226"/>
                    <a:pt x="23695" y="61"/>
                    <a:pt x="23396" y="61"/>
                  </a:cubicBezTo>
                  <a:cubicBezTo>
                    <a:pt x="23110" y="61"/>
                    <a:pt x="23110" y="121"/>
                    <a:pt x="22826" y="121"/>
                  </a:cubicBezTo>
                  <a:cubicBezTo>
                    <a:pt x="22540" y="121"/>
                    <a:pt x="22540" y="151"/>
                    <a:pt x="22256" y="151"/>
                  </a:cubicBezTo>
                  <a:cubicBezTo>
                    <a:pt x="21956" y="151"/>
                    <a:pt x="21956" y="586"/>
                    <a:pt x="21670" y="586"/>
                  </a:cubicBezTo>
                  <a:cubicBezTo>
                    <a:pt x="21386" y="586"/>
                    <a:pt x="21386" y="1"/>
                    <a:pt x="211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5"/>
            <p:cNvSpPr/>
            <p:nvPr/>
          </p:nvSpPr>
          <p:spPr>
            <a:xfrm rot="5400000">
              <a:off x="3165329" y="-96820"/>
              <a:ext cx="2786076" cy="6609166"/>
            </a:xfrm>
            <a:custGeom>
              <a:rect b="b" l="l" r="r" t="t"/>
              <a:pathLst>
                <a:path extrusionOk="0" h="32170" w="27986">
                  <a:moveTo>
                    <a:pt x="1" y="0"/>
                  </a:moveTo>
                  <a:lnTo>
                    <a:pt x="1" y="32170"/>
                  </a:lnTo>
                  <a:lnTo>
                    <a:pt x="27985" y="32170"/>
                  </a:lnTo>
                  <a:lnTo>
                    <a:pt x="2798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35"/>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108" name="Google Shape;1108;p35"/>
          <p:cNvSpPr/>
          <p:nvPr/>
        </p:nvSpPr>
        <p:spPr>
          <a:xfrm>
            <a:off x="964890" y="1343575"/>
            <a:ext cx="2131475" cy="2711772"/>
          </a:xfrm>
          <a:custGeom>
            <a:rect b="b" l="l" r="r" t="t"/>
            <a:pathLst>
              <a:path extrusionOk="0" h="38198" w="30025">
                <a:moveTo>
                  <a:pt x="15267" y="1"/>
                </a:moveTo>
                <a:cubicBezTo>
                  <a:pt x="14802" y="1"/>
                  <a:pt x="14397" y="271"/>
                  <a:pt x="14202" y="645"/>
                </a:cubicBezTo>
                <a:cubicBezTo>
                  <a:pt x="13991" y="342"/>
                  <a:pt x="13640" y="154"/>
                  <a:pt x="13253" y="154"/>
                </a:cubicBezTo>
                <a:cubicBezTo>
                  <a:pt x="13200" y="154"/>
                  <a:pt x="13146" y="158"/>
                  <a:pt x="13092" y="165"/>
                </a:cubicBezTo>
                <a:lnTo>
                  <a:pt x="13032" y="165"/>
                </a:lnTo>
                <a:cubicBezTo>
                  <a:pt x="12568" y="255"/>
                  <a:pt x="12222" y="585"/>
                  <a:pt x="12102" y="1005"/>
                </a:cubicBezTo>
                <a:cubicBezTo>
                  <a:pt x="11877" y="790"/>
                  <a:pt x="11589" y="673"/>
                  <a:pt x="11285" y="673"/>
                </a:cubicBezTo>
                <a:cubicBezTo>
                  <a:pt x="11144" y="673"/>
                  <a:pt x="11000" y="698"/>
                  <a:pt x="10858" y="751"/>
                </a:cubicBezTo>
                <a:cubicBezTo>
                  <a:pt x="10422" y="915"/>
                  <a:pt x="10138" y="1305"/>
                  <a:pt x="10092" y="1725"/>
                </a:cubicBezTo>
                <a:cubicBezTo>
                  <a:pt x="9898" y="1595"/>
                  <a:pt x="9665" y="1527"/>
                  <a:pt x="9427" y="1527"/>
                </a:cubicBezTo>
                <a:cubicBezTo>
                  <a:pt x="9225" y="1527"/>
                  <a:pt x="9019" y="1577"/>
                  <a:pt x="8833" y="1680"/>
                </a:cubicBezTo>
                <a:cubicBezTo>
                  <a:pt x="8428" y="1920"/>
                  <a:pt x="8218" y="2340"/>
                  <a:pt x="8233" y="2775"/>
                </a:cubicBezTo>
                <a:cubicBezTo>
                  <a:pt x="8085" y="2707"/>
                  <a:pt x="7923" y="2673"/>
                  <a:pt x="7757" y="2673"/>
                </a:cubicBezTo>
                <a:cubicBezTo>
                  <a:pt x="7519" y="2673"/>
                  <a:pt x="7275" y="2744"/>
                  <a:pt x="7063" y="2895"/>
                </a:cubicBezTo>
                <a:cubicBezTo>
                  <a:pt x="7033" y="2910"/>
                  <a:pt x="7003" y="2940"/>
                  <a:pt x="6973" y="2955"/>
                </a:cubicBezTo>
                <a:cubicBezTo>
                  <a:pt x="6629" y="3254"/>
                  <a:pt x="6493" y="3690"/>
                  <a:pt x="6583" y="4110"/>
                </a:cubicBezTo>
                <a:cubicBezTo>
                  <a:pt x="6472" y="4078"/>
                  <a:pt x="6358" y="4062"/>
                  <a:pt x="6244" y="4062"/>
                </a:cubicBezTo>
                <a:cubicBezTo>
                  <a:pt x="5928" y="4062"/>
                  <a:pt x="5615" y="4186"/>
                  <a:pt x="5383" y="4440"/>
                </a:cubicBezTo>
                <a:cubicBezTo>
                  <a:pt x="5069" y="4770"/>
                  <a:pt x="4993" y="5234"/>
                  <a:pt x="5129" y="5640"/>
                </a:cubicBezTo>
                <a:cubicBezTo>
                  <a:pt x="5071" y="5631"/>
                  <a:pt x="5013" y="5627"/>
                  <a:pt x="4954" y="5627"/>
                </a:cubicBezTo>
                <a:cubicBezTo>
                  <a:pt x="4603" y="5627"/>
                  <a:pt x="4251" y="5781"/>
                  <a:pt x="4019" y="6090"/>
                </a:cubicBezTo>
                <a:cubicBezTo>
                  <a:pt x="4004" y="6104"/>
                  <a:pt x="3989" y="6120"/>
                  <a:pt x="3989" y="6134"/>
                </a:cubicBezTo>
                <a:cubicBezTo>
                  <a:pt x="3719" y="6494"/>
                  <a:pt x="3704" y="6959"/>
                  <a:pt x="3884" y="7334"/>
                </a:cubicBezTo>
                <a:cubicBezTo>
                  <a:pt x="3464" y="7334"/>
                  <a:pt x="3074" y="7529"/>
                  <a:pt x="2834" y="7919"/>
                </a:cubicBezTo>
                <a:cubicBezTo>
                  <a:pt x="2834" y="7934"/>
                  <a:pt x="2819" y="7949"/>
                  <a:pt x="2804" y="7979"/>
                </a:cubicBezTo>
                <a:cubicBezTo>
                  <a:pt x="2594" y="8369"/>
                  <a:pt x="2624" y="8819"/>
                  <a:pt x="2849" y="9163"/>
                </a:cubicBezTo>
                <a:cubicBezTo>
                  <a:pt x="2430" y="9209"/>
                  <a:pt x="2040" y="9463"/>
                  <a:pt x="1860" y="9883"/>
                </a:cubicBezTo>
                <a:cubicBezTo>
                  <a:pt x="1680" y="10303"/>
                  <a:pt x="1754" y="10753"/>
                  <a:pt x="2010" y="11083"/>
                </a:cubicBezTo>
                <a:cubicBezTo>
                  <a:pt x="1620" y="11173"/>
                  <a:pt x="1260" y="11443"/>
                  <a:pt x="1110" y="11863"/>
                </a:cubicBezTo>
                <a:cubicBezTo>
                  <a:pt x="1110" y="11878"/>
                  <a:pt x="1110" y="11893"/>
                  <a:pt x="1094" y="11908"/>
                </a:cubicBezTo>
                <a:cubicBezTo>
                  <a:pt x="960" y="12343"/>
                  <a:pt x="1094" y="12778"/>
                  <a:pt x="1380" y="13078"/>
                </a:cubicBezTo>
                <a:cubicBezTo>
                  <a:pt x="974" y="13198"/>
                  <a:pt x="644" y="13528"/>
                  <a:pt x="554" y="13978"/>
                </a:cubicBezTo>
                <a:cubicBezTo>
                  <a:pt x="450" y="14412"/>
                  <a:pt x="614" y="14848"/>
                  <a:pt x="930" y="15132"/>
                </a:cubicBezTo>
                <a:cubicBezTo>
                  <a:pt x="540" y="15282"/>
                  <a:pt x="240" y="15642"/>
                  <a:pt x="180" y="16092"/>
                </a:cubicBezTo>
                <a:lnTo>
                  <a:pt x="180" y="16108"/>
                </a:lnTo>
                <a:cubicBezTo>
                  <a:pt x="134" y="16542"/>
                  <a:pt x="330" y="16962"/>
                  <a:pt x="674" y="17202"/>
                </a:cubicBezTo>
                <a:cubicBezTo>
                  <a:pt x="300" y="17382"/>
                  <a:pt x="30" y="17772"/>
                  <a:pt x="14" y="18222"/>
                </a:cubicBezTo>
                <a:cubicBezTo>
                  <a:pt x="0" y="18671"/>
                  <a:pt x="224" y="19077"/>
                  <a:pt x="600" y="19287"/>
                </a:cubicBezTo>
                <a:cubicBezTo>
                  <a:pt x="240" y="19511"/>
                  <a:pt x="0" y="19917"/>
                  <a:pt x="30" y="20367"/>
                </a:cubicBezTo>
                <a:lnTo>
                  <a:pt x="30" y="20381"/>
                </a:lnTo>
                <a:cubicBezTo>
                  <a:pt x="60" y="20817"/>
                  <a:pt x="330" y="21191"/>
                  <a:pt x="704" y="21371"/>
                </a:cubicBezTo>
                <a:cubicBezTo>
                  <a:pt x="360" y="21627"/>
                  <a:pt x="164" y="22046"/>
                  <a:pt x="240" y="22496"/>
                </a:cubicBezTo>
                <a:cubicBezTo>
                  <a:pt x="300" y="22946"/>
                  <a:pt x="600" y="23291"/>
                  <a:pt x="990" y="23441"/>
                </a:cubicBezTo>
                <a:cubicBezTo>
                  <a:pt x="674" y="23726"/>
                  <a:pt x="524" y="24176"/>
                  <a:pt x="630" y="24610"/>
                </a:cubicBezTo>
                <a:cubicBezTo>
                  <a:pt x="734" y="25046"/>
                  <a:pt x="1064" y="25376"/>
                  <a:pt x="1470" y="25480"/>
                </a:cubicBezTo>
                <a:cubicBezTo>
                  <a:pt x="1184" y="25796"/>
                  <a:pt x="1064" y="26246"/>
                  <a:pt x="1214" y="26666"/>
                </a:cubicBezTo>
                <a:cubicBezTo>
                  <a:pt x="1364" y="27100"/>
                  <a:pt x="1724" y="27400"/>
                  <a:pt x="2144" y="27460"/>
                </a:cubicBezTo>
                <a:cubicBezTo>
                  <a:pt x="1890" y="27805"/>
                  <a:pt x="1814" y="28255"/>
                  <a:pt x="2010" y="28675"/>
                </a:cubicBezTo>
                <a:cubicBezTo>
                  <a:pt x="2190" y="29095"/>
                  <a:pt x="2580" y="29349"/>
                  <a:pt x="3014" y="29379"/>
                </a:cubicBezTo>
                <a:cubicBezTo>
                  <a:pt x="2789" y="29725"/>
                  <a:pt x="2774" y="30189"/>
                  <a:pt x="2999" y="30579"/>
                </a:cubicBezTo>
                <a:cubicBezTo>
                  <a:pt x="2999" y="30579"/>
                  <a:pt x="3014" y="30595"/>
                  <a:pt x="3014" y="30609"/>
                </a:cubicBezTo>
                <a:cubicBezTo>
                  <a:pt x="3231" y="30985"/>
                  <a:pt x="3629" y="31180"/>
                  <a:pt x="4033" y="31180"/>
                </a:cubicBezTo>
                <a:cubicBezTo>
                  <a:pt x="4048" y="31180"/>
                  <a:pt x="4064" y="31180"/>
                  <a:pt x="4079" y="31179"/>
                </a:cubicBezTo>
                <a:lnTo>
                  <a:pt x="4079" y="31179"/>
                </a:lnTo>
                <a:cubicBezTo>
                  <a:pt x="3899" y="31569"/>
                  <a:pt x="3944" y="32049"/>
                  <a:pt x="4214" y="32409"/>
                </a:cubicBezTo>
                <a:cubicBezTo>
                  <a:pt x="4441" y="32711"/>
                  <a:pt x="4795" y="32877"/>
                  <a:pt x="5151" y="32877"/>
                </a:cubicBezTo>
                <a:cubicBezTo>
                  <a:pt x="5219" y="32877"/>
                  <a:pt x="5287" y="32871"/>
                  <a:pt x="5353" y="32859"/>
                </a:cubicBezTo>
                <a:lnTo>
                  <a:pt x="5353" y="32859"/>
                </a:lnTo>
                <a:cubicBezTo>
                  <a:pt x="5233" y="33264"/>
                  <a:pt x="5323" y="33744"/>
                  <a:pt x="5653" y="34058"/>
                </a:cubicBezTo>
                <a:lnTo>
                  <a:pt x="5653" y="34074"/>
                </a:lnTo>
                <a:cubicBezTo>
                  <a:pt x="5889" y="34298"/>
                  <a:pt x="6193" y="34416"/>
                  <a:pt x="6495" y="34416"/>
                </a:cubicBezTo>
                <a:cubicBezTo>
                  <a:pt x="6616" y="34416"/>
                  <a:pt x="6737" y="34397"/>
                  <a:pt x="6853" y="34358"/>
                </a:cubicBezTo>
                <a:lnTo>
                  <a:pt x="6853" y="34358"/>
                </a:lnTo>
                <a:cubicBezTo>
                  <a:pt x="6779" y="34764"/>
                  <a:pt x="6913" y="35198"/>
                  <a:pt x="7243" y="35484"/>
                </a:cubicBezTo>
                <a:cubicBezTo>
                  <a:pt x="7273" y="35498"/>
                  <a:pt x="7303" y="35528"/>
                  <a:pt x="7333" y="35544"/>
                </a:cubicBezTo>
                <a:cubicBezTo>
                  <a:pt x="7541" y="35691"/>
                  <a:pt x="7784" y="35763"/>
                  <a:pt x="8024" y="35763"/>
                </a:cubicBezTo>
                <a:cubicBezTo>
                  <a:pt x="8200" y="35763"/>
                  <a:pt x="8375" y="35724"/>
                  <a:pt x="8533" y="35648"/>
                </a:cubicBezTo>
                <a:cubicBezTo>
                  <a:pt x="8533" y="36084"/>
                  <a:pt x="8758" y="36504"/>
                  <a:pt x="9163" y="36728"/>
                </a:cubicBezTo>
                <a:lnTo>
                  <a:pt x="9178" y="36728"/>
                </a:lnTo>
                <a:cubicBezTo>
                  <a:pt x="9351" y="36818"/>
                  <a:pt x="9538" y="36861"/>
                  <a:pt x="9724" y="36861"/>
                </a:cubicBezTo>
                <a:cubicBezTo>
                  <a:pt x="9972" y="36861"/>
                  <a:pt x="10217" y="36784"/>
                  <a:pt x="10422" y="36638"/>
                </a:cubicBezTo>
                <a:cubicBezTo>
                  <a:pt x="10468" y="37058"/>
                  <a:pt x="10752" y="37433"/>
                  <a:pt x="11172" y="37598"/>
                </a:cubicBezTo>
                <a:cubicBezTo>
                  <a:pt x="11188" y="37598"/>
                  <a:pt x="11218" y="37613"/>
                  <a:pt x="11248" y="37613"/>
                </a:cubicBezTo>
                <a:cubicBezTo>
                  <a:pt x="11366" y="37650"/>
                  <a:pt x="11487" y="37668"/>
                  <a:pt x="11606" y="37668"/>
                </a:cubicBezTo>
                <a:cubicBezTo>
                  <a:pt x="11924" y="37668"/>
                  <a:pt x="12230" y="37542"/>
                  <a:pt x="12448" y="37313"/>
                </a:cubicBezTo>
                <a:cubicBezTo>
                  <a:pt x="12582" y="37718"/>
                  <a:pt x="12927" y="38033"/>
                  <a:pt x="13362" y="38108"/>
                </a:cubicBezTo>
                <a:cubicBezTo>
                  <a:pt x="13392" y="38108"/>
                  <a:pt x="13422" y="38108"/>
                  <a:pt x="13437" y="38123"/>
                </a:cubicBezTo>
                <a:cubicBezTo>
                  <a:pt x="13479" y="38127"/>
                  <a:pt x="13520" y="38129"/>
                  <a:pt x="13560" y="38129"/>
                </a:cubicBezTo>
                <a:cubicBezTo>
                  <a:pt x="13975" y="38129"/>
                  <a:pt x="14343" y="37926"/>
                  <a:pt x="14562" y="37598"/>
                </a:cubicBezTo>
                <a:cubicBezTo>
                  <a:pt x="14772" y="37958"/>
                  <a:pt x="15161" y="38198"/>
                  <a:pt x="15597" y="38198"/>
                </a:cubicBezTo>
                <a:lnTo>
                  <a:pt x="15687" y="38198"/>
                </a:lnTo>
                <a:cubicBezTo>
                  <a:pt x="16151" y="38168"/>
                  <a:pt x="16541" y="37883"/>
                  <a:pt x="16707" y="37478"/>
                </a:cubicBezTo>
                <a:cubicBezTo>
                  <a:pt x="16920" y="37738"/>
                  <a:pt x="17254" y="37905"/>
                  <a:pt x="17606" y="37905"/>
                </a:cubicBezTo>
                <a:cubicBezTo>
                  <a:pt x="17700" y="37905"/>
                  <a:pt x="17796" y="37893"/>
                  <a:pt x="17891" y="37868"/>
                </a:cubicBezTo>
                <a:lnTo>
                  <a:pt x="17907" y="37868"/>
                </a:lnTo>
                <a:cubicBezTo>
                  <a:pt x="18356" y="37748"/>
                  <a:pt x="18686" y="37388"/>
                  <a:pt x="18776" y="36968"/>
                </a:cubicBezTo>
                <a:cubicBezTo>
                  <a:pt x="18991" y="37146"/>
                  <a:pt x="19258" y="37242"/>
                  <a:pt x="19531" y="37242"/>
                </a:cubicBezTo>
                <a:cubicBezTo>
                  <a:pt x="19696" y="37242"/>
                  <a:pt x="19862" y="37207"/>
                  <a:pt x="20021" y="37134"/>
                </a:cubicBezTo>
                <a:cubicBezTo>
                  <a:pt x="20440" y="36954"/>
                  <a:pt x="20710" y="36548"/>
                  <a:pt x="20726" y="36114"/>
                </a:cubicBezTo>
                <a:cubicBezTo>
                  <a:pt x="20904" y="36214"/>
                  <a:pt x="21106" y="36266"/>
                  <a:pt x="21310" y="36266"/>
                </a:cubicBezTo>
                <a:cubicBezTo>
                  <a:pt x="21536" y="36266"/>
                  <a:pt x="21766" y="36202"/>
                  <a:pt x="21970" y="36068"/>
                </a:cubicBezTo>
                <a:cubicBezTo>
                  <a:pt x="22360" y="35814"/>
                  <a:pt x="22556" y="35364"/>
                  <a:pt x="22496" y="34928"/>
                </a:cubicBezTo>
                <a:lnTo>
                  <a:pt x="22496" y="34928"/>
                </a:lnTo>
                <a:cubicBezTo>
                  <a:pt x="22631" y="34978"/>
                  <a:pt x="22774" y="35003"/>
                  <a:pt x="22918" y="35003"/>
                </a:cubicBezTo>
                <a:cubicBezTo>
                  <a:pt x="23204" y="35003"/>
                  <a:pt x="23490" y="34904"/>
                  <a:pt x="23710" y="34704"/>
                </a:cubicBezTo>
                <a:cubicBezTo>
                  <a:pt x="24055" y="34388"/>
                  <a:pt x="24190" y="33924"/>
                  <a:pt x="24070" y="33504"/>
                </a:cubicBezTo>
                <a:lnTo>
                  <a:pt x="24070" y="33504"/>
                </a:lnTo>
                <a:cubicBezTo>
                  <a:pt x="24162" y="33527"/>
                  <a:pt x="24256" y="33539"/>
                  <a:pt x="24349" y="33539"/>
                </a:cubicBezTo>
                <a:cubicBezTo>
                  <a:pt x="24680" y="33539"/>
                  <a:pt x="25006" y="33395"/>
                  <a:pt x="25239" y="33114"/>
                </a:cubicBezTo>
                <a:cubicBezTo>
                  <a:pt x="25539" y="32769"/>
                  <a:pt x="25599" y="32289"/>
                  <a:pt x="25435" y="31899"/>
                </a:cubicBezTo>
                <a:lnTo>
                  <a:pt x="25435" y="31899"/>
                </a:lnTo>
                <a:cubicBezTo>
                  <a:pt x="25475" y="31903"/>
                  <a:pt x="25516" y="31905"/>
                  <a:pt x="25556" y="31905"/>
                </a:cubicBezTo>
                <a:cubicBezTo>
                  <a:pt x="25936" y="31905"/>
                  <a:pt x="26314" y="31713"/>
                  <a:pt x="26545" y="31375"/>
                </a:cubicBezTo>
                <a:cubicBezTo>
                  <a:pt x="26545" y="31375"/>
                  <a:pt x="26545" y="31359"/>
                  <a:pt x="26559" y="31359"/>
                </a:cubicBezTo>
                <a:cubicBezTo>
                  <a:pt x="26799" y="30985"/>
                  <a:pt x="26799" y="30519"/>
                  <a:pt x="26605" y="30145"/>
                </a:cubicBezTo>
                <a:cubicBezTo>
                  <a:pt x="27025" y="30129"/>
                  <a:pt x="27429" y="29889"/>
                  <a:pt x="27639" y="29485"/>
                </a:cubicBezTo>
                <a:cubicBezTo>
                  <a:pt x="27835" y="29079"/>
                  <a:pt x="27789" y="28615"/>
                  <a:pt x="27549" y="28270"/>
                </a:cubicBezTo>
                <a:cubicBezTo>
                  <a:pt x="27969" y="28225"/>
                  <a:pt x="28344" y="27940"/>
                  <a:pt x="28509" y="27520"/>
                </a:cubicBezTo>
                <a:lnTo>
                  <a:pt x="28509" y="27505"/>
                </a:lnTo>
                <a:cubicBezTo>
                  <a:pt x="28674" y="27085"/>
                  <a:pt x="28569" y="26636"/>
                  <a:pt x="28299" y="26320"/>
                </a:cubicBezTo>
                <a:cubicBezTo>
                  <a:pt x="28704" y="26230"/>
                  <a:pt x="29064" y="25916"/>
                  <a:pt x="29184" y="25480"/>
                </a:cubicBezTo>
                <a:cubicBezTo>
                  <a:pt x="29304" y="25046"/>
                  <a:pt x="29169" y="24596"/>
                  <a:pt x="28854" y="24296"/>
                </a:cubicBezTo>
                <a:cubicBezTo>
                  <a:pt x="29259" y="24176"/>
                  <a:pt x="29574" y="23830"/>
                  <a:pt x="29649" y="23396"/>
                </a:cubicBezTo>
                <a:cubicBezTo>
                  <a:pt x="29649" y="23396"/>
                  <a:pt x="29649" y="23381"/>
                  <a:pt x="29664" y="23381"/>
                </a:cubicBezTo>
                <a:cubicBezTo>
                  <a:pt x="29739" y="22931"/>
                  <a:pt x="29559" y="22511"/>
                  <a:pt x="29229" y="22241"/>
                </a:cubicBezTo>
                <a:cubicBezTo>
                  <a:pt x="29604" y="22076"/>
                  <a:pt x="29889" y="21731"/>
                  <a:pt x="29934" y="21297"/>
                </a:cubicBezTo>
                <a:lnTo>
                  <a:pt x="29934" y="21221"/>
                </a:lnTo>
                <a:cubicBezTo>
                  <a:pt x="29964" y="20787"/>
                  <a:pt x="29754" y="20381"/>
                  <a:pt x="29409" y="20157"/>
                </a:cubicBezTo>
                <a:cubicBezTo>
                  <a:pt x="29784" y="19961"/>
                  <a:pt x="30024" y="19571"/>
                  <a:pt x="30024" y="19121"/>
                </a:cubicBezTo>
                <a:lnTo>
                  <a:pt x="30024" y="19107"/>
                </a:lnTo>
                <a:lnTo>
                  <a:pt x="30024" y="18927"/>
                </a:lnTo>
                <a:lnTo>
                  <a:pt x="30024" y="18731"/>
                </a:lnTo>
                <a:cubicBezTo>
                  <a:pt x="30024" y="18297"/>
                  <a:pt x="29769" y="17907"/>
                  <a:pt x="29394" y="17712"/>
                </a:cubicBezTo>
                <a:cubicBezTo>
                  <a:pt x="29724" y="17487"/>
                  <a:pt x="29934" y="17097"/>
                  <a:pt x="29904" y="16662"/>
                </a:cubicBezTo>
                <a:lnTo>
                  <a:pt x="29904" y="16588"/>
                </a:lnTo>
                <a:cubicBezTo>
                  <a:pt x="29844" y="16152"/>
                  <a:pt x="29559" y="15792"/>
                  <a:pt x="29184" y="15628"/>
                </a:cubicBezTo>
                <a:cubicBezTo>
                  <a:pt x="29514" y="15358"/>
                  <a:pt x="29679" y="14922"/>
                  <a:pt x="29589" y="14488"/>
                </a:cubicBezTo>
                <a:cubicBezTo>
                  <a:pt x="29499" y="14038"/>
                  <a:pt x="29184" y="13708"/>
                  <a:pt x="28779" y="13588"/>
                </a:cubicBezTo>
                <a:cubicBezTo>
                  <a:pt x="29064" y="13303"/>
                  <a:pt x="29199" y="12883"/>
                  <a:pt x="29094" y="12463"/>
                </a:cubicBezTo>
                <a:cubicBezTo>
                  <a:pt x="29094" y="12433"/>
                  <a:pt x="29079" y="12403"/>
                  <a:pt x="29079" y="12373"/>
                </a:cubicBezTo>
                <a:cubicBezTo>
                  <a:pt x="28944" y="11953"/>
                  <a:pt x="28599" y="11653"/>
                  <a:pt x="28195" y="11578"/>
                </a:cubicBezTo>
                <a:cubicBezTo>
                  <a:pt x="28464" y="11249"/>
                  <a:pt x="28539" y="10783"/>
                  <a:pt x="28374" y="10363"/>
                </a:cubicBezTo>
                <a:cubicBezTo>
                  <a:pt x="28209" y="9943"/>
                  <a:pt x="27819" y="9673"/>
                  <a:pt x="27399" y="9629"/>
                </a:cubicBezTo>
                <a:cubicBezTo>
                  <a:pt x="27639" y="9283"/>
                  <a:pt x="27685" y="8803"/>
                  <a:pt x="27459" y="8413"/>
                </a:cubicBezTo>
                <a:lnTo>
                  <a:pt x="27459" y="8399"/>
                </a:lnTo>
                <a:cubicBezTo>
                  <a:pt x="27249" y="8009"/>
                  <a:pt x="26845" y="7784"/>
                  <a:pt x="26425" y="7784"/>
                </a:cubicBezTo>
                <a:lnTo>
                  <a:pt x="26409" y="7784"/>
                </a:lnTo>
                <a:cubicBezTo>
                  <a:pt x="26605" y="7409"/>
                  <a:pt x="26605" y="6959"/>
                  <a:pt x="26365" y="6584"/>
                </a:cubicBezTo>
                <a:cubicBezTo>
                  <a:pt x="26349" y="6569"/>
                  <a:pt x="26335" y="6539"/>
                  <a:pt x="26319" y="6524"/>
                </a:cubicBezTo>
                <a:cubicBezTo>
                  <a:pt x="26092" y="6202"/>
                  <a:pt x="25733" y="6037"/>
                  <a:pt x="25359" y="6037"/>
                </a:cubicBezTo>
                <a:cubicBezTo>
                  <a:pt x="25315" y="6037"/>
                  <a:pt x="25270" y="6039"/>
                  <a:pt x="25225" y="6044"/>
                </a:cubicBezTo>
                <a:cubicBezTo>
                  <a:pt x="25375" y="5640"/>
                  <a:pt x="25299" y="5160"/>
                  <a:pt x="25000" y="4814"/>
                </a:cubicBezTo>
                <a:cubicBezTo>
                  <a:pt x="24753" y="4555"/>
                  <a:pt x="24422" y="4425"/>
                  <a:pt x="24088" y="4425"/>
                </a:cubicBezTo>
                <a:cubicBezTo>
                  <a:pt x="23997" y="4425"/>
                  <a:pt x="23905" y="4435"/>
                  <a:pt x="23815" y="4454"/>
                </a:cubicBezTo>
                <a:cubicBezTo>
                  <a:pt x="23920" y="4034"/>
                  <a:pt x="23785" y="3584"/>
                  <a:pt x="23440" y="3284"/>
                </a:cubicBezTo>
                <a:lnTo>
                  <a:pt x="23425" y="3270"/>
                </a:lnTo>
                <a:cubicBezTo>
                  <a:pt x="23210" y="3083"/>
                  <a:pt x="22949" y="2995"/>
                  <a:pt x="22685" y="2995"/>
                </a:cubicBezTo>
                <a:cubicBezTo>
                  <a:pt x="22525" y="2995"/>
                  <a:pt x="22363" y="3028"/>
                  <a:pt x="22210" y="3090"/>
                </a:cubicBezTo>
                <a:cubicBezTo>
                  <a:pt x="22256" y="2655"/>
                  <a:pt x="22060" y="2205"/>
                  <a:pt x="21656" y="1965"/>
                </a:cubicBezTo>
                <a:cubicBezTo>
                  <a:pt x="21461" y="1838"/>
                  <a:pt x="21243" y="1778"/>
                  <a:pt x="21028" y="1778"/>
                </a:cubicBezTo>
                <a:cubicBezTo>
                  <a:pt x="20812" y="1778"/>
                  <a:pt x="20598" y="1838"/>
                  <a:pt x="20410" y="1950"/>
                </a:cubicBezTo>
                <a:cubicBezTo>
                  <a:pt x="20380" y="1530"/>
                  <a:pt x="20110" y="1125"/>
                  <a:pt x="19691" y="945"/>
                </a:cubicBezTo>
                <a:cubicBezTo>
                  <a:pt x="19538" y="882"/>
                  <a:pt x="19381" y="852"/>
                  <a:pt x="19225" y="852"/>
                </a:cubicBezTo>
                <a:cubicBezTo>
                  <a:pt x="18937" y="852"/>
                  <a:pt x="18655" y="955"/>
                  <a:pt x="18431" y="1141"/>
                </a:cubicBezTo>
                <a:cubicBezTo>
                  <a:pt x="18326" y="721"/>
                  <a:pt x="17997" y="375"/>
                  <a:pt x="17531" y="271"/>
                </a:cubicBezTo>
                <a:cubicBezTo>
                  <a:pt x="17445" y="250"/>
                  <a:pt x="17358" y="241"/>
                  <a:pt x="17272" y="241"/>
                </a:cubicBezTo>
                <a:cubicBezTo>
                  <a:pt x="16910" y="241"/>
                  <a:pt x="16565" y="414"/>
                  <a:pt x="16347" y="705"/>
                </a:cubicBezTo>
                <a:cubicBezTo>
                  <a:pt x="16167" y="315"/>
                  <a:pt x="15791" y="31"/>
                  <a:pt x="15341" y="15"/>
                </a:cubicBezTo>
                <a:cubicBezTo>
                  <a:pt x="15311" y="15"/>
                  <a:pt x="15281" y="1"/>
                  <a:pt x="15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9" name="Google Shape;1109;p35"/>
          <p:cNvPicPr preferRelativeResize="0"/>
          <p:nvPr/>
        </p:nvPicPr>
        <p:blipFill rotWithShape="1">
          <a:blip r:embed="rId3">
            <a:alphaModFix/>
          </a:blip>
          <a:srcRect b="0" l="28691" r="28696" t="0"/>
          <a:stretch/>
        </p:blipFill>
        <p:spPr>
          <a:xfrm>
            <a:off x="1079630" y="1444091"/>
            <a:ext cx="1902000" cy="2510700"/>
          </a:xfrm>
          <a:prstGeom prst="ellipse">
            <a:avLst/>
          </a:prstGeom>
          <a:noFill/>
          <a:ln>
            <a:noFill/>
          </a:ln>
        </p:spPr>
      </p:pic>
      <p:grpSp>
        <p:nvGrpSpPr>
          <p:cNvPr id="1110" name="Google Shape;1110;p35"/>
          <p:cNvGrpSpPr/>
          <p:nvPr/>
        </p:nvGrpSpPr>
        <p:grpSpPr>
          <a:xfrm rot="-2051304">
            <a:off x="1483423" y="3649581"/>
            <a:ext cx="1064401" cy="678911"/>
            <a:chOff x="-1769210" y="3460051"/>
            <a:chExt cx="1597074" cy="1018667"/>
          </a:xfrm>
        </p:grpSpPr>
        <p:sp>
          <p:nvSpPr>
            <p:cNvPr id="1111" name="Google Shape;1111;p35"/>
            <p:cNvSpPr/>
            <p:nvPr/>
          </p:nvSpPr>
          <p:spPr>
            <a:xfrm rot="1242556">
              <a:off x="-1726546" y="3710629"/>
              <a:ext cx="1511746" cy="517513"/>
            </a:xfrm>
            <a:custGeom>
              <a:rect b="b" l="l" r="r" t="t"/>
              <a:pathLst>
                <a:path extrusionOk="0" h="11824" w="34540">
                  <a:moveTo>
                    <a:pt x="3021" y="550"/>
                  </a:moveTo>
                  <a:lnTo>
                    <a:pt x="3021" y="550"/>
                  </a:lnTo>
                  <a:cubicBezTo>
                    <a:pt x="2901" y="649"/>
                    <a:pt x="2789" y="764"/>
                    <a:pt x="2686" y="891"/>
                  </a:cubicBezTo>
                  <a:cubicBezTo>
                    <a:pt x="2536" y="1085"/>
                    <a:pt x="2356" y="1251"/>
                    <a:pt x="2146" y="1371"/>
                  </a:cubicBezTo>
                  <a:cubicBezTo>
                    <a:pt x="2063" y="1422"/>
                    <a:pt x="1952" y="1510"/>
                    <a:pt x="1856" y="1510"/>
                  </a:cubicBezTo>
                  <a:cubicBezTo>
                    <a:pt x="1813" y="1510"/>
                    <a:pt x="1773" y="1492"/>
                    <a:pt x="1741" y="1445"/>
                  </a:cubicBezTo>
                  <a:cubicBezTo>
                    <a:pt x="1636" y="1281"/>
                    <a:pt x="1846" y="1175"/>
                    <a:pt x="1936" y="1055"/>
                  </a:cubicBezTo>
                  <a:cubicBezTo>
                    <a:pt x="1996" y="965"/>
                    <a:pt x="2086" y="921"/>
                    <a:pt x="2190" y="891"/>
                  </a:cubicBezTo>
                  <a:cubicBezTo>
                    <a:pt x="2430" y="771"/>
                    <a:pt x="2656" y="621"/>
                    <a:pt x="2926" y="576"/>
                  </a:cubicBezTo>
                  <a:cubicBezTo>
                    <a:pt x="2958" y="571"/>
                    <a:pt x="2991" y="562"/>
                    <a:pt x="3021" y="550"/>
                  </a:cubicBezTo>
                  <a:close/>
                  <a:moveTo>
                    <a:pt x="3891" y="977"/>
                  </a:moveTo>
                  <a:cubicBezTo>
                    <a:pt x="3934" y="1090"/>
                    <a:pt x="3979" y="1204"/>
                    <a:pt x="4006" y="1325"/>
                  </a:cubicBezTo>
                  <a:cubicBezTo>
                    <a:pt x="4020" y="1341"/>
                    <a:pt x="4036" y="1355"/>
                    <a:pt x="4036" y="1371"/>
                  </a:cubicBezTo>
                  <a:cubicBezTo>
                    <a:pt x="4066" y="1401"/>
                    <a:pt x="4080" y="1431"/>
                    <a:pt x="4110" y="1461"/>
                  </a:cubicBezTo>
                  <a:cubicBezTo>
                    <a:pt x="4350" y="1821"/>
                    <a:pt x="4516" y="2211"/>
                    <a:pt x="4590" y="2661"/>
                  </a:cubicBezTo>
                  <a:cubicBezTo>
                    <a:pt x="4620" y="2765"/>
                    <a:pt x="4696" y="2931"/>
                    <a:pt x="4560" y="2991"/>
                  </a:cubicBezTo>
                  <a:cubicBezTo>
                    <a:pt x="4539" y="3000"/>
                    <a:pt x="4519" y="3004"/>
                    <a:pt x="4501" y="3004"/>
                  </a:cubicBezTo>
                  <a:cubicBezTo>
                    <a:pt x="4402" y="3004"/>
                    <a:pt x="4341" y="2882"/>
                    <a:pt x="4290" y="2781"/>
                  </a:cubicBezTo>
                  <a:cubicBezTo>
                    <a:pt x="4140" y="2451"/>
                    <a:pt x="4050" y="2105"/>
                    <a:pt x="3990" y="1761"/>
                  </a:cubicBezTo>
                  <a:cubicBezTo>
                    <a:pt x="3946" y="1565"/>
                    <a:pt x="3990" y="1371"/>
                    <a:pt x="3930" y="1191"/>
                  </a:cubicBezTo>
                  <a:cubicBezTo>
                    <a:pt x="3910" y="1126"/>
                    <a:pt x="3902" y="1051"/>
                    <a:pt x="3891" y="977"/>
                  </a:cubicBezTo>
                  <a:close/>
                  <a:moveTo>
                    <a:pt x="3417" y="964"/>
                  </a:moveTo>
                  <a:cubicBezTo>
                    <a:pt x="3370" y="1082"/>
                    <a:pt x="3340" y="1211"/>
                    <a:pt x="3346" y="1311"/>
                  </a:cubicBezTo>
                  <a:lnTo>
                    <a:pt x="3346" y="1401"/>
                  </a:lnTo>
                  <a:cubicBezTo>
                    <a:pt x="3436" y="1671"/>
                    <a:pt x="3420" y="1971"/>
                    <a:pt x="3496" y="2241"/>
                  </a:cubicBezTo>
                  <a:cubicBezTo>
                    <a:pt x="3496" y="2285"/>
                    <a:pt x="3496" y="2331"/>
                    <a:pt x="3510" y="2375"/>
                  </a:cubicBezTo>
                  <a:cubicBezTo>
                    <a:pt x="3526" y="2465"/>
                    <a:pt x="3556" y="2541"/>
                    <a:pt x="3586" y="2615"/>
                  </a:cubicBezTo>
                  <a:cubicBezTo>
                    <a:pt x="3720" y="3005"/>
                    <a:pt x="3900" y="3365"/>
                    <a:pt x="3916" y="3801"/>
                  </a:cubicBezTo>
                  <a:cubicBezTo>
                    <a:pt x="3916" y="3950"/>
                    <a:pt x="3960" y="4190"/>
                    <a:pt x="3780" y="4220"/>
                  </a:cubicBezTo>
                  <a:cubicBezTo>
                    <a:pt x="3774" y="4221"/>
                    <a:pt x="3769" y="4221"/>
                    <a:pt x="3763" y="4221"/>
                  </a:cubicBezTo>
                  <a:cubicBezTo>
                    <a:pt x="3597" y="4221"/>
                    <a:pt x="3554" y="4020"/>
                    <a:pt x="3510" y="3875"/>
                  </a:cubicBezTo>
                  <a:cubicBezTo>
                    <a:pt x="3406" y="3455"/>
                    <a:pt x="3316" y="3035"/>
                    <a:pt x="3450" y="2615"/>
                  </a:cubicBezTo>
                  <a:cubicBezTo>
                    <a:pt x="3510" y="2375"/>
                    <a:pt x="3466" y="2151"/>
                    <a:pt x="3436" y="1911"/>
                  </a:cubicBezTo>
                  <a:cubicBezTo>
                    <a:pt x="3406" y="1791"/>
                    <a:pt x="3436" y="1641"/>
                    <a:pt x="3286" y="1625"/>
                  </a:cubicBezTo>
                  <a:cubicBezTo>
                    <a:pt x="3279" y="1625"/>
                    <a:pt x="3273" y="1624"/>
                    <a:pt x="3266" y="1624"/>
                  </a:cubicBezTo>
                  <a:cubicBezTo>
                    <a:pt x="3146" y="1624"/>
                    <a:pt x="3104" y="1751"/>
                    <a:pt x="3060" y="1851"/>
                  </a:cubicBezTo>
                  <a:cubicBezTo>
                    <a:pt x="2936" y="2176"/>
                    <a:pt x="2829" y="2501"/>
                    <a:pt x="2762" y="2833"/>
                  </a:cubicBezTo>
                  <a:lnTo>
                    <a:pt x="2762" y="2833"/>
                  </a:lnTo>
                  <a:cubicBezTo>
                    <a:pt x="2762" y="2826"/>
                    <a:pt x="2761" y="2818"/>
                    <a:pt x="2760" y="2811"/>
                  </a:cubicBezTo>
                  <a:cubicBezTo>
                    <a:pt x="2776" y="2705"/>
                    <a:pt x="2790" y="2615"/>
                    <a:pt x="2806" y="2525"/>
                  </a:cubicBezTo>
                  <a:cubicBezTo>
                    <a:pt x="2820" y="2481"/>
                    <a:pt x="2820" y="2451"/>
                    <a:pt x="2836" y="2405"/>
                  </a:cubicBezTo>
                  <a:cubicBezTo>
                    <a:pt x="2836" y="2285"/>
                    <a:pt x="2836" y="2165"/>
                    <a:pt x="2700" y="2121"/>
                  </a:cubicBezTo>
                  <a:cubicBezTo>
                    <a:pt x="2686" y="2121"/>
                    <a:pt x="2670" y="2135"/>
                    <a:pt x="2656" y="2135"/>
                  </a:cubicBezTo>
                  <a:cubicBezTo>
                    <a:pt x="2626" y="2151"/>
                    <a:pt x="2596" y="2181"/>
                    <a:pt x="2566" y="2195"/>
                  </a:cubicBezTo>
                  <a:cubicBezTo>
                    <a:pt x="2310" y="2511"/>
                    <a:pt x="2206" y="2931"/>
                    <a:pt x="1906" y="3185"/>
                  </a:cubicBezTo>
                  <a:cubicBezTo>
                    <a:pt x="1848" y="3231"/>
                    <a:pt x="1799" y="3295"/>
                    <a:pt x="1739" y="3295"/>
                  </a:cubicBezTo>
                  <a:cubicBezTo>
                    <a:pt x="1721" y="3295"/>
                    <a:pt x="1702" y="3289"/>
                    <a:pt x="1681" y="3275"/>
                  </a:cubicBezTo>
                  <a:cubicBezTo>
                    <a:pt x="1591" y="3201"/>
                    <a:pt x="1651" y="3081"/>
                    <a:pt x="1681" y="3005"/>
                  </a:cubicBezTo>
                  <a:cubicBezTo>
                    <a:pt x="1906" y="2495"/>
                    <a:pt x="2206" y="2075"/>
                    <a:pt x="2596" y="1731"/>
                  </a:cubicBezTo>
                  <a:cubicBezTo>
                    <a:pt x="2670" y="1671"/>
                    <a:pt x="2760" y="1595"/>
                    <a:pt x="2836" y="1551"/>
                  </a:cubicBezTo>
                  <a:cubicBezTo>
                    <a:pt x="2866" y="1535"/>
                    <a:pt x="2896" y="1505"/>
                    <a:pt x="2926" y="1491"/>
                  </a:cubicBezTo>
                  <a:cubicBezTo>
                    <a:pt x="3116" y="1333"/>
                    <a:pt x="3289" y="1166"/>
                    <a:pt x="3417" y="964"/>
                  </a:cubicBezTo>
                  <a:close/>
                  <a:moveTo>
                    <a:pt x="2724" y="3046"/>
                  </a:moveTo>
                  <a:cubicBezTo>
                    <a:pt x="2695" y="3244"/>
                    <a:pt x="2681" y="3445"/>
                    <a:pt x="2686" y="3651"/>
                  </a:cubicBezTo>
                  <a:cubicBezTo>
                    <a:pt x="2820" y="4400"/>
                    <a:pt x="2880" y="5150"/>
                    <a:pt x="2716" y="6004"/>
                  </a:cubicBezTo>
                  <a:cubicBezTo>
                    <a:pt x="2506" y="5705"/>
                    <a:pt x="2520" y="5465"/>
                    <a:pt x="2506" y="5210"/>
                  </a:cubicBezTo>
                  <a:cubicBezTo>
                    <a:pt x="2446" y="4565"/>
                    <a:pt x="2640" y="3935"/>
                    <a:pt x="2686" y="3291"/>
                  </a:cubicBezTo>
                  <a:cubicBezTo>
                    <a:pt x="2678" y="3206"/>
                    <a:pt x="2702" y="3126"/>
                    <a:pt x="2724" y="3046"/>
                  </a:cubicBezTo>
                  <a:close/>
                  <a:moveTo>
                    <a:pt x="32930" y="0"/>
                  </a:moveTo>
                  <a:cubicBezTo>
                    <a:pt x="32888" y="0"/>
                    <a:pt x="32844" y="2"/>
                    <a:pt x="32800" y="6"/>
                  </a:cubicBezTo>
                  <a:cubicBezTo>
                    <a:pt x="32222" y="58"/>
                    <a:pt x="31649" y="70"/>
                    <a:pt x="31075" y="70"/>
                  </a:cubicBezTo>
                  <a:cubicBezTo>
                    <a:pt x="30639" y="70"/>
                    <a:pt x="30203" y="63"/>
                    <a:pt x="29766" y="63"/>
                  </a:cubicBezTo>
                  <a:cubicBezTo>
                    <a:pt x="29628" y="63"/>
                    <a:pt x="29489" y="64"/>
                    <a:pt x="29351" y="66"/>
                  </a:cubicBezTo>
                  <a:cubicBezTo>
                    <a:pt x="28601" y="73"/>
                    <a:pt x="27851" y="73"/>
                    <a:pt x="27101" y="73"/>
                  </a:cubicBezTo>
                  <a:cubicBezTo>
                    <a:pt x="26351" y="73"/>
                    <a:pt x="25602" y="73"/>
                    <a:pt x="24852" y="81"/>
                  </a:cubicBezTo>
                  <a:lnTo>
                    <a:pt x="23622" y="81"/>
                  </a:lnTo>
                  <a:cubicBezTo>
                    <a:pt x="23336" y="96"/>
                    <a:pt x="23096" y="126"/>
                    <a:pt x="22962" y="501"/>
                  </a:cubicBezTo>
                  <a:cubicBezTo>
                    <a:pt x="22922" y="607"/>
                    <a:pt x="22862" y="657"/>
                    <a:pt x="22802" y="657"/>
                  </a:cubicBezTo>
                  <a:cubicBezTo>
                    <a:pt x="22726" y="657"/>
                    <a:pt x="22650" y="576"/>
                    <a:pt x="22617" y="426"/>
                  </a:cubicBezTo>
                  <a:cubicBezTo>
                    <a:pt x="22579" y="184"/>
                    <a:pt x="22475" y="104"/>
                    <a:pt x="22307" y="104"/>
                  </a:cubicBezTo>
                  <a:cubicBezTo>
                    <a:pt x="22277" y="104"/>
                    <a:pt x="22246" y="107"/>
                    <a:pt x="22212" y="111"/>
                  </a:cubicBezTo>
                  <a:cubicBezTo>
                    <a:pt x="22182" y="113"/>
                    <a:pt x="22151" y="114"/>
                    <a:pt x="22121" y="114"/>
                  </a:cubicBezTo>
                  <a:cubicBezTo>
                    <a:pt x="22041" y="114"/>
                    <a:pt x="21961" y="109"/>
                    <a:pt x="21882" y="109"/>
                  </a:cubicBezTo>
                  <a:cubicBezTo>
                    <a:pt x="21797" y="109"/>
                    <a:pt x="21712" y="115"/>
                    <a:pt x="21627" y="141"/>
                  </a:cubicBezTo>
                  <a:lnTo>
                    <a:pt x="20067" y="141"/>
                  </a:lnTo>
                  <a:cubicBezTo>
                    <a:pt x="17577" y="156"/>
                    <a:pt x="15104" y="141"/>
                    <a:pt x="12628" y="216"/>
                  </a:cubicBezTo>
                  <a:cubicBezTo>
                    <a:pt x="12465" y="224"/>
                    <a:pt x="12301" y="227"/>
                    <a:pt x="12137" y="227"/>
                  </a:cubicBezTo>
                  <a:cubicBezTo>
                    <a:pt x="11880" y="227"/>
                    <a:pt x="11623" y="220"/>
                    <a:pt x="11365" y="220"/>
                  </a:cubicBezTo>
                  <a:cubicBezTo>
                    <a:pt x="11202" y="220"/>
                    <a:pt x="11038" y="223"/>
                    <a:pt x="10874" y="231"/>
                  </a:cubicBezTo>
                  <a:cubicBezTo>
                    <a:pt x="10591" y="248"/>
                    <a:pt x="10308" y="250"/>
                    <a:pt x="10025" y="250"/>
                  </a:cubicBezTo>
                  <a:cubicBezTo>
                    <a:pt x="9926" y="250"/>
                    <a:pt x="9826" y="250"/>
                    <a:pt x="9727" y="250"/>
                  </a:cubicBezTo>
                  <a:cubicBezTo>
                    <a:pt x="9344" y="250"/>
                    <a:pt x="8962" y="253"/>
                    <a:pt x="8579" y="291"/>
                  </a:cubicBezTo>
                  <a:cubicBezTo>
                    <a:pt x="8318" y="310"/>
                    <a:pt x="8057" y="316"/>
                    <a:pt x="7794" y="316"/>
                  </a:cubicBezTo>
                  <a:cubicBezTo>
                    <a:pt x="7439" y="316"/>
                    <a:pt x="7082" y="306"/>
                    <a:pt x="6720" y="306"/>
                  </a:cubicBezTo>
                  <a:cubicBezTo>
                    <a:pt x="5745" y="306"/>
                    <a:pt x="4770" y="321"/>
                    <a:pt x="3796" y="321"/>
                  </a:cubicBezTo>
                  <a:cubicBezTo>
                    <a:pt x="3760" y="469"/>
                    <a:pt x="3774" y="603"/>
                    <a:pt x="3808" y="733"/>
                  </a:cubicBezTo>
                  <a:lnTo>
                    <a:pt x="3808" y="733"/>
                  </a:lnTo>
                  <a:cubicBezTo>
                    <a:pt x="3777" y="695"/>
                    <a:pt x="3735" y="666"/>
                    <a:pt x="3676" y="651"/>
                  </a:cubicBezTo>
                  <a:cubicBezTo>
                    <a:pt x="3670" y="649"/>
                    <a:pt x="3664" y="648"/>
                    <a:pt x="3658" y="648"/>
                  </a:cubicBezTo>
                  <a:cubicBezTo>
                    <a:pt x="3619" y="648"/>
                    <a:pt x="3572" y="690"/>
                    <a:pt x="3527" y="754"/>
                  </a:cubicBezTo>
                  <a:lnTo>
                    <a:pt x="3527" y="754"/>
                  </a:lnTo>
                  <a:cubicBezTo>
                    <a:pt x="3581" y="625"/>
                    <a:pt x="3617" y="483"/>
                    <a:pt x="3630" y="321"/>
                  </a:cubicBezTo>
                  <a:lnTo>
                    <a:pt x="3360" y="321"/>
                  </a:lnTo>
                  <a:cubicBezTo>
                    <a:pt x="3286" y="361"/>
                    <a:pt x="3214" y="405"/>
                    <a:pt x="3144" y="455"/>
                  </a:cubicBezTo>
                  <a:lnTo>
                    <a:pt x="3144" y="455"/>
                  </a:lnTo>
                  <a:cubicBezTo>
                    <a:pt x="3153" y="441"/>
                    <a:pt x="3161" y="427"/>
                    <a:pt x="3166" y="411"/>
                  </a:cubicBezTo>
                  <a:cubicBezTo>
                    <a:pt x="3224" y="315"/>
                    <a:pt x="3201" y="286"/>
                    <a:pt x="3153" y="286"/>
                  </a:cubicBezTo>
                  <a:cubicBezTo>
                    <a:pt x="3126" y="286"/>
                    <a:pt x="3092" y="295"/>
                    <a:pt x="3060" y="306"/>
                  </a:cubicBezTo>
                  <a:cubicBezTo>
                    <a:pt x="2326" y="321"/>
                    <a:pt x="1606" y="321"/>
                    <a:pt x="871" y="336"/>
                  </a:cubicBezTo>
                  <a:cubicBezTo>
                    <a:pt x="451" y="351"/>
                    <a:pt x="256" y="756"/>
                    <a:pt x="451" y="1161"/>
                  </a:cubicBezTo>
                  <a:cubicBezTo>
                    <a:pt x="556" y="1371"/>
                    <a:pt x="691" y="1505"/>
                    <a:pt x="841" y="1641"/>
                  </a:cubicBezTo>
                  <a:cubicBezTo>
                    <a:pt x="946" y="1731"/>
                    <a:pt x="1051" y="1791"/>
                    <a:pt x="1111" y="1941"/>
                  </a:cubicBezTo>
                  <a:cubicBezTo>
                    <a:pt x="931" y="2075"/>
                    <a:pt x="751" y="2195"/>
                    <a:pt x="556" y="2315"/>
                  </a:cubicBezTo>
                  <a:cubicBezTo>
                    <a:pt x="181" y="2571"/>
                    <a:pt x="31" y="3051"/>
                    <a:pt x="196" y="3485"/>
                  </a:cubicBezTo>
                  <a:cubicBezTo>
                    <a:pt x="226" y="3575"/>
                    <a:pt x="286" y="3651"/>
                    <a:pt x="331" y="3725"/>
                  </a:cubicBezTo>
                  <a:cubicBezTo>
                    <a:pt x="511" y="3950"/>
                    <a:pt x="691" y="4145"/>
                    <a:pt x="886" y="4340"/>
                  </a:cubicBezTo>
                  <a:cubicBezTo>
                    <a:pt x="991" y="4460"/>
                    <a:pt x="976" y="4580"/>
                    <a:pt x="826" y="4610"/>
                  </a:cubicBezTo>
                  <a:cubicBezTo>
                    <a:pt x="631" y="4670"/>
                    <a:pt x="511" y="4820"/>
                    <a:pt x="391" y="4970"/>
                  </a:cubicBezTo>
                  <a:cubicBezTo>
                    <a:pt x="61" y="5345"/>
                    <a:pt x="77" y="5465"/>
                    <a:pt x="346" y="5945"/>
                  </a:cubicBezTo>
                  <a:cubicBezTo>
                    <a:pt x="376" y="6004"/>
                    <a:pt x="421" y="6034"/>
                    <a:pt x="466" y="6094"/>
                  </a:cubicBezTo>
                  <a:cubicBezTo>
                    <a:pt x="721" y="6380"/>
                    <a:pt x="961" y="6680"/>
                    <a:pt x="1216" y="6980"/>
                  </a:cubicBezTo>
                  <a:cubicBezTo>
                    <a:pt x="1066" y="7040"/>
                    <a:pt x="901" y="7114"/>
                    <a:pt x="721" y="7174"/>
                  </a:cubicBezTo>
                  <a:cubicBezTo>
                    <a:pt x="376" y="7280"/>
                    <a:pt x="226" y="7610"/>
                    <a:pt x="77" y="7924"/>
                  </a:cubicBezTo>
                  <a:cubicBezTo>
                    <a:pt x="1" y="8090"/>
                    <a:pt x="1" y="8314"/>
                    <a:pt x="106" y="8480"/>
                  </a:cubicBezTo>
                  <a:cubicBezTo>
                    <a:pt x="271" y="8750"/>
                    <a:pt x="436" y="9020"/>
                    <a:pt x="706" y="9184"/>
                  </a:cubicBezTo>
                  <a:cubicBezTo>
                    <a:pt x="946" y="9334"/>
                    <a:pt x="1156" y="9544"/>
                    <a:pt x="1381" y="9739"/>
                  </a:cubicBezTo>
                  <a:cubicBezTo>
                    <a:pt x="1321" y="9784"/>
                    <a:pt x="1306" y="9799"/>
                    <a:pt x="1291" y="9814"/>
                  </a:cubicBezTo>
                  <a:cubicBezTo>
                    <a:pt x="886" y="10024"/>
                    <a:pt x="571" y="10339"/>
                    <a:pt x="346" y="10774"/>
                  </a:cubicBezTo>
                  <a:cubicBezTo>
                    <a:pt x="286" y="10879"/>
                    <a:pt x="271" y="10954"/>
                    <a:pt x="316" y="11074"/>
                  </a:cubicBezTo>
                  <a:cubicBezTo>
                    <a:pt x="436" y="11493"/>
                    <a:pt x="721" y="11673"/>
                    <a:pt x="1081" y="11749"/>
                  </a:cubicBezTo>
                  <a:cubicBezTo>
                    <a:pt x="1198" y="11774"/>
                    <a:pt x="1310" y="11789"/>
                    <a:pt x="1416" y="11789"/>
                  </a:cubicBezTo>
                  <a:cubicBezTo>
                    <a:pt x="1744" y="11789"/>
                    <a:pt x="2016" y="11647"/>
                    <a:pt x="2220" y="11239"/>
                  </a:cubicBezTo>
                  <a:cubicBezTo>
                    <a:pt x="2356" y="10969"/>
                    <a:pt x="2580" y="10774"/>
                    <a:pt x="2866" y="10714"/>
                  </a:cubicBezTo>
                  <a:cubicBezTo>
                    <a:pt x="2904" y="10704"/>
                    <a:pt x="2938" y="10700"/>
                    <a:pt x="2969" y="10700"/>
                  </a:cubicBezTo>
                  <a:cubicBezTo>
                    <a:pt x="3134" y="10700"/>
                    <a:pt x="3196" y="10832"/>
                    <a:pt x="3120" y="11059"/>
                  </a:cubicBezTo>
                  <a:cubicBezTo>
                    <a:pt x="3076" y="11193"/>
                    <a:pt x="2986" y="11313"/>
                    <a:pt x="2910" y="11449"/>
                  </a:cubicBezTo>
                  <a:cubicBezTo>
                    <a:pt x="2850" y="11553"/>
                    <a:pt x="2730" y="11659"/>
                    <a:pt x="2836" y="11809"/>
                  </a:cubicBezTo>
                  <a:cubicBezTo>
                    <a:pt x="2910" y="11809"/>
                    <a:pt x="2986" y="11823"/>
                    <a:pt x="3060" y="11823"/>
                  </a:cubicBezTo>
                  <a:lnTo>
                    <a:pt x="25226" y="11823"/>
                  </a:lnTo>
                  <a:cubicBezTo>
                    <a:pt x="25395" y="11748"/>
                    <a:pt x="25564" y="11568"/>
                    <a:pt x="25729" y="11568"/>
                  </a:cubicBezTo>
                  <a:cubicBezTo>
                    <a:pt x="25828" y="11568"/>
                    <a:pt x="25926" y="11632"/>
                    <a:pt x="26021" y="11823"/>
                  </a:cubicBezTo>
                  <a:lnTo>
                    <a:pt x="30521" y="11823"/>
                  </a:lnTo>
                  <a:cubicBezTo>
                    <a:pt x="30768" y="11650"/>
                    <a:pt x="31019" y="11589"/>
                    <a:pt x="31271" y="11589"/>
                  </a:cubicBezTo>
                  <a:cubicBezTo>
                    <a:pt x="31628" y="11589"/>
                    <a:pt x="31989" y="11712"/>
                    <a:pt x="32350" y="11809"/>
                  </a:cubicBezTo>
                  <a:lnTo>
                    <a:pt x="33370" y="11809"/>
                  </a:lnTo>
                  <a:cubicBezTo>
                    <a:pt x="33384" y="11749"/>
                    <a:pt x="33384" y="11689"/>
                    <a:pt x="33340" y="11659"/>
                  </a:cubicBezTo>
                  <a:cubicBezTo>
                    <a:pt x="32875" y="11269"/>
                    <a:pt x="32455" y="10789"/>
                    <a:pt x="31810" y="10789"/>
                  </a:cubicBezTo>
                  <a:cubicBezTo>
                    <a:pt x="31761" y="10787"/>
                    <a:pt x="31711" y="10786"/>
                    <a:pt x="31661" y="10786"/>
                  </a:cubicBezTo>
                  <a:cubicBezTo>
                    <a:pt x="31497" y="10786"/>
                    <a:pt x="31331" y="10795"/>
                    <a:pt x="31164" y="10795"/>
                  </a:cubicBezTo>
                  <a:cubicBezTo>
                    <a:pt x="30980" y="10795"/>
                    <a:pt x="30795" y="10785"/>
                    <a:pt x="30611" y="10744"/>
                  </a:cubicBezTo>
                  <a:cubicBezTo>
                    <a:pt x="30431" y="10699"/>
                    <a:pt x="30251" y="10714"/>
                    <a:pt x="30071" y="10639"/>
                  </a:cubicBezTo>
                  <a:cubicBezTo>
                    <a:pt x="29921" y="10579"/>
                    <a:pt x="29651" y="10594"/>
                    <a:pt x="29665" y="10384"/>
                  </a:cubicBezTo>
                  <a:cubicBezTo>
                    <a:pt x="29685" y="10211"/>
                    <a:pt x="29816" y="10176"/>
                    <a:pt x="29958" y="10176"/>
                  </a:cubicBezTo>
                  <a:cubicBezTo>
                    <a:pt x="30026" y="10176"/>
                    <a:pt x="30097" y="10184"/>
                    <a:pt x="30161" y="10189"/>
                  </a:cubicBezTo>
                  <a:cubicBezTo>
                    <a:pt x="30565" y="10189"/>
                    <a:pt x="30940" y="10369"/>
                    <a:pt x="31315" y="10474"/>
                  </a:cubicBezTo>
                  <a:cubicBezTo>
                    <a:pt x="31405" y="10489"/>
                    <a:pt x="31480" y="10504"/>
                    <a:pt x="31570" y="10534"/>
                  </a:cubicBezTo>
                  <a:cubicBezTo>
                    <a:pt x="31600" y="10534"/>
                    <a:pt x="31630" y="10549"/>
                    <a:pt x="31660" y="10564"/>
                  </a:cubicBezTo>
                  <a:cubicBezTo>
                    <a:pt x="31727" y="10574"/>
                    <a:pt x="31795" y="10614"/>
                    <a:pt x="31866" y="10614"/>
                  </a:cubicBezTo>
                  <a:cubicBezTo>
                    <a:pt x="31906" y="10614"/>
                    <a:pt x="31947" y="10601"/>
                    <a:pt x="31990" y="10564"/>
                  </a:cubicBezTo>
                  <a:cubicBezTo>
                    <a:pt x="31990" y="10549"/>
                    <a:pt x="31990" y="10519"/>
                    <a:pt x="32005" y="10504"/>
                  </a:cubicBezTo>
                  <a:cubicBezTo>
                    <a:pt x="31990" y="10474"/>
                    <a:pt x="31990" y="10429"/>
                    <a:pt x="31960" y="10399"/>
                  </a:cubicBezTo>
                  <a:cubicBezTo>
                    <a:pt x="31945" y="10369"/>
                    <a:pt x="31915" y="10354"/>
                    <a:pt x="31900" y="10324"/>
                  </a:cubicBezTo>
                  <a:cubicBezTo>
                    <a:pt x="31840" y="10279"/>
                    <a:pt x="31795" y="10219"/>
                    <a:pt x="31750" y="10159"/>
                  </a:cubicBezTo>
                  <a:cubicBezTo>
                    <a:pt x="31300" y="9765"/>
                    <a:pt x="30849" y="9344"/>
                    <a:pt x="30236" y="9344"/>
                  </a:cubicBezTo>
                  <a:cubicBezTo>
                    <a:pt x="30196" y="9344"/>
                    <a:pt x="30156" y="9346"/>
                    <a:pt x="30115" y="9349"/>
                  </a:cubicBezTo>
                  <a:cubicBezTo>
                    <a:pt x="30105" y="9351"/>
                    <a:pt x="30094" y="9351"/>
                    <a:pt x="30084" y="9351"/>
                  </a:cubicBezTo>
                  <a:cubicBezTo>
                    <a:pt x="29972" y="9351"/>
                    <a:pt x="29849" y="9286"/>
                    <a:pt x="29725" y="9244"/>
                  </a:cubicBezTo>
                  <a:cubicBezTo>
                    <a:pt x="29455" y="9169"/>
                    <a:pt x="29201" y="9064"/>
                    <a:pt x="28961" y="8900"/>
                  </a:cubicBezTo>
                  <a:cubicBezTo>
                    <a:pt x="28871" y="8824"/>
                    <a:pt x="28751" y="8764"/>
                    <a:pt x="28811" y="8614"/>
                  </a:cubicBezTo>
                  <a:cubicBezTo>
                    <a:pt x="28838" y="8560"/>
                    <a:pt x="28878" y="8542"/>
                    <a:pt x="28921" y="8542"/>
                  </a:cubicBezTo>
                  <a:cubicBezTo>
                    <a:pt x="28973" y="8542"/>
                    <a:pt x="29032" y="8568"/>
                    <a:pt x="29081" y="8584"/>
                  </a:cubicBezTo>
                  <a:cubicBezTo>
                    <a:pt x="29591" y="8764"/>
                    <a:pt x="30085" y="9004"/>
                    <a:pt x="30551" y="9289"/>
                  </a:cubicBezTo>
                  <a:cubicBezTo>
                    <a:pt x="30850" y="9409"/>
                    <a:pt x="31090" y="9634"/>
                    <a:pt x="31375" y="9784"/>
                  </a:cubicBezTo>
                  <a:cubicBezTo>
                    <a:pt x="31420" y="9814"/>
                    <a:pt x="31465" y="9829"/>
                    <a:pt x="31510" y="9844"/>
                  </a:cubicBezTo>
                  <a:cubicBezTo>
                    <a:pt x="31555" y="9859"/>
                    <a:pt x="31585" y="9859"/>
                    <a:pt x="31615" y="9859"/>
                  </a:cubicBezTo>
                  <a:cubicBezTo>
                    <a:pt x="31690" y="9844"/>
                    <a:pt x="31720" y="9784"/>
                    <a:pt x="31735" y="9694"/>
                  </a:cubicBezTo>
                  <a:cubicBezTo>
                    <a:pt x="31735" y="9664"/>
                    <a:pt x="31720" y="9634"/>
                    <a:pt x="31705" y="9589"/>
                  </a:cubicBezTo>
                  <a:lnTo>
                    <a:pt x="31660" y="9499"/>
                  </a:lnTo>
                  <a:cubicBezTo>
                    <a:pt x="31585" y="9364"/>
                    <a:pt x="31495" y="9259"/>
                    <a:pt x="31405" y="9154"/>
                  </a:cubicBezTo>
                  <a:cubicBezTo>
                    <a:pt x="31060" y="8750"/>
                    <a:pt x="30761" y="8284"/>
                    <a:pt x="30475" y="7820"/>
                  </a:cubicBezTo>
                  <a:cubicBezTo>
                    <a:pt x="30401" y="7714"/>
                    <a:pt x="30281" y="7564"/>
                    <a:pt x="30385" y="7460"/>
                  </a:cubicBezTo>
                  <a:cubicBezTo>
                    <a:pt x="30413" y="7431"/>
                    <a:pt x="30441" y="7420"/>
                    <a:pt x="30467" y="7420"/>
                  </a:cubicBezTo>
                  <a:cubicBezTo>
                    <a:pt x="30552" y="7420"/>
                    <a:pt x="30625" y="7541"/>
                    <a:pt x="30671" y="7610"/>
                  </a:cubicBezTo>
                  <a:cubicBezTo>
                    <a:pt x="30985" y="8044"/>
                    <a:pt x="31285" y="8480"/>
                    <a:pt x="31480" y="8990"/>
                  </a:cubicBezTo>
                  <a:cubicBezTo>
                    <a:pt x="31885" y="9874"/>
                    <a:pt x="32365" y="10684"/>
                    <a:pt x="33070" y="11283"/>
                  </a:cubicBezTo>
                  <a:cubicBezTo>
                    <a:pt x="33100" y="11299"/>
                    <a:pt x="33130" y="11329"/>
                    <a:pt x="33160" y="11343"/>
                  </a:cubicBezTo>
                  <a:cubicBezTo>
                    <a:pt x="33174" y="11359"/>
                    <a:pt x="33190" y="11359"/>
                    <a:pt x="33204" y="11373"/>
                  </a:cubicBezTo>
                  <a:lnTo>
                    <a:pt x="33294" y="11419"/>
                  </a:lnTo>
                  <a:cubicBezTo>
                    <a:pt x="33324" y="11419"/>
                    <a:pt x="33354" y="11419"/>
                    <a:pt x="33384" y="11389"/>
                  </a:cubicBezTo>
                  <a:cubicBezTo>
                    <a:pt x="33474" y="11149"/>
                    <a:pt x="33280" y="11014"/>
                    <a:pt x="33234" y="10819"/>
                  </a:cubicBezTo>
                  <a:cubicBezTo>
                    <a:pt x="33220" y="10774"/>
                    <a:pt x="33204" y="10744"/>
                    <a:pt x="33204" y="10714"/>
                  </a:cubicBezTo>
                  <a:cubicBezTo>
                    <a:pt x="33174" y="10654"/>
                    <a:pt x="33160" y="10609"/>
                    <a:pt x="33130" y="10549"/>
                  </a:cubicBezTo>
                  <a:cubicBezTo>
                    <a:pt x="32830" y="9904"/>
                    <a:pt x="32455" y="9304"/>
                    <a:pt x="32230" y="8614"/>
                  </a:cubicBezTo>
                  <a:cubicBezTo>
                    <a:pt x="32170" y="8420"/>
                    <a:pt x="31990" y="8104"/>
                    <a:pt x="32170" y="8014"/>
                  </a:cubicBezTo>
                  <a:cubicBezTo>
                    <a:pt x="32193" y="8004"/>
                    <a:pt x="32214" y="7999"/>
                    <a:pt x="32234" y="7999"/>
                  </a:cubicBezTo>
                  <a:cubicBezTo>
                    <a:pt x="32389" y="7999"/>
                    <a:pt x="32479" y="8278"/>
                    <a:pt x="32545" y="8464"/>
                  </a:cubicBezTo>
                  <a:cubicBezTo>
                    <a:pt x="32800" y="9094"/>
                    <a:pt x="33040" y="9739"/>
                    <a:pt x="33160" y="10414"/>
                  </a:cubicBezTo>
                  <a:cubicBezTo>
                    <a:pt x="33234" y="10834"/>
                    <a:pt x="33400" y="11209"/>
                    <a:pt x="33594" y="11569"/>
                  </a:cubicBezTo>
                  <a:cubicBezTo>
                    <a:pt x="33640" y="11673"/>
                    <a:pt x="33730" y="11749"/>
                    <a:pt x="33804" y="11823"/>
                  </a:cubicBezTo>
                  <a:cubicBezTo>
                    <a:pt x="34150" y="11793"/>
                    <a:pt x="34164" y="11779"/>
                    <a:pt x="34180" y="11419"/>
                  </a:cubicBezTo>
                  <a:cubicBezTo>
                    <a:pt x="34180" y="11253"/>
                    <a:pt x="34164" y="11089"/>
                    <a:pt x="34134" y="10924"/>
                  </a:cubicBezTo>
                  <a:cubicBezTo>
                    <a:pt x="34044" y="10564"/>
                    <a:pt x="33864" y="10279"/>
                    <a:pt x="33700" y="9964"/>
                  </a:cubicBezTo>
                  <a:cubicBezTo>
                    <a:pt x="33670" y="9889"/>
                    <a:pt x="33580" y="9799"/>
                    <a:pt x="33670" y="9709"/>
                  </a:cubicBezTo>
                  <a:cubicBezTo>
                    <a:pt x="33940" y="9469"/>
                    <a:pt x="33954" y="9050"/>
                    <a:pt x="34210" y="8794"/>
                  </a:cubicBezTo>
                  <a:cubicBezTo>
                    <a:pt x="34330" y="8660"/>
                    <a:pt x="34344" y="8480"/>
                    <a:pt x="34284" y="8284"/>
                  </a:cubicBezTo>
                  <a:cubicBezTo>
                    <a:pt x="34194" y="8014"/>
                    <a:pt x="34060" y="7774"/>
                    <a:pt x="33894" y="7550"/>
                  </a:cubicBezTo>
                  <a:cubicBezTo>
                    <a:pt x="33804" y="7414"/>
                    <a:pt x="33790" y="7324"/>
                    <a:pt x="33940" y="7204"/>
                  </a:cubicBezTo>
                  <a:cubicBezTo>
                    <a:pt x="34434" y="6800"/>
                    <a:pt x="34540" y="6230"/>
                    <a:pt x="34284" y="5615"/>
                  </a:cubicBezTo>
                  <a:cubicBezTo>
                    <a:pt x="34180" y="5390"/>
                    <a:pt x="34044" y="5210"/>
                    <a:pt x="33880" y="5030"/>
                  </a:cubicBezTo>
                  <a:cubicBezTo>
                    <a:pt x="33700" y="4805"/>
                    <a:pt x="33700" y="4760"/>
                    <a:pt x="33910" y="4595"/>
                  </a:cubicBezTo>
                  <a:cubicBezTo>
                    <a:pt x="34164" y="4400"/>
                    <a:pt x="34254" y="4145"/>
                    <a:pt x="34194" y="3815"/>
                  </a:cubicBezTo>
                  <a:cubicBezTo>
                    <a:pt x="34180" y="3711"/>
                    <a:pt x="34180" y="3591"/>
                    <a:pt x="34180" y="3485"/>
                  </a:cubicBezTo>
                  <a:cubicBezTo>
                    <a:pt x="34130" y="3421"/>
                    <a:pt x="34073" y="3404"/>
                    <a:pt x="34013" y="3404"/>
                  </a:cubicBezTo>
                  <a:cubicBezTo>
                    <a:pt x="33946" y="3404"/>
                    <a:pt x="33876" y="3425"/>
                    <a:pt x="33804" y="3425"/>
                  </a:cubicBezTo>
                  <a:cubicBezTo>
                    <a:pt x="33782" y="3430"/>
                    <a:pt x="33760" y="3433"/>
                    <a:pt x="33739" y="3433"/>
                  </a:cubicBezTo>
                  <a:cubicBezTo>
                    <a:pt x="33688" y="3433"/>
                    <a:pt x="33641" y="3414"/>
                    <a:pt x="33610" y="3351"/>
                  </a:cubicBezTo>
                  <a:cubicBezTo>
                    <a:pt x="33580" y="3261"/>
                    <a:pt x="33654" y="3201"/>
                    <a:pt x="33700" y="3155"/>
                  </a:cubicBezTo>
                  <a:cubicBezTo>
                    <a:pt x="33804" y="3051"/>
                    <a:pt x="33924" y="2975"/>
                    <a:pt x="33954" y="2811"/>
                  </a:cubicBezTo>
                  <a:cubicBezTo>
                    <a:pt x="33940" y="2781"/>
                    <a:pt x="33924" y="2751"/>
                    <a:pt x="33894" y="2721"/>
                  </a:cubicBezTo>
                  <a:cubicBezTo>
                    <a:pt x="33654" y="2405"/>
                    <a:pt x="33504" y="2045"/>
                    <a:pt x="33834" y="1731"/>
                  </a:cubicBezTo>
                  <a:cubicBezTo>
                    <a:pt x="34180" y="1385"/>
                    <a:pt x="34180" y="995"/>
                    <a:pt x="34104" y="561"/>
                  </a:cubicBezTo>
                  <a:cubicBezTo>
                    <a:pt x="33761" y="217"/>
                    <a:pt x="33392" y="0"/>
                    <a:pt x="329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5"/>
            <p:cNvSpPr/>
            <p:nvPr/>
          </p:nvSpPr>
          <p:spPr>
            <a:xfrm rot="1242556">
              <a:off x="-537218" y="4314817"/>
              <a:ext cx="179886" cy="124783"/>
            </a:xfrm>
            <a:custGeom>
              <a:rect b="b" l="l" r="r" t="t"/>
              <a:pathLst>
                <a:path extrusionOk="0" h="2851" w="4110">
                  <a:moveTo>
                    <a:pt x="1845" y="1"/>
                  </a:moveTo>
                  <a:cubicBezTo>
                    <a:pt x="1755" y="61"/>
                    <a:pt x="1725" y="151"/>
                    <a:pt x="1695" y="256"/>
                  </a:cubicBezTo>
                  <a:cubicBezTo>
                    <a:pt x="1770" y="376"/>
                    <a:pt x="1845" y="481"/>
                    <a:pt x="1920" y="586"/>
                  </a:cubicBezTo>
                  <a:cubicBezTo>
                    <a:pt x="1935" y="616"/>
                    <a:pt x="1965" y="646"/>
                    <a:pt x="1980" y="676"/>
                  </a:cubicBezTo>
                  <a:cubicBezTo>
                    <a:pt x="2055" y="766"/>
                    <a:pt x="2025" y="916"/>
                    <a:pt x="2130" y="991"/>
                  </a:cubicBezTo>
                  <a:cubicBezTo>
                    <a:pt x="2160" y="1021"/>
                    <a:pt x="2175" y="1051"/>
                    <a:pt x="2205" y="1081"/>
                  </a:cubicBezTo>
                  <a:lnTo>
                    <a:pt x="2160" y="1036"/>
                  </a:lnTo>
                  <a:cubicBezTo>
                    <a:pt x="2145" y="1036"/>
                    <a:pt x="2145" y="1021"/>
                    <a:pt x="2130" y="1006"/>
                  </a:cubicBezTo>
                  <a:lnTo>
                    <a:pt x="2070" y="946"/>
                  </a:lnTo>
                  <a:cubicBezTo>
                    <a:pt x="2010" y="871"/>
                    <a:pt x="1905" y="916"/>
                    <a:pt x="1845" y="841"/>
                  </a:cubicBezTo>
                  <a:lnTo>
                    <a:pt x="1770" y="766"/>
                  </a:lnTo>
                  <a:cubicBezTo>
                    <a:pt x="1455" y="616"/>
                    <a:pt x="1215" y="331"/>
                    <a:pt x="886" y="256"/>
                  </a:cubicBezTo>
                  <a:cubicBezTo>
                    <a:pt x="811" y="301"/>
                    <a:pt x="732" y="316"/>
                    <a:pt x="651" y="316"/>
                  </a:cubicBezTo>
                  <a:cubicBezTo>
                    <a:pt x="570" y="316"/>
                    <a:pt x="488" y="301"/>
                    <a:pt x="406" y="286"/>
                  </a:cubicBezTo>
                  <a:cubicBezTo>
                    <a:pt x="338" y="271"/>
                    <a:pt x="266" y="249"/>
                    <a:pt x="197" y="249"/>
                  </a:cubicBezTo>
                  <a:cubicBezTo>
                    <a:pt x="128" y="249"/>
                    <a:pt x="60" y="271"/>
                    <a:pt x="0" y="346"/>
                  </a:cubicBezTo>
                  <a:cubicBezTo>
                    <a:pt x="226" y="481"/>
                    <a:pt x="450" y="511"/>
                    <a:pt x="690" y="511"/>
                  </a:cubicBezTo>
                  <a:cubicBezTo>
                    <a:pt x="728" y="511"/>
                    <a:pt x="766" y="510"/>
                    <a:pt x="803" y="510"/>
                  </a:cubicBezTo>
                  <a:cubicBezTo>
                    <a:pt x="899" y="510"/>
                    <a:pt x="993" y="517"/>
                    <a:pt x="1080" y="571"/>
                  </a:cubicBezTo>
                  <a:cubicBezTo>
                    <a:pt x="1425" y="811"/>
                    <a:pt x="1770" y="1021"/>
                    <a:pt x="2070" y="1336"/>
                  </a:cubicBezTo>
                  <a:cubicBezTo>
                    <a:pt x="2100" y="1396"/>
                    <a:pt x="2175" y="1381"/>
                    <a:pt x="2205" y="1426"/>
                  </a:cubicBezTo>
                  <a:lnTo>
                    <a:pt x="2280" y="1501"/>
                  </a:lnTo>
                  <a:lnTo>
                    <a:pt x="2295" y="1501"/>
                  </a:lnTo>
                  <a:cubicBezTo>
                    <a:pt x="2220" y="1591"/>
                    <a:pt x="2550" y="1606"/>
                    <a:pt x="2310" y="1726"/>
                  </a:cubicBezTo>
                  <a:cubicBezTo>
                    <a:pt x="2160" y="1726"/>
                    <a:pt x="1995" y="1711"/>
                    <a:pt x="1845" y="1711"/>
                  </a:cubicBezTo>
                  <a:cubicBezTo>
                    <a:pt x="1709" y="1711"/>
                    <a:pt x="1572" y="1698"/>
                    <a:pt x="1437" y="1698"/>
                  </a:cubicBezTo>
                  <a:cubicBezTo>
                    <a:pt x="1247" y="1698"/>
                    <a:pt x="1061" y="1723"/>
                    <a:pt x="886" y="1846"/>
                  </a:cubicBezTo>
                  <a:cubicBezTo>
                    <a:pt x="952" y="1912"/>
                    <a:pt x="1024" y="1925"/>
                    <a:pt x="1099" y="1925"/>
                  </a:cubicBezTo>
                  <a:cubicBezTo>
                    <a:pt x="1142" y="1925"/>
                    <a:pt x="1186" y="1921"/>
                    <a:pt x="1230" y="1921"/>
                  </a:cubicBezTo>
                  <a:lnTo>
                    <a:pt x="2205" y="1921"/>
                  </a:lnTo>
                  <a:cubicBezTo>
                    <a:pt x="2310" y="1936"/>
                    <a:pt x="2400" y="1921"/>
                    <a:pt x="2490" y="1966"/>
                  </a:cubicBezTo>
                  <a:cubicBezTo>
                    <a:pt x="2910" y="2236"/>
                    <a:pt x="3329" y="2476"/>
                    <a:pt x="3675" y="2836"/>
                  </a:cubicBezTo>
                  <a:cubicBezTo>
                    <a:pt x="3825" y="2836"/>
                    <a:pt x="3975" y="2836"/>
                    <a:pt x="4109" y="2850"/>
                  </a:cubicBezTo>
                  <a:cubicBezTo>
                    <a:pt x="4079" y="2760"/>
                    <a:pt x="4049" y="2656"/>
                    <a:pt x="3975" y="2596"/>
                  </a:cubicBezTo>
                  <a:cubicBezTo>
                    <a:pt x="3839" y="2550"/>
                    <a:pt x="3735" y="2476"/>
                    <a:pt x="3599" y="2430"/>
                  </a:cubicBezTo>
                  <a:cubicBezTo>
                    <a:pt x="3585" y="2400"/>
                    <a:pt x="3555" y="2370"/>
                    <a:pt x="3525" y="2340"/>
                  </a:cubicBezTo>
                  <a:cubicBezTo>
                    <a:pt x="3509" y="2310"/>
                    <a:pt x="3479" y="2296"/>
                    <a:pt x="3449" y="2266"/>
                  </a:cubicBezTo>
                  <a:cubicBezTo>
                    <a:pt x="3269" y="2041"/>
                    <a:pt x="3015" y="1891"/>
                    <a:pt x="2835" y="1621"/>
                  </a:cubicBezTo>
                  <a:cubicBezTo>
                    <a:pt x="2490" y="1096"/>
                    <a:pt x="2115" y="586"/>
                    <a:pt x="1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5"/>
            <p:cNvSpPr/>
            <p:nvPr/>
          </p:nvSpPr>
          <p:spPr>
            <a:xfrm rot="1242556">
              <a:off x="-1718356" y="3924923"/>
              <a:ext cx="99485" cy="54885"/>
            </a:xfrm>
            <a:custGeom>
              <a:rect b="b" l="l" r="r" t="t"/>
              <a:pathLst>
                <a:path extrusionOk="0" h="1254" w="2273">
                  <a:moveTo>
                    <a:pt x="1892" y="1"/>
                  </a:moveTo>
                  <a:cubicBezTo>
                    <a:pt x="1872" y="1"/>
                    <a:pt x="1852" y="2"/>
                    <a:pt x="1830" y="4"/>
                  </a:cubicBezTo>
                  <a:cubicBezTo>
                    <a:pt x="1740" y="19"/>
                    <a:pt x="1650" y="64"/>
                    <a:pt x="1560" y="109"/>
                  </a:cubicBezTo>
                  <a:cubicBezTo>
                    <a:pt x="1336" y="229"/>
                    <a:pt x="1126" y="424"/>
                    <a:pt x="1021" y="663"/>
                  </a:cubicBezTo>
                  <a:cubicBezTo>
                    <a:pt x="850" y="1052"/>
                    <a:pt x="612" y="1196"/>
                    <a:pt x="304" y="1196"/>
                  </a:cubicBezTo>
                  <a:cubicBezTo>
                    <a:pt x="232" y="1196"/>
                    <a:pt x="156" y="1188"/>
                    <a:pt x="76" y="1173"/>
                  </a:cubicBezTo>
                  <a:cubicBezTo>
                    <a:pt x="46" y="1173"/>
                    <a:pt x="31" y="1189"/>
                    <a:pt x="1" y="1189"/>
                  </a:cubicBezTo>
                  <a:cubicBezTo>
                    <a:pt x="55" y="1243"/>
                    <a:pt x="119" y="1254"/>
                    <a:pt x="185" y="1254"/>
                  </a:cubicBezTo>
                  <a:cubicBezTo>
                    <a:pt x="229" y="1254"/>
                    <a:pt x="274" y="1249"/>
                    <a:pt x="316" y="1249"/>
                  </a:cubicBezTo>
                  <a:lnTo>
                    <a:pt x="1756" y="1249"/>
                  </a:lnTo>
                  <a:cubicBezTo>
                    <a:pt x="1756" y="1129"/>
                    <a:pt x="1846" y="1053"/>
                    <a:pt x="1890" y="963"/>
                  </a:cubicBezTo>
                  <a:cubicBezTo>
                    <a:pt x="1996" y="813"/>
                    <a:pt x="2100" y="649"/>
                    <a:pt x="2160" y="484"/>
                  </a:cubicBezTo>
                  <a:cubicBezTo>
                    <a:pt x="2272" y="190"/>
                    <a:pt x="2163" y="1"/>
                    <a:pt x="18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5"/>
            <p:cNvSpPr/>
            <p:nvPr/>
          </p:nvSpPr>
          <p:spPr>
            <a:xfrm rot="1242556">
              <a:off x="-1515999" y="3519686"/>
              <a:ext cx="68978" cy="145747"/>
            </a:xfrm>
            <a:custGeom>
              <a:rect b="b" l="l" r="r" t="t"/>
              <a:pathLst>
                <a:path extrusionOk="0" h="3330" w="1576">
                  <a:moveTo>
                    <a:pt x="1110" y="0"/>
                  </a:moveTo>
                  <a:cubicBezTo>
                    <a:pt x="946" y="480"/>
                    <a:pt x="690" y="870"/>
                    <a:pt x="316" y="1154"/>
                  </a:cubicBezTo>
                  <a:cubicBezTo>
                    <a:pt x="316" y="1230"/>
                    <a:pt x="346" y="1290"/>
                    <a:pt x="376" y="1350"/>
                  </a:cubicBezTo>
                  <a:cubicBezTo>
                    <a:pt x="390" y="1634"/>
                    <a:pt x="286" y="1890"/>
                    <a:pt x="240" y="2160"/>
                  </a:cubicBezTo>
                  <a:cubicBezTo>
                    <a:pt x="180" y="2234"/>
                    <a:pt x="240" y="2340"/>
                    <a:pt x="166" y="2414"/>
                  </a:cubicBezTo>
                  <a:cubicBezTo>
                    <a:pt x="196" y="2594"/>
                    <a:pt x="76" y="2744"/>
                    <a:pt x="106" y="2910"/>
                  </a:cubicBezTo>
                  <a:cubicBezTo>
                    <a:pt x="210" y="3030"/>
                    <a:pt x="0" y="3270"/>
                    <a:pt x="240" y="3330"/>
                  </a:cubicBezTo>
                  <a:cubicBezTo>
                    <a:pt x="226" y="2610"/>
                    <a:pt x="466" y="1980"/>
                    <a:pt x="766" y="1364"/>
                  </a:cubicBezTo>
                  <a:cubicBezTo>
                    <a:pt x="840" y="1694"/>
                    <a:pt x="900" y="2010"/>
                    <a:pt x="826" y="2324"/>
                  </a:cubicBezTo>
                  <a:cubicBezTo>
                    <a:pt x="838" y="2326"/>
                    <a:pt x="850" y="2327"/>
                    <a:pt x="860" y="2327"/>
                  </a:cubicBezTo>
                  <a:cubicBezTo>
                    <a:pt x="1042" y="2327"/>
                    <a:pt x="980" y="2094"/>
                    <a:pt x="1050" y="1994"/>
                  </a:cubicBezTo>
                  <a:cubicBezTo>
                    <a:pt x="1066" y="1710"/>
                    <a:pt x="1006" y="1440"/>
                    <a:pt x="946" y="1184"/>
                  </a:cubicBezTo>
                  <a:cubicBezTo>
                    <a:pt x="856" y="840"/>
                    <a:pt x="990" y="600"/>
                    <a:pt x="1170" y="330"/>
                  </a:cubicBezTo>
                  <a:cubicBezTo>
                    <a:pt x="1290" y="600"/>
                    <a:pt x="1350" y="840"/>
                    <a:pt x="1350" y="1110"/>
                  </a:cubicBezTo>
                  <a:cubicBezTo>
                    <a:pt x="1350" y="1244"/>
                    <a:pt x="1320" y="1380"/>
                    <a:pt x="1410" y="1500"/>
                  </a:cubicBezTo>
                  <a:cubicBezTo>
                    <a:pt x="1546" y="1364"/>
                    <a:pt x="1530" y="1170"/>
                    <a:pt x="1576" y="990"/>
                  </a:cubicBezTo>
                  <a:cubicBezTo>
                    <a:pt x="1456" y="660"/>
                    <a:pt x="1350" y="330"/>
                    <a:pt x="127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5"/>
            <p:cNvSpPr/>
            <p:nvPr/>
          </p:nvSpPr>
          <p:spPr>
            <a:xfrm rot="1242556">
              <a:off x="-1539493" y="3505926"/>
              <a:ext cx="78826" cy="61713"/>
            </a:xfrm>
            <a:custGeom>
              <a:rect b="b" l="l" r="r" t="t"/>
              <a:pathLst>
                <a:path extrusionOk="0" h="1410" w="1801">
                  <a:moveTo>
                    <a:pt x="1611" y="0"/>
                  </a:moveTo>
                  <a:cubicBezTo>
                    <a:pt x="1575" y="0"/>
                    <a:pt x="1539" y="18"/>
                    <a:pt x="1500" y="67"/>
                  </a:cubicBezTo>
                  <a:cubicBezTo>
                    <a:pt x="1505" y="80"/>
                    <a:pt x="1508" y="84"/>
                    <a:pt x="1511" y="84"/>
                  </a:cubicBezTo>
                  <a:cubicBezTo>
                    <a:pt x="1515" y="84"/>
                    <a:pt x="1518" y="73"/>
                    <a:pt x="1523" y="73"/>
                  </a:cubicBezTo>
                  <a:cubicBezTo>
                    <a:pt x="1525" y="73"/>
                    <a:pt x="1527" y="76"/>
                    <a:pt x="1530" y="82"/>
                  </a:cubicBezTo>
                  <a:cubicBezTo>
                    <a:pt x="1636" y="187"/>
                    <a:pt x="1516" y="187"/>
                    <a:pt x="1486" y="187"/>
                  </a:cubicBezTo>
                  <a:cubicBezTo>
                    <a:pt x="1156" y="232"/>
                    <a:pt x="856" y="412"/>
                    <a:pt x="556" y="577"/>
                  </a:cubicBezTo>
                  <a:cubicBezTo>
                    <a:pt x="481" y="636"/>
                    <a:pt x="391" y="682"/>
                    <a:pt x="331" y="742"/>
                  </a:cubicBezTo>
                  <a:cubicBezTo>
                    <a:pt x="241" y="832"/>
                    <a:pt x="136" y="922"/>
                    <a:pt x="61" y="1026"/>
                  </a:cubicBezTo>
                  <a:cubicBezTo>
                    <a:pt x="1" y="1116"/>
                    <a:pt x="1" y="1236"/>
                    <a:pt x="61" y="1342"/>
                  </a:cubicBezTo>
                  <a:cubicBezTo>
                    <a:pt x="86" y="1393"/>
                    <a:pt x="131" y="1410"/>
                    <a:pt x="178" y="1410"/>
                  </a:cubicBezTo>
                  <a:cubicBezTo>
                    <a:pt x="215" y="1410"/>
                    <a:pt x="253" y="1399"/>
                    <a:pt x="286" y="1386"/>
                  </a:cubicBezTo>
                  <a:cubicBezTo>
                    <a:pt x="451" y="1326"/>
                    <a:pt x="600" y="1252"/>
                    <a:pt x="750" y="1146"/>
                  </a:cubicBezTo>
                  <a:cubicBezTo>
                    <a:pt x="1156" y="862"/>
                    <a:pt x="1410" y="397"/>
                    <a:pt x="1800" y="82"/>
                  </a:cubicBezTo>
                  <a:cubicBezTo>
                    <a:pt x="1734" y="53"/>
                    <a:pt x="1673" y="0"/>
                    <a:pt x="16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5"/>
            <p:cNvSpPr/>
            <p:nvPr/>
          </p:nvSpPr>
          <p:spPr>
            <a:xfrm rot="1242556">
              <a:off x="-710513" y="3811818"/>
              <a:ext cx="87361" cy="33220"/>
            </a:xfrm>
            <a:custGeom>
              <a:rect b="b" l="l" r="r" t="t"/>
              <a:pathLst>
                <a:path extrusionOk="0" h="759" w="1996">
                  <a:moveTo>
                    <a:pt x="211" y="1"/>
                  </a:moveTo>
                  <a:cubicBezTo>
                    <a:pt x="136" y="1"/>
                    <a:pt x="61" y="1"/>
                    <a:pt x="1" y="76"/>
                  </a:cubicBezTo>
                  <a:cubicBezTo>
                    <a:pt x="181" y="76"/>
                    <a:pt x="376" y="76"/>
                    <a:pt x="556" y="91"/>
                  </a:cubicBezTo>
                  <a:cubicBezTo>
                    <a:pt x="856" y="91"/>
                    <a:pt x="856" y="91"/>
                    <a:pt x="886" y="436"/>
                  </a:cubicBezTo>
                  <a:cubicBezTo>
                    <a:pt x="886" y="571"/>
                    <a:pt x="901" y="706"/>
                    <a:pt x="1036" y="736"/>
                  </a:cubicBezTo>
                  <a:cubicBezTo>
                    <a:pt x="1078" y="750"/>
                    <a:pt x="1119" y="758"/>
                    <a:pt x="1158" y="758"/>
                  </a:cubicBezTo>
                  <a:cubicBezTo>
                    <a:pt x="1243" y="758"/>
                    <a:pt x="1319" y="719"/>
                    <a:pt x="1380" y="616"/>
                  </a:cubicBezTo>
                  <a:cubicBezTo>
                    <a:pt x="1426" y="526"/>
                    <a:pt x="1500" y="451"/>
                    <a:pt x="1516" y="361"/>
                  </a:cubicBezTo>
                  <a:cubicBezTo>
                    <a:pt x="1542" y="154"/>
                    <a:pt x="1635" y="70"/>
                    <a:pt x="1784" y="70"/>
                  </a:cubicBezTo>
                  <a:cubicBezTo>
                    <a:pt x="1808" y="70"/>
                    <a:pt x="1833" y="72"/>
                    <a:pt x="1860" y="76"/>
                  </a:cubicBezTo>
                  <a:cubicBezTo>
                    <a:pt x="1906" y="76"/>
                    <a:pt x="1950" y="31"/>
                    <a:pt x="1996" y="16"/>
                  </a:cubicBezTo>
                  <a:cubicBezTo>
                    <a:pt x="1396" y="1"/>
                    <a:pt x="796" y="1"/>
                    <a:pt x="2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5"/>
            <p:cNvSpPr/>
            <p:nvPr/>
          </p:nvSpPr>
          <p:spPr>
            <a:xfrm rot="1242556">
              <a:off x="-519630" y="4416177"/>
              <a:ext cx="80139" cy="15012"/>
            </a:xfrm>
            <a:custGeom>
              <a:rect b="b" l="l" r="r" t="t"/>
              <a:pathLst>
                <a:path extrusionOk="0" h="343" w="1831">
                  <a:moveTo>
                    <a:pt x="728" y="1"/>
                  </a:moveTo>
                  <a:cubicBezTo>
                    <a:pt x="617" y="1"/>
                    <a:pt x="504" y="10"/>
                    <a:pt x="390" y="28"/>
                  </a:cubicBezTo>
                  <a:cubicBezTo>
                    <a:pt x="225" y="58"/>
                    <a:pt x="61" y="118"/>
                    <a:pt x="1" y="342"/>
                  </a:cubicBezTo>
                  <a:cubicBezTo>
                    <a:pt x="615" y="328"/>
                    <a:pt x="1215" y="328"/>
                    <a:pt x="1830" y="328"/>
                  </a:cubicBezTo>
                  <a:cubicBezTo>
                    <a:pt x="1800" y="282"/>
                    <a:pt x="1770" y="222"/>
                    <a:pt x="1740" y="208"/>
                  </a:cubicBezTo>
                  <a:cubicBezTo>
                    <a:pt x="1411" y="83"/>
                    <a:pt x="1074" y="1"/>
                    <a:pt x="7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5"/>
            <p:cNvSpPr/>
            <p:nvPr/>
          </p:nvSpPr>
          <p:spPr>
            <a:xfrm rot="1242556">
              <a:off x="-268592" y="4097270"/>
              <a:ext cx="34183" cy="32782"/>
            </a:xfrm>
            <a:custGeom>
              <a:rect b="b" l="l" r="r" t="t"/>
              <a:pathLst>
                <a:path extrusionOk="0" h="749" w="781">
                  <a:moveTo>
                    <a:pt x="540" y="1"/>
                  </a:moveTo>
                  <a:cubicBezTo>
                    <a:pt x="406" y="135"/>
                    <a:pt x="226" y="211"/>
                    <a:pt x="120" y="375"/>
                  </a:cubicBezTo>
                  <a:cubicBezTo>
                    <a:pt x="0" y="541"/>
                    <a:pt x="30" y="645"/>
                    <a:pt x="196" y="721"/>
                  </a:cubicBezTo>
                  <a:cubicBezTo>
                    <a:pt x="245" y="737"/>
                    <a:pt x="290" y="749"/>
                    <a:pt x="335" y="749"/>
                  </a:cubicBezTo>
                  <a:cubicBezTo>
                    <a:pt x="372" y="749"/>
                    <a:pt x="410" y="741"/>
                    <a:pt x="450" y="721"/>
                  </a:cubicBezTo>
                  <a:cubicBezTo>
                    <a:pt x="556" y="675"/>
                    <a:pt x="660" y="675"/>
                    <a:pt x="766" y="675"/>
                  </a:cubicBezTo>
                  <a:cubicBezTo>
                    <a:pt x="780" y="421"/>
                    <a:pt x="630" y="225"/>
                    <a:pt x="5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5"/>
            <p:cNvSpPr/>
            <p:nvPr/>
          </p:nvSpPr>
          <p:spPr>
            <a:xfrm rot="1242556">
              <a:off x="-242371" y="4004824"/>
              <a:ext cx="38122" cy="94539"/>
            </a:xfrm>
            <a:custGeom>
              <a:rect b="b" l="l" r="r" t="t"/>
              <a:pathLst>
                <a:path extrusionOk="0" h="2160" w="871">
                  <a:moveTo>
                    <a:pt x="630" y="0"/>
                  </a:moveTo>
                  <a:cubicBezTo>
                    <a:pt x="630" y="195"/>
                    <a:pt x="600" y="390"/>
                    <a:pt x="600" y="584"/>
                  </a:cubicBezTo>
                  <a:cubicBezTo>
                    <a:pt x="616" y="764"/>
                    <a:pt x="436" y="854"/>
                    <a:pt x="450" y="1020"/>
                  </a:cubicBezTo>
                  <a:cubicBezTo>
                    <a:pt x="406" y="1003"/>
                    <a:pt x="371" y="995"/>
                    <a:pt x="343" y="995"/>
                  </a:cubicBezTo>
                  <a:cubicBezTo>
                    <a:pt x="202" y="995"/>
                    <a:pt x="251" y="1192"/>
                    <a:pt x="226" y="1304"/>
                  </a:cubicBezTo>
                  <a:cubicBezTo>
                    <a:pt x="210" y="1350"/>
                    <a:pt x="196" y="1380"/>
                    <a:pt x="166" y="1410"/>
                  </a:cubicBezTo>
                  <a:cubicBezTo>
                    <a:pt x="0" y="1574"/>
                    <a:pt x="30" y="1724"/>
                    <a:pt x="180" y="1860"/>
                  </a:cubicBezTo>
                  <a:cubicBezTo>
                    <a:pt x="270" y="1964"/>
                    <a:pt x="346" y="2070"/>
                    <a:pt x="420" y="2160"/>
                  </a:cubicBezTo>
                  <a:cubicBezTo>
                    <a:pt x="420" y="2054"/>
                    <a:pt x="406" y="1950"/>
                    <a:pt x="316" y="1874"/>
                  </a:cubicBezTo>
                  <a:cubicBezTo>
                    <a:pt x="150" y="1724"/>
                    <a:pt x="210" y="1560"/>
                    <a:pt x="316" y="1410"/>
                  </a:cubicBezTo>
                  <a:lnTo>
                    <a:pt x="450" y="1274"/>
                  </a:lnTo>
                  <a:cubicBezTo>
                    <a:pt x="690" y="884"/>
                    <a:pt x="870" y="480"/>
                    <a:pt x="6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5"/>
            <p:cNvSpPr/>
            <p:nvPr/>
          </p:nvSpPr>
          <p:spPr>
            <a:xfrm rot="1242556">
              <a:off x="-734390" y="4323149"/>
              <a:ext cx="35496" cy="18295"/>
            </a:xfrm>
            <a:custGeom>
              <a:rect b="b" l="l" r="r" t="t"/>
              <a:pathLst>
                <a:path extrusionOk="0" h="418" w="811">
                  <a:moveTo>
                    <a:pt x="562" y="1"/>
                  </a:moveTo>
                  <a:cubicBezTo>
                    <a:pt x="486" y="1"/>
                    <a:pt x="387" y="62"/>
                    <a:pt x="241" y="177"/>
                  </a:cubicBezTo>
                  <a:cubicBezTo>
                    <a:pt x="151" y="237"/>
                    <a:pt x="47" y="283"/>
                    <a:pt x="1" y="417"/>
                  </a:cubicBezTo>
                  <a:lnTo>
                    <a:pt x="811" y="417"/>
                  </a:lnTo>
                  <a:cubicBezTo>
                    <a:pt x="731" y="132"/>
                    <a:pt x="672" y="1"/>
                    <a:pt x="5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5"/>
            <p:cNvSpPr/>
            <p:nvPr/>
          </p:nvSpPr>
          <p:spPr>
            <a:xfrm rot="1242556">
              <a:off x="-1106776" y="3747063"/>
              <a:ext cx="164655" cy="54185"/>
            </a:xfrm>
            <a:custGeom>
              <a:rect b="b" l="l" r="r" t="t"/>
              <a:pathLst>
                <a:path extrusionOk="0" h="1238" w="3762">
                  <a:moveTo>
                    <a:pt x="1685" y="1"/>
                  </a:moveTo>
                  <a:cubicBezTo>
                    <a:pt x="1426" y="1"/>
                    <a:pt x="1162" y="33"/>
                    <a:pt x="896" y="100"/>
                  </a:cubicBezTo>
                  <a:cubicBezTo>
                    <a:pt x="689" y="204"/>
                    <a:pt x="482" y="319"/>
                    <a:pt x="255" y="319"/>
                  </a:cubicBezTo>
                  <a:cubicBezTo>
                    <a:pt x="219" y="319"/>
                    <a:pt x="183" y="316"/>
                    <a:pt x="146" y="310"/>
                  </a:cubicBezTo>
                  <a:cubicBezTo>
                    <a:pt x="128" y="307"/>
                    <a:pt x="110" y="304"/>
                    <a:pt x="93" y="304"/>
                  </a:cubicBezTo>
                  <a:cubicBezTo>
                    <a:pt x="40" y="304"/>
                    <a:pt x="0" y="329"/>
                    <a:pt x="12" y="430"/>
                  </a:cubicBezTo>
                  <a:cubicBezTo>
                    <a:pt x="36" y="429"/>
                    <a:pt x="60" y="428"/>
                    <a:pt x="84" y="428"/>
                  </a:cubicBezTo>
                  <a:cubicBezTo>
                    <a:pt x="300" y="428"/>
                    <a:pt x="514" y="485"/>
                    <a:pt x="716" y="566"/>
                  </a:cubicBezTo>
                  <a:cubicBezTo>
                    <a:pt x="1286" y="776"/>
                    <a:pt x="1842" y="1046"/>
                    <a:pt x="2442" y="1136"/>
                  </a:cubicBezTo>
                  <a:cubicBezTo>
                    <a:pt x="2665" y="1167"/>
                    <a:pt x="2890" y="1237"/>
                    <a:pt x="3119" y="1237"/>
                  </a:cubicBezTo>
                  <a:cubicBezTo>
                    <a:pt x="3212" y="1237"/>
                    <a:pt x="3306" y="1226"/>
                    <a:pt x="3401" y="1196"/>
                  </a:cubicBezTo>
                  <a:cubicBezTo>
                    <a:pt x="3551" y="1150"/>
                    <a:pt x="3701" y="1120"/>
                    <a:pt x="3731" y="926"/>
                  </a:cubicBezTo>
                  <a:cubicBezTo>
                    <a:pt x="3761" y="746"/>
                    <a:pt x="3626" y="670"/>
                    <a:pt x="3536" y="566"/>
                  </a:cubicBezTo>
                  <a:cubicBezTo>
                    <a:pt x="3506" y="536"/>
                    <a:pt x="3476" y="520"/>
                    <a:pt x="3431" y="490"/>
                  </a:cubicBezTo>
                  <a:cubicBezTo>
                    <a:pt x="2875" y="176"/>
                    <a:pt x="2290" y="1"/>
                    <a:pt x="16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5"/>
            <p:cNvSpPr/>
            <p:nvPr/>
          </p:nvSpPr>
          <p:spPr>
            <a:xfrm rot="1242556">
              <a:off x="-1134882" y="3837872"/>
              <a:ext cx="61757" cy="168551"/>
            </a:xfrm>
            <a:custGeom>
              <a:rect b="b" l="l" r="r" t="t"/>
              <a:pathLst>
                <a:path extrusionOk="0" h="3851" w="1411">
                  <a:moveTo>
                    <a:pt x="225" y="1"/>
                  </a:moveTo>
                  <a:cubicBezTo>
                    <a:pt x="1" y="31"/>
                    <a:pt x="181" y="271"/>
                    <a:pt x="75" y="346"/>
                  </a:cubicBezTo>
                  <a:cubicBezTo>
                    <a:pt x="75" y="646"/>
                    <a:pt x="45" y="946"/>
                    <a:pt x="105" y="1246"/>
                  </a:cubicBezTo>
                  <a:cubicBezTo>
                    <a:pt x="225" y="1756"/>
                    <a:pt x="331" y="2266"/>
                    <a:pt x="451" y="2776"/>
                  </a:cubicBezTo>
                  <a:cubicBezTo>
                    <a:pt x="525" y="3150"/>
                    <a:pt x="721" y="3450"/>
                    <a:pt x="931" y="3736"/>
                  </a:cubicBezTo>
                  <a:cubicBezTo>
                    <a:pt x="983" y="3815"/>
                    <a:pt x="1044" y="3850"/>
                    <a:pt x="1105" y="3850"/>
                  </a:cubicBezTo>
                  <a:cubicBezTo>
                    <a:pt x="1183" y="3850"/>
                    <a:pt x="1261" y="3791"/>
                    <a:pt x="1321" y="3690"/>
                  </a:cubicBezTo>
                  <a:cubicBezTo>
                    <a:pt x="1411" y="3510"/>
                    <a:pt x="1411" y="3316"/>
                    <a:pt x="1381" y="3120"/>
                  </a:cubicBezTo>
                  <a:cubicBezTo>
                    <a:pt x="1245" y="2070"/>
                    <a:pt x="825" y="1156"/>
                    <a:pt x="375" y="256"/>
                  </a:cubicBezTo>
                  <a:cubicBezTo>
                    <a:pt x="361" y="226"/>
                    <a:pt x="331" y="196"/>
                    <a:pt x="301" y="181"/>
                  </a:cubicBezTo>
                  <a:cubicBezTo>
                    <a:pt x="255" y="136"/>
                    <a:pt x="255" y="61"/>
                    <a:pt x="22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5"/>
            <p:cNvSpPr/>
            <p:nvPr/>
          </p:nvSpPr>
          <p:spPr>
            <a:xfrm rot="1242556">
              <a:off x="-1365714" y="3699508"/>
              <a:ext cx="85391" cy="130035"/>
            </a:xfrm>
            <a:custGeom>
              <a:rect b="b" l="l" r="r" t="t"/>
              <a:pathLst>
                <a:path extrusionOk="0" h="2971" w="1951">
                  <a:moveTo>
                    <a:pt x="1626" y="0"/>
                  </a:moveTo>
                  <a:cubicBezTo>
                    <a:pt x="1494" y="0"/>
                    <a:pt x="1377" y="85"/>
                    <a:pt x="1260" y="170"/>
                  </a:cubicBezTo>
                  <a:cubicBezTo>
                    <a:pt x="690" y="650"/>
                    <a:pt x="316" y="1280"/>
                    <a:pt x="121" y="2045"/>
                  </a:cubicBezTo>
                  <a:cubicBezTo>
                    <a:pt x="61" y="2330"/>
                    <a:pt x="1" y="2630"/>
                    <a:pt x="121" y="2930"/>
                  </a:cubicBezTo>
                  <a:cubicBezTo>
                    <a:pt x="158" y="2959"/>
                    <a:pt x="190" y="2971"/>
                    <a:pt x="218" y="2971"/>
                  </a:cubicBezTo>
                  <a:cubicBezTo>
                    <a:pt x="291" y="2971"/>
                    <a:pt x="337" y="2890"/>
                    <a:pt x="390" y="2825"/>
                  </a:cubicBezTo>
                  <a:cubicBezTo>
                    <a:pt x="526" y="2660"/>
                    <a:pt x="676" y="2525"/>
                    <a:pt x="810" y="2345"/>
                  </a:cubicBezTo>
                  <a:cubicBezTo>
                    <a:pt x="1260" y="1880"/>
                    <a:pt x="1576" y="1325"/>
                    <a:pt x="1830" y="710"/>
                  </a:cubicBezTo>
                  <a:cubicBezTo>
                    <a:pt x="1950" y="440"/>
                    <a:pt x="1920" y="140"/>
                    <a:pt x="1800" y="50"/>
                  </a:cubicBezTo>
                  <a:cubicBezTo>
                    <a:pt x="1739" y="15"/>
                    <a:pt x="1681" y="0"/>
                    <a:pt x="16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5"/>
            <p:cNvSpPr/>
            <p:nvPr/>
          </p:nvSpPr>
          <p:spPr>
            <a:xfrm rot="1242556">
              <a:off x="-1083398" y="3881705"/>
              <a:ext cx="93751" cy="129991"/>
            </a:xfrm>
            <a:custGeom>
              <a:rect b="b" l="l" r="r" t="t"/>
              <a:pathLst>
                <a:path extrusionOk="0" h="2970" w="2142">
                  <a:moveTo>
                    <a:pt x="136" y="1"/>
                  </a:moveTo>
                  <a:cubicBezTo>
                    <a:pt x="0" y="136"/>
                    <a:pt x="0" y="136"/>
                    <a:pt x="120" y="511"/>
                  </a:cubicBezTo>
                  <a:cubicBezTo>
                    <a:pt x="420" y="1231"/>
                    <a:pt x="780" y="1890"/>
                    <a:pt x="1200" y="2520"/>
                  </a:cubicBezTo>
                  <a:cubicBezTo>
                    <a:pt x="1335" y="2716"/>
                    <a:pt x="1530" y="2850"/>
                    <a:pt x="1740" y="2940"/>
                  </a:cubicBezTo>
                  <a:cubicBezTo>
                    <a:pt x="1795" y="2960"/>
                    <a:pt x="1846" y="2969"/>
                    <a:pt x="1891" y="2969"/>
                  </a:cubicBezTo>
                  <a:cubicBezTo>
                    <a:pt x="2053" y="2969"/>
                    <a:pt x="2142" y="2845"/>
                    <a:pt x="2130" y="2610"/>
                  </a:cubicBezTo>
                  <a:cubicBezTo>
                    <a:pt x="2115" y="2386"/>
                    <a:pt x="2085" y="2176"/>
                    <a:pt x="1965" y="1980"/>
                  </a:cubicBezTo>
                  <a:cubicBezTo>
                    <a:pt x="1500" y="1141"/>
                    <a:pt x="870" y="511"/>
                    <a:pt x="1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5"/>
            <p:cNvSpPr/>
            <p:nvPr/>
          </p:nvSpPr>
          <p:spPr>
            <a:xfrm rot="1242556">
              <a:off x="-1055100" y="3845479"/>
              <a:ext cx="132573" cy="74931"/>
            </a:xfrm>
            <a:custGeom>
              <a:rect b="b" l="l" r="r" t="t"/>
              <a:pathLst>
                <a:path extrusionOk="0" h="1712" w="3029">
                  <a:moveTo>
                    <a:pt x="151" y="0"/>
                  </a:moveTo>
                  <a:cubicBezTo>
                    <a:pt x="63" y="0"/>
                    <a:pt x="0" y="51"/>
                    <a:pt x="59" y="206"/>
                  </a:cubicBezTo>
                  <a:cubicBezTo>
                    <a:pt x="225" y="326"/>
                    <a:pt x="389" y="446"/>
                    <a:pt x="539" y="580"/>
                  </a:cubicBezTo>
                  <a:cubicBezTo>
                    <a:pt x="1004" y="985"/>
                    <a:pt x="1514" y="1270"/>
                    <a:pt x="2039" y="1540"/>
                  </a:cubicBezTo>
                  <a:cubicBezTo>
                    <a:pt x="2234" y="1645"/>
                    <a:pt x="2444" y="1705"/>
                    <a:pt x="2669" y="1705"/>
                  </a:cubicBezTo>
                  <a:cubicBezTo>
                    <a:pt x="2696" y="1709"/>
                    <a:pt x="2724" y="1712"/>
                    <a:pt x="2752" y="1712"/>
                  </a:cubicBezTo>
                  <a:cubicBezTo>
                    <a:pt x="2833" y="1712"/>
                    <a:pt x="2913" y="1689"/>
                    <a:pt x="2968" y="1600"/>
                  </a:cubicBezTo>
                  <a:cubicBezTo>
                    <a:pt x="3028" y="1450"/>
                    <a:pt x="2984" y="1330"/>
                    <a:pt x="2924" y="1210"/>
                  </a:cubicBezTo>
                  <a:cubicBezTo>
                    <a:pt x="2878" y="1150"/>
                    <a:pt x="2848" y="1090"/>
                    <a:pt x="2804" y="1045"/>
                  </a:cubicBezTo>
                  <a:cubicBezTo>
                    <a:pt x="2354" y="655"/>
                    <a:pt x="1874" y="326"/>
                    <a:pt x="1304" y="206"/>
                  </a:cubicBezTo>
                  <a:cubicBezTo>
                    <a:pt x="959" y="86"/>
                    <a:pt x="585" y="116"/>
                    <a:pt x="225" y="10"/>
                  </a:cubicBezTo>
                  <a:cubicBezTo>
                    <a:pt x="199" y="4"/>
                    <a:pt x="174" y="0"/>
                    <a:pt x="1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5"/>
            <p:cNvSpPr/>
            <p:nvPr/>
          </p:nvSpPr>
          <p:spPr>
            <a:xfrm rot="1242556">
              <a:off x="-1183406" y="3770426"/>
              <a:ext cx="54535" cy="146667"/>
            </a:xfrm>
            <a:custGeom>
              <a:rect b="b" l="l" r="r" t="t"/>
              <a:pathLst>
                <a:path extrusionOk="0" h="3351" w="1246">
                  <a:moveTo>
                    <a:pt x="171" y="0"/>
                  </a:moveTo>
                  <a:cubicBezTo>
                    <a:pt x="115" y="0"/>
                    <a:pt x="87" y="119"/>
                    <a:pt x="46" y="181"/>
                  </a:cubicBezTo>
                  <a:cubicBezTo>
                    <a:pt x="1" y="1035"/>
                    <a:pt x="226" y="1845"/>
                    <a:pt x="451" y="2640"/>
                  </a:cubicBezTo>
                  <a:cubicBezTo>
                    <a:pt x="511" y="2880"/>
                    <a:pt x="646" y="3090"/>
                    <a:pt x="810" y="3254"/>
                  </a:cubicBezTo>
                  <a:cubicBezTo>
                    <a:pt x="863" y="3317"/>
                    <a:pt x="922" y="3350"/>
                    <a:pt x="988" y="3350"/>
                  </a:cubicBezTo>
                  <a:cubicBezTo>
                    <a:pt x="1018" y="3350"/>
                    <a:pt x="1048" y="3344"/>
                    <a:pt x="1080" y="3330"/>
                  </a:cubicBezTo>
                  <a:cubicBezTo>
                    <a:pt x="1186" y="3284"/>
                    <a:pt x="1216" y="3180"/>
                    <a:pt x="1216" y="3074"/>
                  </a:cubicBezTo>
                  <a:cubicBezTo>
                    <a:pt x="1230" y="2910"/>
                    <a:pt x="1246" y="2730"/>
                    <a:pt x="1216" y="2580"/>
                  </a:cubicBezTo>
                  <a:cubicBezTo>
                    <a:pt x="1066" y="1665"/>
                    <a:pt x="796" y="825"/>
                    <a:pt x="271" y="91"/>
                  </a:cubicBezTo>
                  <a:cubicBezTo>
                    <a:pt x="229" y="25"/>
                    <a:pt x="197" y="0"/>
                    <a:pt x="1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5"/>
            <p:cNvSpPr/>
            <p:nvPr/>
          </p:nvSpPr>
          <p:spPr>
            <a:xfrm rot="1242556">
              <a:off x="-883207" y="4029546"/>
              <a:ext cx="84604" cy="128634"/>
            </a:xfrm>
            <a:custGeom>
              <a:rect b="b" l="l" r="r" t="t"/>
              <a:pathLst>
                <a:path extrusionOk="0" h="2939" w="1933">
                  <a:moveTo>
                    <a:pt x="252" y="0"/>
                  </a:moveTo>
                  <a:cubicBezTo>
                    <a:pt x="213" y="0"/>
                    <a:pt x="173" y="12"/>
                    <a:pt x="135" y="40"/>
                  </a:cubicBezTo>
                  <a:cubicBezTo>
                    <a:pt x="15" y="130"/>
                    <a:pt x="1" y="296"/>
                    <a:pt x="31" y="446"/>
                  </a:cubicBezTo>
                  <a:cubicBezTo>
                    <a:pt x="105" y="866"/>
                    <a:pt x="225" y="1240"/>
                    <a:pt x="465" y="1586"/>
                  </a:cubicBezTo>
                  <a:cubicBezTo>
                    <a:pt x="765" y="2020"/>
                    <a:pt x="1140" y="2366"/>
                    <a:pt x="1545" y="2680"/>
                  </a:cubicBezTo>
                  <a:cubicBezTo>
                    <a:pt x="1650" y="2756"/>
                    <a:pt x="1740" y="2846"/>
                    <a:pt x="1845" y="2936"/>
                  </a:cubicBezTo>
                  <a:cubicBezTo>
                    <a:pt x="1854" y="2938"/>
                    <a:pt x="1863" y="2939"/>
                    <a:pt x="1871" y="2939"/>
                  </a:cubicBezTo>
                  <a:cubicBezTo>
                    <a:pt x="1913" y="2939"/>
                    <a:pt x="1932" y="2906"/>
                    <a:pt x="1920" y="2830"/>
                  </a:cubicBezTo>
                  <a:cubicBezTo>
                    <a:pt x="1920" y="2816"/>
                    <a:pt x="1920" y="2786"/>
                    <a:pt x="1905" y="2756"/>
                  </a:cubicBezTo>
                  <a:cubicBezTo>
                    <a:pt x="1890" y="2740"/>
                    <a:pt x="1860" y="2710"/>
                    <a:pt x="1845" y="2680"/>
                  </a:cubicBezTo>
                  <a:cubicBezTo>
                    <a:pt x="1800" y="2636"/>
                    <a:pt x="1815" y="2560"/>
                    <a:pt x="1770" y="2516"/>
                  </a:cubicBezTo>
                  <a:cubicBezTo>
                    <a:pt x="1695" y="2440"/>
                    <a:pt x="1755" y="2336"/>
                    <a:pt x="1695" y="2260"/>
                  </a:cubicBezTo>
                  <a:cubicBezTo>
                    <a:pt x="1590" y="1916"/>
                    <a:pt x="1455" y="1600"/>
                    <a:pt x="1305" y="1286"/>
                  </a:cubicBezTo>
                  <a:cubicBezTo>
                    <a:pt x="1080" y="850"/>
                    <a:pt x="825" y="446"/>
                    <a:pt x="481" y="116"/>
                  </a:cubicBezTo>
                  <a:cubicBezTo>
                    <a:pt x="419" y="55"/>
                    <a:pt x="337" y="0"/>
                    <a:pt x="25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5"/>
            <p:cNvSpPr/>
            <p:nvPr/>
          </p:nvSpPr>
          <p:spPr>
            <a:xfrm rot="1242556">
              <a:off x="-1230611" y="3724250"/>
              <a:ext cx="255430" cy="146710"/>
            </a:xfrm>
            <a:custGeom>
              <a:rect b="b" l="l" r="r" t="t"/>
              <a:pathLst>
                <a:path extrusionOk="0" h="3352" w="5836">
                  <a:moveTo>
                    <a:pt x="142" y="0"/>
                  </a:moveTo>
                  <a:cubicBezTo>
                    <a:pt x="95" y="0"/>
                    <a:pt x="48" y="3"/>
                    <a:pt x="1" y="8"/>
                  </a:cubicBezTo>
                  <a:cubicBezTo>
                    <a:pt x="256" y="142"/>
                    <a:pt x="511" y="232"/>
                    <a:pt x="766" y="338"/>
                  </a:cubicBezTo>
                  <a:cubicBezTo>
                    <a:pt x="871" y="368"/>
                    <a:pt x="991" y="382"/>
                    <a:pt x="1051" y="488"/>
                  </a:cubicBezTo>
                  <a:cubicBezTo>
                    <a:pt x="1276" y="832"/>
                    <a:pt x="1546" y="1148"/>
                    <a:pt x="1576" y="1598"/>
                  </a:cubicBezTo>
                  <a:cubicBezTo>
                    <a:pt x="1632" y="1553"/>
                    <a:pt x="1671" y="1475"/>
                    <a:pt x="1730" y="1475"/>
                  </a:cubicBezTo>
                  <a:cubicBezTo>
                    <a:pt x="1751" y="1475"/>
                    <a:pt x="1774" y="1485"/>
                    <a:pt x="1801" y="1508"/>
                  </a:cubicBezTo>
                  <a:cubicBezTo>
                    <a:pt x="1741" y="1178"/>
                    <a:pt x="1501" y="952"/>
                    <a:pt x="1411" y="608"/>
                  </a:cubicBezTo>
                  <a:lnTo>
                    <a:pt x="1411" y="608"/>
                  </a:lnTo>
                  <a:cubicBezTo>
                    <a:pt x="1756" y="652"/>
                    <a:pt x="2041" y="878"/>
                    <a:pt x="2326" y="1028"/>
                  </a:cubicBezTo>
                  <a:cubicBezTo>
                    <a:pt x="2986" y="1372"/>
                    <a:pt x="3166" y="2032"/>
                    <a:pt x="3270" y="2767"/>
                  </a:cubicBezTo>
                  <a:cubicBezTo>
                    <a:pt x="3390" y="2692"/>
                    <a:pt x="3300" y="2497"/>
                    <a:pt x="3420" y="2422"/>
                  </a:cubicBezTo>
                  <a:cubicBezTo>
                    <a:pt x="3390" y="2317"/>
                    <a:pt x="3376" y="2212"/>
                    <a:pt x="3346" y="2092"/>
                  </a:cubicBezTo>
                  <a:cubicBezTo>
                    <a:pt x="3300" y="2062"/>
                    <a:pt x="3316" y="1972"/>
                    <a:pt x="3270" y="1928"/>
                  </a:cubicBezTo>
                  <a:cubicBezTo>
                    <a:pt x="3210" y="1762"/>
                    <a:pt x="3210" y="1762"/>
                    <a:pt x="3346" y="1762"/>
                  </a:cubicBezTo>
                  <a:cubicBezTo>
                    <a:pt x="3376" y="1792"/>
                    <a:pt x="3390" y="1822"/>
                    <a:pt x="3420" y="1852"/>
                  </a:cubicBezTo>
                  <a:cubicBezTo>
                    <a:pt x="3436" y="1882"/>
                    <a:pt x="3466" y="1898"/>
                    <a:pt x="3496" y="1928"/>
                  </a:cubicBezTo>
                  <a:cubicBezTo>
                    <a:pt x="3916" y="2272"/>
                    <a:pt x="4350" y="2602"/>
                    <a:pt x="4500" y="3232"/>
                  </a:cubicBezTo>
                  <a:cubicBezTo>
                    <a:pt x="4516" y="3277"/>
                    <a:pt x="4560" y="3307"/>
                    <a:pt x="4590" y="3352"/>
                  </a:cubicBezTo>
                  <a:cubicBezTo>
                    <a:pt x="4590" y="3262"/>
                    <a:pt x="4590" y="3172"/>
                    <a:pt x="4546" y="3082"/>
                  </a:cubicBezTo>
                  <a:cubicBezTo>
                    <a:pt x="4516" y="2992"/>
                    <a:pt x="4516" y="2902"/>
                    <a:pt x="4606" y="2842"/>
                  </a:cubicBezTo>
                  <a:cubicBezTo>
                    <a:pt x="4590" y="2812"/>
                    <a:pt x="4590" y="2782"/>
                    <a:pt x="4576" y="2767"/>
                  </a:cubicBezTo>
                  <a:cubicBezTo>
                    <a:pt x="4246" y="2452"/>
                    <a:pt x="3990" y="2062"/>
                    <a:pt x="3646" y="1792"/>
                  </a:cubicBezTo>
                  <a:cubicBezTo>
                    <a:pt x="3570" y="1732"/>
                    <a:pt x="3480" y="1672"/>
                    <a:pt x="3466" y="1538"/>
                  </a:cubicBezTo>
                  <a:lnTo>
                    <a:pt x="3466" y="1538"/>
                  </a:lnTo>
                  <a:cubicBezTo>
                    <a:pt x="3870" y="1642"/>
                    <a:pt x="4246" y="1718"/>
                    <a:pt x="4590" y="1928"/>
                  </a:cubicBezTo>
                  <a:cubicBezTo>
                    <a:pt x="4602" y="1813"/>
                    <a:pt x="4648" y="1786"/>
                    <a:pt x="4723" y="1786"/>
                  </a:cubicBezTo>
                  <a:cubicBezTo>
                    <a:pt x="4746" y="1786"/>
                    <a:pt x="4772" y="1789"/>
                    <a:pt x="4800" y="1792"/>
                  </a:cubicBezTo>
                  <a:cubicBezTo>
                    <a:pt x="5108" y="1833"/>
                    <a:pt x="5415" y="1932"/>
                    <a:pt x="5723" y="1932"/>
                  </a:cubicBezTo>
                  <a:cubicBezTo>
                    <a:pt x="5760" y="1932"/>
                    <a:pt x="5798" y="1931"/>
                    <a:pt x="5835" y="1928"/>
                  </a:cubicBezTo>
                  <a:cubicBezTo>
                    <a:pt x="5805" y="1868"/>
                    <a:pt x="5745" y="1868"/>
                    <a:pt x="5685" y="1852"/>
                  </a:cubicBezTo>
                  <a:cubicBezTo>
                    <a:pt x="5160" y="1732"/>
                    <a:pt x="4620" y="1718"/>
                    <a:pt x="4096" y="1522"/>
                  </a:cubicBezTo>
                  <a:cubicBezTo>
                    <a:pt x="3750" y="1402"/>
                    <a:pt x="3346" y="1402"/>
                    <a:pt x="3016" y="1238"/>
                  </a:cubicBezTo>
                  <a:cubicBezTo>
                    <a:pt x="2656" y="1058"/>
                    <a:pt x="2326" y="818"/>
                    <a:pt x="1981" y="608"/>
                  </a:cubicBezTo>
                  <a:cubicBezTo>
                    <a:pt x="1906" y="578"/>
                    <a:pt x="1816" y="562"/>
                    <a:pt x="1801" y="442"/>
                  </a:cubicBezTo>
                  <a:cubicBezTo>
                    <a:pt x="2056" y="412"/>
                    <a:pt x="2296" y="382"/>
                    <a:pt x="2536" y="352"/>
                  </a:cubicBezTo>
                  <a:cubicBezTo>
                    <a:pt x="2594" y="270"/>
                    <a:pt x="2662" y="262"/>
                    <a:pt x="2732" y="262"/>
                  </a:cubicBezTo>
                  <a:cubicBezTo>
                    <a:pt x="2751" y="262"/>
                    <a:pt x="2771" y="262"/>
                    <a:pt x="2790" y="262"/>
                  </a:cubicBezTo>
                  <a:cubicBezTo>
                    <a:pt x="2811" y="264"/>
                    <a:pt x="2831" y="264"/>
                    <a:pt x="2851" y="264"/>
                  </a:cubicBezTo>
                  <a:cubicBezTo>
                    <a:pt x="3066" y="264"/>
                    <a:pt x="3256" y="187"/>
                    <a:pt x="3420" y="22"/>
                  </a:cubicBezTo>
                  <a:lnTo>
                    <a:pt x="3420" y="22"/>
                  </a:lnTo>
                  <a:cubicBezTo>
                    <a:pt x="3079" y="132"/>
                    <a:pt x="2736" y="204"/>
                    <a:pt x="2383" y="204"/>
                  </a:cubicBezTo>
                  <a:cubicBezTo>
                    <a:pt x="2349" y="204"/>
                    <a:pt x="2315" y="204"/>
                    <a:pt x="2280" y="202"/>
                  </a:cubicBezTo>
                  <a:cubicBezTo>
                    <a:pt x="2272" y="200"/>
                    <a:pt x="2264" y="198"/>
                    <a:pt x="2256" y="198"/>
                  </a:cubicBezTo>
                  <a:cubicBezTo>
                    <a:pt x="2224" y="198"/>
                    <a:pt x="2197" y="218"/>
                    <a:pt x="2161" y="218"/>
                  </a:cubicBezTo>
                  <a:cubicBezTo>
                    <a:pt x="1934" y="262"/>
                    <a:pt x="1711" y="299"/>
                    <a:pt x="1488" y="299"/>
                  </a:cubicBezTo>
                  <a:cubicBezTo>
                    <a:pt x="1254" y="299"/>
                    <a:pt x="1019" y="258"/>
                    <a:pt x="781" y="142"/>
                  </a:cubicBezTo>
                  <a:cubicBezTo>
                    <a:pt x="583" y="56"/>
                    <a:pt x="364" y="0"/>
                    <a:pt x="1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5"/>
            <p:cNvSpPr/>
            <p:nvPr/>
          </p:nvSpPr>
          <p:spPr>
            <a:xfrm rot="1242556">
              <a:off x="-810460" y="4093505"/>
              <a:ext cx="95239" cy="170826"/>
            </a:xfrm>
            <a:custGeom>
              <a:rect b="b" l="l" r="r" t="t"/>
              <a:pathLst>
                <a:path extrusionOk="0" h="3903" w="2176">
                  <a:moveTo>
                    <a:pt x="1945" y="0"/>
                  </a:moveTo>
                  <a:cubicBezTo>
                    <a:pt x="1833" y="0"/>
                    <a:pt x="1655" y="146"/>
                    <a:pt x="1546" y="341"/>
                  </a:cubicBezTo>
                  <a:cubicBezTo>
                    <a:pt x="1440" y="521"/>
                    <a:pt x="1350" y="731"/>
                    <a:pt x="1230" y="895"/>
                  </a:cubicBezTo>
                  <a:cubicBezTo>
                    <a:pt x="1096" y="1045"/>
                    <a:pt x="1036" y="1241"/>
                    <a:pt x="960" y="1421"/>
                  </a:cubicBezTo>
                  <a:cubicBezTo>
                    <a:pt x="856" y="1721"/>
                    <a:pt x="856" y="2035"/>
                    <a:pt x="720" y="2320"/>
                  </a:cubicBezTo>
                  <a:cubicBezTo>
                    <a:pt x="690" y="2395"/>
                    <a:pt x="660" y="2470"/>
                    <a:pt x="630" y="2560"/>
                  </a:cubicBezTo>
                  <a:cubicBezTo>
                    <a:pt x="586" y="2605"/>
                    <a:pt x="600" y="2680"/>
                    <a:pt x="556" y="2725"/>
                  </a:cubicBezTo>
                  <a:cubicBezTo>
                    <a:pt x="480" y="2905"/>
                    <a:pt x="286" y="2905"/>
                    <a:pt x="196" y="3055"/>
                  </a:cubicBezTo>
                  <a:cubicBezTo>
                    <a:pt x="61" y="3130"/>
                    <a:pt x="61" y="3265"/>
                    <a:pt x="121" y="3400"/>
                  </a:cubicBezTo>
                  <a:lnTo>
                    <a:pt x="121" y="3550"/>
                  </a:lnTo>
                  <a:cubicBezTo>
                    <a:pt x="76" y="3595"/>
                    <a:pt x="91" y="3670"/>
                    <a:pt x="46" y="3730"/>
                  </a:cubicBezTo>
                  <a:cubicBezTo>
                    <a:pt x="1" y="3790"/>
                    <a:pt x="1" y="3850"/>
                    <a:pt x="61" y="3895"/>
                  </a:cubicBezTo>
                  <a:cubicBezTo>
                    <a:pt x="72" y="3900"/>
                    <a:pt x="82" y="3903"/>
                    <a:pt x="92" y="3903"/>
                  </a:cubicBezTo>
                  <a:cubicBezTo>
                    <a:pt x="137" y="3903"/>
                    <a:pt x="172" y="3854"/>
                    <a:pt x="196" y="3805"/>
                  </a:cubicBezTo>
                  <a:cubicBezTo>
                    <a:pt x="211" y="3775"/>
                    <a:pt x="241" y="3745"/>
                    <a:pt x="256" y="3730"/>
                  </a:cubicBezTo>
                  <a:cubicBezTo>
                    <a:pt x="616" y="3175"/>
                    <a:pt x="960" y="2635"/>
                    <a:pt x="1336" y="2111"/>
                  </a:cubicBezTo>
                  <a:cubicBezTo>
                    <a:pt x="1650" y="1661"/>
                    <a:pt x="1906" y="1151"/>
                    <a:pt x="2056" y="595"/>
                  </a:cubicBezTo>
                  <a:cubicBezTo>
                    <a:pt x="2116" y="401"/>
                    <a:pt x="2176" y="191"/>
                    <a:pt x="2010" y="25"/>
                  </a:cubicBezTo>
                  <a:cubicBezTo>
                    <a:pt x="1993" y="8"/>
                    <a:pt x="1971" y="0"/>
                    <a:pt x="19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5"/>
            <p:cNvSpPr/>
            <p:nvPr/>
          </p:nvSpPr>
          <p:spPr>
            <a:xfrm rot="1242556">
              <a:off x="-1496631" y="3776671"/>
              <a:ext cx="69635" cy="134674"/>
            </a:xfrm>
            <a:custGeom>
              <a:rect b="b" l="l" r="r" t="t"/>
              <a:pathLst>
                <a:path extrusionOk="0" h="3077" w="1591">
                  <a:moveTo>
                    <a:pt x="255" y="0"/>
                  </a:moveTo>
                  <a:cubicBezTo>
                    <a:pt x="157" y="0"/>
                    <a:pt x="61" y="95"/>
                    <a:pt x="15" y="223"/>
                  </a:cubicBezTo>
                  <a:cubicBezTo>
                    <a:pt x="1" y="298"/>
                    <a:pt x="1" y="388"/>
                    <a:pt x="1" y="462"/>
                  </a:cubicBezTo>
                  <a:cubicBezTo>
                    <a:pt x="1" y="1018"/>
                    <a:pt x="195" y="1498"/>
                    <a:pt x="450" y="1962"/>
                  </a:cubicBezTo>
                  <a:cubicBezTo>
                    <a:pt x="675" y="2352"/>
                    <a:pt x="1035" y="2592"/>
                    <a:pt x="1305" y="2908"/>
                  </a:cubicBezTo>
                  <a:cubicBezTo>
                    <a:pt x="1373" y="2962"/>
                    <a:pt x="1404" y="3076"/>
                    <a:pt x="1497" y="3076"/>
                  </a:cubicBezTo>
                  <a:cubicBezTo>
                    <a:pt x="1508" y="3076"/>
                    <a:pt x="1518" y="3075"/>
                    <a:pt x="1530" y="3072"/>
                  </a:cubicBezTo>
                  <a:cubicBezTo>
                    <a:pt x="1590" y="3042"/>
                    <a:pt x="1590" y="2968"/>
                    <a:pt x="1545" y="2908"/>
                  </a:cubicBezTo>
                  <a:cubicBezTo>
                    <a:pt x="1530" y="2758"/>
                    <a:pt x="1470" y="2638"/>
                    <a:pt x="1410" y="2518"/>
                  </a:cubicBezTo>
                  <a:cubicBezTo>
                    <a:pt x="1185" y="2038"/>
                    <a:pt x="1035" y="1512"/>
                    <a:pt x="870" y="988"/>
                  </a:cubicBezTo>
                  <a:cubicBezTo>
                    <a:pt x="840" y="942"/>
                    <a:pt x="855" y="868"/>
                    <a:pt x="810" y="822"/>
                  </a:cubicBezTo>
                  <a:cubicBezTo>
                    <a:pt x="765" y="778"/>
                    <a:pt x="780" y="702"/>
                    <a:pt x="735" y="658"/>
                  </a:cubicBezTo>
                  <a:cubicBezTo>
                    <a:pt x="630" y="478"/>
                    <a:pt x="525" y="313"/>
                    <a:pt x="435" y="133"/>
                  </a:cubicBezTo>
                  <a:cubicBezTo>
                    <a:pt x="382" y="39"/>
                    <a:pt x="318" y="0"/>
                    <a:pt x="2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5"/>
            <p:cNvSpPr/>
            <p:nvPr/>
          </p:nvSpPr>
          <p:spPr>
            <a:xfrm rot="1242556">
              <a:off x="-834933" y="3964534"/>
              <a:ext cx="80752" cy="113972"/>
            </a:xfrm>
            <a:custGeom>
              <a:rect b="b" l="l" r="r" t="t"/>
              <a:pathLst>
                <a:path extrusionOk="0" h="2604" w="1845">
                  <a:moveTo>
                    <a:pt x="309" y="1"/>
                  </a:moveTo>
                  <a:cubicBezTo>
                    <a:pt x="263" y="1"/>
                    <a:pt x="215" y="16"/>
                    <a:pt x="165" y="54"/>
                  </a:cubicBezTo>
                  <a:cubicBezTo>
                    <a:pt x="1" y="189"/>
                    <a:pt x="60" y="399"/>
                    <a:pt x="105" y="594"/>
                  </a:cubicBezTo>
                  <a:cubicBezTo>
                    <a:pt x="135" y="729"/>
                    <a:pt x="195" y="849"/>
                    <a:pt x="255" y="969"/>
                  </a:cubicBezTo>
                  <a:cubicBezTo>
                    <a:pt x="570" y="1584"/>
                    <a:pt x="1080" y="1973"/>
                    <a:pt x="1530" y="2439"/>
                  </a:cubicBezTo>
                  <a:cubicBezTo>
                    <a:pt x="1560" y="2453"/>
                    <a:pt x="1590" y="2483"/>
                    <a:pt x="1605" y="2513"/>
                  </a:cubicBezTo>
                  <a:cubicBezTo>
                    <a:pt x="1635" y="2543"/>
                    <a:pt x="1665" y="2559"/>
                    <a:pt x="1680" y="2603"/>
                  </a:cubicBezTo>
                  <a:cubicBezTo>
                    <a:pt x="1845" y="2573"/>
                    <a:pt x="1800" y="2453"/>
                    <a:pt x="1755" y="2349"/>
                  </a:cubicBezTo>
                  <a:cubicBezTo>
                    <a:pt x="1680" y="2273"/>
                    <a:pt x="1755" y="2169"/>
                    <a:pt x="1680" y="2093"/>
                  </a:cubicBezTo>
                  <a:cubicBezTo>
                    <a:pt x="1575" y="1584"/>
                    <a:pt x="1335" y="1164"/>
                    <a:pt x="1050" y="759"/>
                  </a:cubicBezTo>
                  <a:cubicBezTo>
                    <a:pt x="915" y="564"/>
                    <a:pt x="795" y="354"/>
                    <a:pt x="630" y="189"/>
                  </a:cubicBezTo>
                  <a:cubicBezTo>
                    <a:pt x="533" y="103"/>
                    <a:pt x="428" y="1"/>
                    <a:pt x="3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5"/>
            <p:cNvSpPr/>
            <p:nvPr/>
          </p:nvSpPr>
          <p:spPr>
            <a:xfrm rot="1242556">
              <a:off x="-1450345" y="3778646"/>
              <a:ext cx="78170" cy="210218"/>
            </a:xfrm>
            <a:custGeom>
              <a:rect b="b" l="l" r="r" t="t"/>
              <a:pathLst>
                <a:path extrusionOk="0" h="4803" w="1786">
                  <a:moveTo>
                    <a:pt x="1650" y="0"/>
                  </a:moveTo>
                  <a:cubicBezTo>
                    <a:pt x="1486" y="105"/>
                    <a:pt x="1350" y="225"/>
                    <a:pt x="1230" y="390"/>
                  </a:cubicBezTo>
                  <a:cubicBezTo>
                    <a:pt x="1170" y="495"/>
                    <a:pt x="1080" y="570"/>
                    <a:pt x="961" y="585"/>
                  </a:cubicBezTo>
                  <a:cubicBezTo>
                    <a:pt x="796" y="1064"/>
                    <a:pt x="796" y="1590"/>
                    <a:pt x="646" y="2144"/>
                  </a:cubicBezTo>
                  <a:cubicBezTo>
                    <a:pt x="541" y="1830"/>
                    <a:pt x="466" y="1574"/>
                    <a:pt x="391" y="1304"/>
                  </a:cubicBezTo>
                  <a:cubicBezTo>
                    <a:pt x="301" y="1380"/>
                    <a:pt x="316" y="1484"/>
                    <a:pt x="316" y="1574"/>
                  </a:cubicBezTo>
                  <a:cubicBezTo>
                    <a:pt x="316" y="1634"/>
                    <a:pt x="316" y="1694"/>
                    <a:pt x="331" y="1740"/>
                  </a:cubicBezTo>
                  <a:cubicBezTo>
                    <a:pt x="496" y="2324"/>
                    <a:pt x="661" y="2894"/>
                    <a:pt x="616" y="3510"/>
                  </a:cubicBezTo>
                  <a:cubicBezTo>
                    <a:pt x="616" y="3570"/>
                    <a:pt x="646" y="3614"/>
                    <a:pt x="646" y="3674"/>
                  </a:cubicBezTo>
                  <a:cubicBezTo>
                    <a:pt x="661" y="3750"/>
                    <a:pt x="691" y="3839"/>
                    <a:pt x="571" y="3884"/>
                  </a:cubicBezTo>
                  <a:cubicBezTo>
                    <a:pt x="406" y="3750"/>
                    <a:pt x="361" y="3510"/>
                    <a:pt x="241" y="3330"/>
                  </a:cubicBezTo>
                  <a:cubicBezTo>
                    <a:pt x="230" y="3382"/>
                    <a:pt x="227" y="3435"/>
                    <a:pt x="189" y="3435"/>
                  </a:cubicBezTo>
                  <a:cubicBezTo>
                    <a:pt x="174" y="3435"/>
                    <a:pt x="152" y="3426"/>
                    <a:pt x="121" y="3404"/>
                  </a:cubicBezTo>
                  <a:cubicBezTo>
                    <a:pt x="91" y="3374"/>
                    <a:pt x="46" y="3360"/>
                    <a:pt x="1" y="3330"/>
                  </a:cubicBezTo>
                  <a:lnTo>
                    <a:pt x="1" y="3330"/>
                  </a:lnTo>
                  <a:cubicBezTo>
                    <a:pt x="31" y="3374"/>
                    <a:pt x="31" y="3434"/>
                    <a:pt x="61" y="3480"/>
                  </a:cubicBezTo>
                  <a:cubicBezTo>
                    <a:pt x="316" y="3884"/>
                    <a:pt x="691" y="4214"/>
                    <a:pt x="826" y="4724"/>
                  </a:cubicBezTo>
                  <a:cubicBezTo>
                    <a:pt x="826" y="4763"/>
                    <a:pt x="860" y="4802"/>
                    <a:pt x="908" y="4802"/>
                  </a:cubicBezTo>
                  <a:cubicBezTo>
                    <a:pt x="915" y="4802"/>
                    <a:pt x="923" y="4801"/>
                    <a:pt x="931" y="4799"/>
                  </a:cubicBezTo>
                  <a:cubicBezTo>
                    <a:pt x="1006" y="4769"/>
                    <a:pt x="1020" y="4694"/>
                    <a:pt x="991" y="4634"/>
                  </a:cubicBezTo>
                  <a:cubicBezTo>
                    <a:pt x="871" y="4409"/>
                    <a:pt x="901" y="4214"/>
                    <a:pt x="1036" y="3989"/>
                  </a:cubicBezTo>
                  <a:cubicBezTo>
                    <a:pt x="1230" y="3674"/>
                    <a:pt x="1470" y="3494"/>
                    <a:pt x="1786" y="3404"/>
                  </a:cubicBezTo>
                  <a:cubicBezTo>
                    <a:pt x="1680" y="3284"/>
                    <a:pt x="1546" y="3284"/>
                    <a:pt x="1410" y="3240"/>
                  </a:cubicBezTo>
                  <a:cubicBezTo>
                    <a:pt x="1170" y="3374"/>
                    <a:pt x="1096" y="3704"/>
                    <a:pt x="826" y="3884"/>
                  </a:cubicBezTo>
                  <a:cubicBezTo>
                    <a:pt x="826" y="3614"/>
                    <a:pt x="841" y="3390"/>
                    <a:pt x="826" y="3180"/>
                  </a:cubicBezTo>
                  <a:cubicBezTo>
                    <a:pt x="811" y="2894"/>
                    <a:pt x="871" y="2670"/>
                    <a:pt x="1036" y="2460"/>
                  </a:cubicBezTo>
                  <a:cubicBezTo>
                    <a:pt x="1186" y="2234"/>
                    <a:pt x="1336" y="2024"/>
                    <a:pt x="1426" y="1754"/>
                  </a:cubicBezTo>
                  <a:cubicBezTo>
                    <a:pt x="1456" y="1694"/>
                    <a:pt x="1456" y="1634"/>
                    <a:pt x="1410" y="1574"/>
                  </a:cubicBezTo>
                  <a:cubicBezTo>
                    <a:pt x="1186" y="1710"/>
                    <a:pt x="1140" y="2024"/>
                    <a:pt x="931" y="2204"/>
                  </a:cubicBezTo>
                  <a:cubicBezTo>
                    <a:pt x="871" y="2040"/>
                    <a:pt x="901" y="1890"/>
                    <a:pt x="916" y="1740"/>
                  </a:cubicBezTo>
                  <a:cubicBezTo>
                    <a:pt x="961" y="1514"/>
                    <a:pt x="1006" y="1290"/>
                    <a:pt x="1050" y="1050"/>
                  </a:cubicBezTo>
                  <a:cubicBezTo>
                    <a:pt x="1096" y="794"/>
                    <a:pt x="1186" y="585"/>
                    <a:pt x="1366" y="420"/>
                  </a:cubicBezTo>
                  <a:cubicBezTo>
                    <a:pt x="1470" y="300"/>
                    <a:pt x="1620" y="195"/>
                    <a:pt x="16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5"/>
            <p:cNvSpPr/>
            <p:nvPr/>
          </p:nvSpPr>
          <p:spPr>
            <a:xfrm rot="1242556">
              <a:off x="-770318" y="3902020"/>
              <a:ext cx="62544" cy="120099"/>
            </a:xfrm>
            <a:custGeom>
              <a:rect b="b" l="l" r="r" t="t"/>
              <a:pathLst>
                <a:path extrusionOk="0" h="2744" w="1429">
                  <a:moveTo>
                    <a:pt x="211" y="0"/>
                  </a:moveTo>
                  <a:cubicBezTo>
                    <a:pt x="183" y="0"/>
                    <a:pt x="153" y="9"/>
                    <a:pt x="121" y="29"/>
                  </a:cubicBezTo>
                  <a:cubicBezTo>
                    <a:pt x="1" y="103"/>
                    <a:pt x="16" y="239"/>
                    <a:pt x="46" y="359"/>
                  </a:cubicBezTo>
                  <a:cubicBezTo>
                    <a:pt x="226" y="1213"/>
                    <a:pt x="541" y="1963"/>
                    <a:pt x="1126" y="2563"/>
                  </a:cubicBezTo>
                  <a:cubicBezTo>
                    <a:pt x="1186" y="2593"/>
                    <a:pt x="1171" y="2668"/>
                    <a:pt x="1200" y="2728"/>
                  </a:cubicBezTo>
                  <a:cubicBezTo>
                    <a:pt x="1235" y="2739"/>
                    <a:pt x="1264" y="2744"/>
                    <a:pt x="1288" y="2744"/>
                  </a:cubicBezTo>
                  <a:cubicBezTo>
                    <a:pt x="1428" y="2744"/>
                    <a:pt x="1394" y="2575"/>
                    <a:pt x="1380" y="2473"/>
                  </a:cubicBezTo>
                  <a:lnTo>
                    <a:pt x="1290" y="1798"/>
                  </a:lnTo>
                  <a:cubicBezTo>
                    <a:pt x="1156" y="1139"/>
                    <a:pt x="871" y="569"/>
                    <a:pt x="406" y="119"/>
                  </a:cubicBezTo>
                  <a:cubicBezTo>
                    <a:pt x="351" y="63"/>
                    <a:pt x="288" y="0"/>
                    <a:pt x="2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5"/>
            <p:cNvSpPr/>
            <p:nvPr/>
          </p:nvSpPr>
          <p:spPr>
            <a:xfrm rot="1242556">
              <a:off x="-1429211" y="3700309"/>
              <a:ext cx="39435" cy="140583"/>
            </a:xfrm>
            <a:custGeom>
              <a:rect b="b" l="l" r="r" t="t"/>
              <a:pathLst>
                <a:path extrusionOk="0" h="3212" w="901">
                  <a:moveTo>
                    <a:pt x="372" y="1"/>
                  </a:moveTo>
                  <a:cubicBezTo>
                    <a:pt x="248" y="1"/>
                    <a:pt x="178" y="143"/>
                    <a:pt x="135" y="258"/>
                  </a:cubicBezTo>
                  <a:cubicBezTo>
                    <a:pt x="120" y="318"/>
                    <a:pt x="105" y="392"/>
                    <a:pt x="90" y="452"/>
                  </a:cubicBezTo>
                  <a:cubicBezTo>
                    <a:pt x="0" y="887"/>
                    <a:pt x="60" y="1307"/>
                    <a:pt x="105" y="1727"/>
                  </a:cubicBezTo>
                  <a:cubicBezTo>
                    <a:pt x="135" y="1952"/>
                    <a:pt x="165" y="2192"/>
                    <a:pt x="300" y="2387"/>
                  </a:cubicBezTo>
                  <a:cubicBezTo>
                    <a:pt x="435" y="2597"/>
                    <a:pt x="510" y="2851"/>
                    <a:pt x="675" y="3047"/>
                  </a:cubicBezTo>
                  <a:cubicBezTo>
                    <a:pt x="720" y="3091"/>
                    <a:pt x="705" y="3167"/>
                    <a:pt x="750" y="3211"/>
                  </a:cubicBezTo>
                  <a:cubicBezTo>
                    <a:pt x="840" y="3151"/>
                    <a:pt x="810" y="3047"/>
                    <a:pt x="825" y="2941"/>
                  </a:cubicBezTo>
                  <a:lnTo>
                    <a:pt x="825" y="2881"/>
                  </a:lnTo>
                  <a:cubicBezTo>
                    <a:pt x="900" y="1997"/>
                    <a:pt x="840" y="1127"/>
                    <a:pt x="600" y="288"/>
                  </a:cubicBezTo>
                  <a:cubicBezTo>
                    <a:pt x="585" y="138"/>
                    <a:pt x="510" y="2"/>
                    <a:pt x="390" y="2"/>
                  </a:cubicBezTo>
                  <a:cubicBezTo>
                    <a:pt x="384" y="1"/>
                    <a:pt x="378" y="1"/>
                    <a:pt x="3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5"/>
            <p:cNvSpPr/>
            <p:nvPr/>
          </p:nvSpPr>
          <p:spPr>
            <a:xfrm rot="1242556">
              <a:off x="-1367058" y="3793989"/>
              <a:ext cx="97865" cy="91563"/>
            </a:xfrm>
            <a:custGeom>
              <a:rect b="b" l="l" r="r" t="t"/>
              <a:pathLst>
                <a:path extrusionOk="0" h="2092" w="2236">
                  <a:moveTo>
                    <a:pt x="1985" y="0"/>
                  </a:moveTo>
                  <a:cubicBezTo>
                    <a:pt x="1960" y="0"/>
                    <a:pt x="1933" y="3"/>
                    <a:pt x="1906" y="7"/>
                  </a:cubicBezTo>
                  <a:cubicBezTo>
                    <a:pt x="1846" y="7"/>
                    <a:pt x="1786" y="37"/>
                    <a:pt x="1726" y="52"/>
                  </a:cubicBezTo>
                  <a:cubicBezTo>
                    <a:pt x="1350" y="202"/>
                    <a:pt x="1050" y="472"/>
                    <a:pt x="810" y="832"/>
                  </a:cubicBezTo>
                  <a:cubicBezTo>
                    <a:pt x="540" y="1191"/>
                    <a:pt x="256" y="1537"/>
                    <a:pt x="0" y="1911"/>
                  </a:cubicBezTo>
                  <a:cubicBezTo>
                    <a:pt x="0" y="1971"/>
                    <a:pt x="0" y="2031"/>
                    <a:pt x="16" y="2091"/>
                  </a:cubicBezTo>
                  <a:cubicBezTo>
                    <a:pt x="30" y="2091"/>
                    <a:pt x="60" y="2091"/>
                    <a:pt x="76" y="2077"/>
                  </a:cubicBezTo>
                  <a:cubicBezTo>
                    <a:pt x="166" y="1987"/>
                    <a:pt x="270" y="1957"/>
                    <a:pt x="376" y="1911"/>
                  </a:cubicBezTo>
                  <a:cubicBezTo>
                    <a:pt x="526" y="1897"/>
                    <a:pt x="646" y="1807"/>
                    <a:pt x="780" y="1717"/>
                  </a:cubicBezTo>
                  <a:cubicBezTo>
                    <a:pt x="1306" y="1387"/>
                    <a:pt x="1770" y="967"/>
                    <a:pt x="2116" y="397"/>
                  </a:cubicBezTo>
                  <a:cubicBezTo>
                    <a:pt x="2176" y="307"/>
                    <a:pt x="2236" y="217"/>
                    <a:pt x="2160" y="112"/>
                  </a:cubicBezTo>
                  <a:cubicBezTo>
                    <a:pt x="2116" y="24"/>
                    <a:pt x="2056" y="0"/>
                    <a:pt x="19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5"/>
            <p:cNvSpPr/>
            <p:nvPr/>
          </p:nvSpPr>
          <p:spPr>
            <a:xfrm rot="1242556">
              <a:off x="-711416" y="3974827"/>
              <a:ext cx="47313" cy="116817"/>
            </a:xfrm>
            <a:custGeom>
              <a:rect b="b" l="l" r="r" t="t"/>
              <a:pathLst>
                <a:path extrusionOk="0" h="2669" w="1081">
                  <a:moveTo>
                    <a:pt x="771" y="0"/>
                  </a:moveTo>
                  <a:cubicBezTo>
                    <a:pt x="657" y="0"/>
                    <a:pt x="559" y="53"/>
                    <a:pt x="511" y="175"/>
                  </a:cubicBezTo>
                  <a:cubicBezTo>
                    <a:pt x="315" y="669"/>
                    <a:pt x="91" y="1164"/>
                    <a:pt x="91" y="1734"/>
                  </a:cubicBezTo>
                  <a:cubicBezTo>
                    <a:pt x="1" y="2004"/>
                    <a:pt x="135" y="2244"/>
                    <a:pt x="165" y="2498"/>
                  </a:cubicBezTo>
                  <a:lnTo>
                    <a:pt x="165" y="2574"/>
                  </a:lnTo>
                  <a:cubicBezTo>
                    <a:pt x="142" y="2645"/>
                    <a:pt x="165" y="2669"/>
                    <a:pt x="212" y="2669"/>
                  </a:cubicBezTo>
                  <a:cubicBezTo>
                    <a:pt x="225" y="2669"/>
                    <a:pt x="239" y="2667"/>
                    <a:pt x="255" y="2664"/>
                  </a:cubicBezTo>
                  <a:cubicBezTo>
                    <a:pt x="301" y="2544"/>
                    <a:pt x="405" y="2438"/>
                    <a:pt x="465" y="2334"/>
                  </a:cubicBezTo>
                  <a:cubicBezTo>
                    <a:pt x="721" y="1914"/>
                    <a:pt x="871" y="1449"/>
                    <a:pt x="975" y="969"/>
                  </a:cubicBezTo>
                  <a:cubicBezTo>
                    <a:pt x="1021" y="759"/>
                    <a:pt x="1081" y="549"/>
                    <a:pt x="1051" y="324"/>
                  </a:cubicBezTo>
                  <a:cubicBezTo>
                    <a:pt x="1035" y="175"/>
                    <a:pt x="1005" y="39"/>
                    <a:pt x="855" y="9"/>
                  </a:cubicBezTo>
                  <a:cubicBezTo>
                    <a:pt x="826" y="3"/>
                    <a:pt x="798" y="0"/>
                    <a:pt x="7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5"/>
            <p:cNvSpPr/>
            <p:nvPr/>
          </p:nvSpPr>
          <p:spPr>
            <a:xfrm rot="1242556">
              <a:off x="-493881" y="3952314"/>
              <a:ext cx="142552" cy="86442"/>
            </a:xfrm>
            <a:custGeom>
              <a:rect b="b" l="l" r="r" t="t"/>
              <a:pathLst>
                <a:path extrusionOk="0" h="1975" w="3257">
                  <a:moveTo>
                    <a:pt x="1770" y="0"/>
                  </a:moveTo>
                  <a:cubicBezTo>
                    <a:pt x="1830" y="166"/>
                    <a:pt x="1816" y="226"/>
                    <a:pt x="1696" y="360"/>
                  </a:cubicBezTo>
                  <a:cubicBezTo>
                    <a:pt x="1680" y="376"/>
                    <a:pt x="1680" y="406"/>
                    <a:pt x="1696" y="436"/>
                  </a:cubicBezTo>
                  <a:lnTo>
                    <a:pt x="2730" y="436"/>
                  </a:lnTo>
                  <a:cubicBezTo>
                    <a:pt x="2580" y="660"/>
                    <a:pt x="2416" y="796"/>
                    <a:pt x="2190" y="840"/>
                  </a:cubicBezTo>
                  <a:cubicBezTo>
                    <a:pt x="1830" y="903"/>
                    <a:pt x="1469" y="934"/>
                    <a:pt x="1109" y="934"/>
                  </a:cubicBezTo>
                  <a:cubicBezTo>
                    <a:pt x="1035" y="934"/>
                    <a:pt x="960" y="933"/>
                    <a:pt x="886" y="930"/>
                  </a:cubicBezTo>
                  <a:lnTo>
                    <a:pt x="886" y="930"/>
                  </a:lnTo>
                  <a:cubicBezTo>
                    <a:pt x="1050" y="1096"/>
                    <a:pt x="856" y="1080"/>
                    <a:pt x="796" y="1126"/>
                  </a:cubicBezTo>
                  <a:cubicBezTo>
                    <a:pt x="750" y="1156"/>
                    <a:pt x="720" y="1200"/>
                    <a:pt x="750" y="1260"/>
                  </a:cubicBezTo>
                  <a:cubicBezTo>
                    <a:pt x="763" y="1257"/>
                    <a:pt x="779" y="1256"/>
                    <a:pt x="795" y="1256"/>
                  </a:cubicBezTo>
                  <a:cubicBezTo>
                    <a:pt x="826" y="1256"/>
                    <a:pt x="861" y="1260"/>
                    <a:pt x="892" y="1260"/>
                  </a:cubicBezTo>
                  <a:cubicBezTo>
                    <a:pt x="919" y="1260"/>
                    <a:pt x="944" y="1257"/>
                    <a:pt x="960" y="1246"/>
                  </a:cubicBezTo>
                  <a:cubicBezTo>
                    <a:pt x="1170" y="1066"/>
                    <a:pt x="1396" y="1110"/>
                    <a:pt x="1620" y="1096"/>
                  </a:cubicBezTo>
                  <a:cubicBezTo>
                    <a:pt x="1669" y="1080"/>
                    <a:pt x="1727" y="1037"/>
                    <a:pt x="1772" y="1037"/>
                  </a:cubicBezTo>
                  <a:cubicBezTo>
                    <a:pt x="1810" y="1037"/>
                    <a:pt x="1839" y="1067"/>
                    <a:pt x="1846" y="1170"/>
                  </a:cubicBezTo>
                  <a:cubicBezTo>
                    <a:pt x="1710" y="1246"/>
                    <a:pt x="1590" y="1320"/>
                    <a:pt x="1456" y="1410"/>
                  </a:cubicBezTo>
                  <a:cubicBezTo>
                    <a:pt x="1127" y="1594"/>
                    <a:pt x="799" y="1767"/>
                    <a:pt x="431" y="1767"/>
                  </a:cubicBezTo>
                  <a:cubicBezTo>
                    <a:pt x="378" y="1767"/>
                    <a:pt x="325" y="1763"/>
                    <a:pt x="270" y="1756"/>
                  </a:cubicBezTo>
                  <a:cubicBezTo>
                    <a:pt x="250" y="1756"/>
                    <a:pt x="229" y="1755"/>
                    <a:pt x="207" y="1755"/>
                  </a:cubicBezTo>
                  <a:cubicBezTo>
                    <a:pt x="134" y="1755"/>
                    <a:pt x="59" y="1764"/>
                    <a:pt x="1" y="1846"/>
                  </a:cubicBezTo>
                  <a:cubicBezTo>
                    <a:pt x="127" y="1945"/>
                    <a:pt x="257" y="1974"/>
                    <a:pt x="388" y="1974"/>
                  </a:cubicBezTo>
                  <a:cubicBezTo>
                    <a:pt x="552" y="1974"/>
                    <a:pt x="719" y="1929"/>
                    <a:pt x="886" y="1920"/>
                  </a:cubicBezTo>
                  <a:cubicBezTo>
                    <a:pt x="1156" y="1876"/>
                    <a:pt x="1366" y="1650"/>
                    <a:pt x="1620" y="1590"/>
                  </a:cubicBezTo>
                  <a:cubicBezTo>
                    <a:pt x="1666" y="1546"/>
                    <a:pt x="1726" y="1560"/>
                    <a:pt x="1770" y="1500"/>
                  </a:cubicBezTo>
                  <a:lnTo>
                    <a:pt x="1770" y="1516"/>
                  </a:lnTo>
                  <a:cubicBezTo>
                    <a:pt x="1800" y="1486"/>
                    <a:pt x="1816" y="1456"/>
                    <a:pt x="1846" y="1440"/>
                  </a:cubicBezTo>
                  <a:cubicBezTo>
                    <a:pt x="1860" y="1426"/>
                    <a:pt x="1890" y="1426"/>
                    <a:pt x="1906" y="1426"/>
                  </a:cubicBezTo>
                  <a:cubicBezTo>
                    <a:pt x="1966" y="1396"/>
                    <a:pt x="2026" y="1380"/>
                    <a:pt x="2070" y="1336"/>
                  </a:cubicBezTo>
                  <a:cubicBezTo>
                    <a:pt x="2100" y="1306"/>
                    <a:pt x="2130" y="1276"/>
                    <a:pt x="2160" y="1260"/>
                  </a:cubicBezTo>
                  <a:cubicBezTo>
                    <a:pt x="2190" y="1246"/>
                    <a:pt x="2220" y="1246"/>
                    <a:pt x="2236" y="1230"/>
                  </a:cubicBezTo>
                  <a:cubicBezTo>
                    <a:pt x="2296" y="1216"/>
                    <a:pt x="2340" y="1216"/>
                    <a:pt x="2400" y="1216"/>
                  </a:cubicBezTo>
                  <a:cubicBezTo>
                    <a:pt x="2416" y="1216"/>
                    <a:pt x="2430" y="1200"/>
                    <a:pt x="2446" y="1200"/>
                  </a:cubicBezTo>
                  <a:lnTo>
                    <a:pt x="2506" y="1140"/>
                  </a:lnTo>
                  <a:cubicBezTo>
                    <a:pt x="2536" y="1126"/>
                    <a:pt x="2550" y="1110"/>
                    <a:pt x="2580" y="1096"/>
                  </a:cubicBezTo>
                  <a:cubicBezTo>
                    <a:pt x="2596" y="1066"/>
                    <a:pt x="2626" y="1036"/>
                    <a:pt x="2656" y="1006"/>
                  </a:cubicBezTo>
                  <a:cubicBezTo>
                    <a:pt x="2790" y="1036"/>
                    <a:pt x="2790" y="1050"/>
                    <a:pt x="2730" y="1260"/>
                  </a:cubicBezTo>
                  <a:lnTo>
                    <a:pt x="2716" y="1260"/>
                  </a:lnTo>
                  <a:cubicBezTo>
                    <a:pt x="2700" y="1290"/>
                    <a:pt x="2700" y="1336"/>
                    <a:pt x="2700" y="1380"/>
                  </a:cubicBezTo>
                  <a:cubicBezTo>
                    <a:pt x="2776" y="1530"/>
                    <a:pt x="2716" y="1786"/>
                    <a:pt x="2940" y="1846"/>
                  </a:cubicBezTo>
                  <a:cubicBezTo>
                    <a:pt x="2910" y="1320"/>
                    <a:pt x="3016" y="840"/>
                    <a:pt x="3196" y="360"/>
                  </a:cubicBezTo>
                  <a:cubicBezTo>
                    <a:pt x="3256" y="189"/>
                    <a:pt x="3238" y="128"/>
                    <a:pt x="3114" y="128"/>
                  </a:cubicBezTo>
                  <a:cubicBezTo>
                    <a:pt x="3086" y="128"/>
                    <a:pt x="3054" y="131"/>
                    <a:pt x="3016" y="136"/>
                  </a:cubicBezTo>
                  <a:cubicBezTo>
                    <a:pt x="2829" y="160"/>
                    <a:pt x="2639" y="219"/>
                    <a:pt x="2451" y="219"/>
                  </a:cubicBezTo>
                  <a:cubicBezTo>
                    <a:pt x="2291" y="219"/>
                    <a:pt x="2132" y="176"/>
                    <a:pt x="1980" y="30"/>
                  </a:cubicBezTo>
                  <a:cubicBezTo>
                    <a:pt x="1958" y="8"/>
                    <a:pt x="1924" y="5"/>
                    <a:pt x="1887" y="5"/>
                  </a:cubicBezTo>
                  <a:cubicBezTo>
                    <a:pt x="1869" y="5"/>
                    <a:pt x="1850" y="5"/>
                    <a:pt x="1831" y="5"/>
                  </a:cubicBezTo>
                  <a:cubicBezTo>
                    <a:pt x="1810" y="5"/>
                    <a:pt x="1790" y="5"/>
                    <a:pt x="17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5"/>
            <p:cNvSpPr/>
            <p:nvPr/>
          </p:nvSpPr>
          <p:spPr>
            <a:xfrm rot="1242556">
              <a:off x="-1396537" y="3882755"/>
              <a:ext cx="94539" cy="69372"/>
            </a:xfrm>
            <a:custGeom>
              <a:rect b="b" l="l" r="r" t="t"/>
              <a:pathLst>
                <a:path extrusionOk="0" h="1585" w="2160">
                  <a:moveTo>
                    <a:pt x="1925" y="0"/>
                  </a:moveTo>
                  <a:cubicBezTo>
                    <a:pt x="1891" y="0"/>
                    <a:pt x="1854" y="7"/>
                    <a:pt x="1816" y="16"/>
                  </a:cubicBezTo>
                  <a:cubicBezTo>
                    <a:pt x="1770" y="32"/>
                    <a:pt x="1726" y="46"/>
                    <a:pt x="1680" y="76"/>
                  </a:cubicBezTo>
                  <a:cubicBezTo>
                    <a:pt x="1020" y="362"/>
                    <a:pt x="450" y="782"/>
                    <a:pt x="0" y="1412"/>
                  </a:cubicBezTo>
                  <a:cubicBezTo>
                    <a:pt x="25" y="1555"/>
                    <a:pt x="91" y="1584"/>
                    <a:pt x="168" y="1584"/>
                  </a:cubicBezTo>
                  <a:cubicBezTo>
                    <a:pt x="220" y="1584"/>
                    <a:pt x="276" y="1571"/>
                    <a:pt x="328" y="1571"/>
                  </a:cubicBezTo>
                  <a:cubicBezTo>
                    <a:pt x="345" y="1571"/>
                    <a:pt x="361" y="1573"/>
                    <a:pt x="376" y="1576"/>
                  </a:cubicBezTo>
                  <a:cubicBezTo>
                    <a:pt x="706" y="1486"/>
                    <a:pt x="976" y="1276"/>
                    <a:pt x="1260" y="1096"/>
                  </a:cubicBezTo>
                  <a:cubicBezTo>
                    <a:pt x="1546" y="916"/>
                    <a:pt x="1816" y="692"/>
                    <a:pt x="2026" y="406"/>
                  </a:cubicBezTo>
                  <a:cubicBezTo>
                    <a:pt x="2100" y="316"/>
                    <a:pt x="2160" y="242"/>
                    <a:pt x="2100" y="122"/>
                  </a:cubicBezTo>
                  <a:cubicBezTo>
                    <a:pt x="2059" y="30"/>
                    <a:pt x="1998" y="0"/>
                    <a:pt x="19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5"/>
            <p:cNvSpPr/>
            <p:nvPr/>
          </p:nvSpPr>
          <p:spPr>
            <a:xfrm rot="1242556">
              <a:off x="-422992" y="4280235"/>
              <a:ext cx="59787" cy="131873"/>
            </a:xfrm>
            <a:custGeom>
              <a:rect b="b" l="l" r="r" t="t"/>
              <a:pathLst>
                <a:path extrusionOk="0" h="3013" w="1366">
                  <a:moveTo>
                    <a:pt x="181" y="0"/>
                  </a:moveTo>
                  <a:cubicBezTo>
                    <a:pt x="123" y="0"/>
                    <a:pt x="68" y="50"/>
                    <a:pt x="31" y="133"/>
                  </a:cubicBezTo>
                  <a:cubicBezTo>
                    <a:pt x="1" y="223"/>
                    <a:pt x="16" y="329"/>
                    <a:pt x="31" y="419"/>
                  </a:cubicBezTo>
                  <a:cubicBezTo>
                    <a:pt x="106" y="673"/>
                    <a:pt x="196" y="943"/>
                    <a:pt x="286" y="1199"/>
                  </a:cubicBezTo>
                  <a:cubicBezTo>
                    <a:pt x="526" y="1768"/>
                    <a:pt x="841" y="2293"/>
                    <a:pt x="1110" y="2848"/>
                  </a:cubicBezTo>
                  <a:cubicBezTo>
                    <a:pt x="1126" y="2878"/>
                    <a:pt x="1156" y="2908"/>
                    <a:pt x="1170" y="2953"/>
                  </a:cubicBezTo>
                  <a:cubicBezTo>
                    <a:pt x="1170" y="2968"/>
                    <a:pt x="1186" y="2998"/>
                    <a:pt x="1186" y="3013"/>
                  </a:cubicBezTo>
                  <a:cubicBezTo>
                    <a:pt x="1366" y="2908"/>
                    <a:pt x="1276" y="2758"/>
                    <a:pt x="1260" y="2608"/>
                  </a:cubicBezTo>
                  <a:cubicBezTo>
                    <a:pt x="1186" y="2278"/>
                    <a:pt x="1156" y="1933"/>
                    <a:pt x="1020" y="1603"/>
                  </a:cubicBezTo>
                  <a:cubicBezTo>
                    <a:pt x="886" y="1259"/>
                    <a:pt x="766" y="899"/>
                    <a:pt x="631" y="539"/>
                  </a:cubicBezTo>
                  <a:cubicBezTo>
                    <a:pt x="556" y="343"/>
                    <a:pt x="421" y="193"/>
                    <a:pt x="286" y="59"/>
                  </a:cubicBezTo>
                  <a:cubicBezTo>
                    <a:pt x="252" y="19"/>
                    <a:pt x="216" y="0"/>
                    <a:pt x="1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5"/>
            <p:cNvSpPr/>
            <p:nvPr/>
          </p:nvSpPr>
          <p:spPr>
            <a:xfrm rot="1242556">
              <a:off x="-1200386" y="4126158"/>
              <a:ext cx="156295" cy="37465"/>
            </a:xfrm>
            <a:custGeom>
              <a:rect b="b" l="l" r="r" t="t"/>
              <a:pathLst>
                <a:path extrusionOk="0" h="856" w="3571">
                  <a:moveTo>
                    <a:pt x="1141" y="0"/>
                  </a:moveTo>
                  <a:lnTo>
                    <a:pt x="1141" y="0"/>
                  </a:lnTo>
                  <a:cubicBezTo>
                    <a:pt x="811" y="300"/>
                    <a:pt x="421" y="450"/>
                    <a:pt x="45" y="615"/>
                  </a:cubicBezTo>
                  <a:cubicBezTo>
                    <a:pt x="1" y="704"/>
                    <a:pt x="75" y="720"/>
                    <a:pt x="105" y="764"/>
                  </a:cubicBezTo>
                  <a:cubicBezTo>
                    <a:pt x="128" y="764"/>
                    <a:pt x="151" y="763"/>
                    <a:pt x="174" y="763"/>
                  </a:cubicBezTo>
                  <a:cubicBezTo>
                    <a:pt x="532" y="763"/>
                    <a:pt x="889" y="856"/>
                    <a:pt x="1246" y="856"/>
                  </a:cubicBezTo>
                  <a:cubicBezTo>
                    <a:pt x="1271" y="856"/>
                    <a:pt x="1296" y="855"/>
                    <a:pt x="1321" y="854"/>
                  </a:cubicBezTo>
                  <a:cubicBezTo>
                    <a:pt x="1395" y="850"/>
                    <a:pt x="1470" y="848"/>
                    <a:pt x="1546" y="848"/>
                  </a:cubicBezTo>
                  <a:cubicBezTo>
                    <a:pt x="1697" y="848"/>
                    <a:pt x="1850" y="854"/>
                    <a:pt x="2010" y="854"/>
                  </a:cubicBezTo>
                  <a:cubicBezTo>
                    <a:pt x="2430" y="854"/>
                    <a:pt x="2850" y="794"/>
                    <a:pt x="3270" y="690"/>
                  </a:cubicBezTo>
                  <a:cubicBezTo>
                    <a:pt x="3405" y="660"/>
                    <a:pt x="3570" y="630"/>
                    <a:pt x="3555" y="435"/>
                  </a:cubicBezTo>
                  <a:cubicBezTo>
                    <a:pt x="3545" y="289"/>
                    <a:pt x="3467" y="269"/>
                    <a:pt x="3380" y="269"/>
                  </a:cubicBezTo>
                  <a:cubicBezTo>
                    <a:pt x="3347" y="269"/>
                    <a:pt x="3312" y="272"/>
                    <a:pt x="3280" y="272"/>
                  </a:cubicBezTo>
                  <a:cubicBezTo>
                    <a:pt x="3266" y="272"/>
                    <a:pt x="3253" y="272"/>
                    <a:pt x="3240" y="270"/>
                  </a:cubicBezTo>
                  <a:cubicBezTo>
                    <a:pt x="3187" y="266"/>
                    <a:pt x="3134" y="264"/>
                    <a:pt x="3082" y="264"/>
                  </a:cubicBezTo>
                  <a:cubicBezTo>
                    <a:pt x="2783" y="264"/>
                    <a:pt x="2504" y="335"/>
                    <a:pt x="2235" y="450"/>
                  </a:cubicBezTo>
                  <a:cubicBezTo>
                    <a:pt x="1914" y="587"/>
                    <a:pt x="1588" y="618"/>
                    <a:pt x="1246" y="618"/>
                  </a:cubicBezTo>
                  <a:cubicBezTo>
                    <a:pt x="1028" y="618"/>
                    <a:pt x="804" y="606"/>
                    <a:pt x="571" y="600"/>
                  </a:cubicBezTo>
                  <a:cubicBezTo>
                    <a:pt x="795" y="390"/>
                    <a:pt x="1035" y="405"/>
                    <a:pt x="1215" y="285"/>
                  </a:cubicBezTo>
                  <a:cubicBezTo>
                    <a:pt x="1261" y="195"/>
                    <a:pt x="1201" y="165"/>
                    <a:pt x="1141" y="150"/>
                  </a:cubicBezTo>
                  <a:cubicBezTo>
                    <a:pt x="1125" y="150"/>
                    <a:pt x="1095" y="165"/>
                    <a:pt x="1081" y="180"/>
                  </a:cubicBezTo>
                  <a:cubicBezTo>
                    <a:pt x="1081" y="165"/>
                    <a:pt x="1095" y="165"/>
                    <a:pt x="1095" y="165"/>
                  </a:cubicBezTo>
                  <a:cubicBezTo>
                    <a:pt x="1155" y="120"/>
                    <a:pt x="1185" y="75"/>
                    <a:pt x="11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5"/>
            <p:cNvSpPr/>
            <p:nvPr/>
          </p:nvSpPr>
          <p:spPr>
            <a:xfrm rot="1242556">
              <a:off x="-545085" y="4347740"/>
              <a:ext cx="116204" cy="33220"/>
            </a:xfrm>
            <a:custGeom>
              <a:rect b="b" l="l" r="r" t="t"/>
              <a:pathLst>
                <a:path extrusionOk="0" h="759" w="2655">
                  <a:moveTo>
                    <a:pt x="617" y="0"/>
                  </a:moveTo>
                  <a:cubicBezTo>
                    <a:pt x="488" y="0"/>
                    <a:pt x="357" y="18"/>
                    <a:pt x="225" y="64"/>
                  </a:cubicBezTo>
                  <a:cubicBezTo>
                    <a:pt x="105" y="109"/>
                    <a:pt x="15" y="169"/>
                    <a:pt x="15" y="319"/>
                  </a:cubicBezTo>
                  <a:cubicBezTo>
                    <a:pt x="1" y="469"/>
                    <a:pt x="121" y="529"/>
                    <a:pt x="225" y="574"/>
                  </a:cubicBezTo>
                  <a:cubicBezTo>
                    <a:pt x="480" y="655"/>
                    <a:pt x="734" y="759"/>
                    <a:pt x="1010" y="759"/>
                  </a:cubicBezTo>
                  <a:cubicBezTo>
                    <a:pt x="1043" y="759"/>
                    <a:pt x="1077" y="757"/>
                    <a:pt x="1111" y="754"/>
                  </a:cubicBezTo>
                  <a:cubicBezTo>
                    <a:pt x="1147" y="755"/>
                    <a:pt x="1184" y="756"/>
                    <a:pt x="1221" y="756"/>
                  </a:cubicBezTo>
                  <a:cubicBezTo>
                    <a:pt x="1493" y="756"/>
                    <a:pt x="1766" y="724"/>
                    <a:pt x="2039" y="724"/>
                  </a:cubicBezTo>
                  <a:cubicBezTo>
                    <a:pt x="2134" y="724"/>
                    <a:pt x="2230" y="728"/>
                    <a:pt x="2325" y="739"/>
                  </a:cubicBezTo>
                  <a:cubicBezTo>
                    <a:pt x="2372" y="746"/>
                    <a:pt x="2425" y="758"/>
                    <a:pt x="2477" y="758"/>
                  </a:cubicBezTo>
                  <a:cubicBezTo>
                    <a:pt x="2541" y="758"/>
                    <a:pt x="2605" y="739"/>
                    <a:pt x="2655" y="664"/>
                  </a:cubicBezTo>
                  <a:cubicBezTo>
                    <a:pt x="2535" y="454"/>
                    <a:pt x="2280" y="574"/>
                    <a:pt x="2145" y="424"/>
                  </a:cubicBezTo>
                  <a:cubicBezTo>
                    <a:pt x="2085" y="334"/>
                    <a:pt x="1980" y="409"/>
                    <a:pt x="1920" y="334"/>
                  </a:cubicBezTo>
                  <a:cubicBezTo>
                    <a:pt x="1740" y="274"/>
                    <a:pt x="1560" y="199"/>
                    <a:pt x="1365" y="139"/>
                  </a:cubicBezTo>
                  <a:cubicBezTo>
                    <a:pt x="1117" y="70"/>
                    <a:pt x="869" y="0"/>
                    <a:pt x="6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5"/>
            <p:cNvSpPr/>
            <p:nvPr/>
          </p:nvSpPr>
          <p:spPr>
            <a:xfrm rot="1242556">
              <a:off x="-780243" y="3984278"/>
              <a:ext cx="58430" cy="196956"/>
            </a:xfrm>
            <a:custGeom>
              <a:rect b="b" l="l" r="r" t="t"/>
              <a:pathLst>
                <a:path extrusionOk="0" h="4500" w="1335">
                  <a:moveTo>
                    <a:pt x="524" y="0"/>
                  </a:moveTo>
                  <a:cubicBezTo>
                    <a:pt x="524" y="195"/>
                    <a:pt x="510" y="390"/>
                    <a:pt x="570" y="570"/>
                  </a:cubicBezTo>
                  <a:cubicBezTo>
                    <a:pt x="614" y="705"/>
                    <a:pt x="644" y="885"/>
                    <a:pt x="434" y="930"/>
                  </a:cubicBezTo>
                  <a:cubicBezTo>
                    <a:pt x="554" y="1665"/>
                    <a:pt x="510" y="2414"/>
                    <a:pt x="450" y="3180"/>
                  </a:cubicBezTo>
                  <a:cubicBezTo>
                    <a:pt x="330" y="2894"/>
                    <a:pt x="210" y="2610"/>
                    <a:pt x="75" y="2340"/>
                  </a:cubicBezTo>
                  <a:lnTo>
                    <a:pt x="75" y="2340"/>
                  </a:lnTo>
                  <a:cubicBezTo>
                    <a:pt x="75" y="2430"/>
                    <a:pt x="90" y="2534"/>
                    <a:pt x="0" y="2594"/>
                  </a:cubicBezTo>
                  <a:cubicBezTo>
                    <a:pt x="15" y="2654"/>
                    <a:pt x="30" y="2730"/>
                    <a:pt x="75" y="2774"/>
                  </a:cubicBezTo>
                  <a:cubicBezTo>
                    <a:pt x="330" y="3134"/>
                    <a:pt x="450" y="3554"/>
                    <a:pt x="510" y="4004"/>
                  </a:cubicBezTo>
                  <a:cubicBezTo>
                    <a:pt x="510" y="4170"/>
                    <a:pt x="375" y="4364"/>
                    <a:pt x="584" y="4500"/>
                  </a:cubicBezTo>
                  <a:cubicBezTo>
                    <a:pt x="614" y="4110"/>
                    <a:pt x="764" y="3764"/>
                    <a:pt x="884" y="3404"/>
                  </a:cubicBezTo>
                  <a:cubicBezTo>
                    <a:pt x="1034" y="2940"/>
                    <a:pt x="1274" y="2504"/>
                    <a:pt x="1334" y="2010"/>
                  </a:cubicBezTo>
                  <a:lnTo>
                    <a:pt x="1244" y="1920"/>
                  </a:lnTo>
                  <a:cubicBezTo>
                    <a:pt x="1094" y="2310"/>
                    <a:pt x="944" y="2700"/>
                    <a:pt x="764" y="3180"/>
                  </a:cubicBezTo>
                  <a:cubicBezTo>
                    <a:pt x="704" y="2340"/>
                    <a:pt x="644" y="1590"/>
                    <a:pt x="660" y="840"/>
                  </a:cubicBezTo>
                  <a:cubicBezTo>
                    <a:pt x="674" y="540"/>
                    <a:pt x="630" y="270"/>
                    <a:pt x="5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5"/>
            <p:cNvSpPr/>
            <p:nvPr/>
          </p:nvSpPr>
          <p:spPr>
            <a:xfrm rot="1242556">
              <a:off x="-1563731" y="3628813"/>
              <a:ext cx="24992" cy="127409"/>
            </a:xfrm>
            <a:custGeom>
              <a:rect b="b" l="l" r="r" t="t"/>
              <a:pathLst>
                <a:path extrusionOk="0" h="2911" w="571">
                  <a:moveTo>
                    <a:pt x="286" y="1"/>
                  </a:moveTo>
                  <a:cubicBezTo>
                    <a:pt x="240" y="241"/>
                    <a:pt x="196" y="465"/>
                    <a:pt x="166" y="691"/>
                  </a:cubicBezTo>
                  <a:cubicBezTo>
                    <a:pt x="30" y="1335"/>
                    <a:pt x="0" y="1980"/>
                    <a:pt x="136" y="2625"/>
                  </a:cubicBezTo>
                  <a:cubicBezTo>
                    <a:pt x="150" y="2745"/>
                    <a:pt x="180" y="2894"/>
                    <a:pt x="316" y="2910"/>
                  </a:cubicBezTo>
                  <a:cubicBezTo>
                    <a:pt x="322" y="2911"/>
                    <a:pt x="328" y="2911"/>
                    <a:pt x="334" y="2911"/>
                  </a:cubicBezTo>
                  <a:cubicBezTo>
                    <a:pt x="470" y="2911"/>
                    <a:pt x="512" y="2755"/>
                    <a:pt x="540" y="2625"/>
                  </a:cubicBezTo>
                  <a:cubicBezTo>
                    <a:pt x="570" y="2520"/>
                    <a:pt x="570" y="2415"/>
                    <a:pt x="570" y="2295"/>
                  </a:cubicBezTo>
                  <a:lnTo>
                    <a:pt x="570" y="1215"/>
                  </a:lnTo>
                  <a:cubicBezTo>
                    <a:pt x="556" y="945"/>
                    <a:pt x="526" y="675"/>
                    <a:pt x="420" y="421"/>
                  </a:cubicBezTo>
                  <a:cubicBezTo>
                    <a:pt x="286" y="315"/>
                    <a:pt x="420" y="105"/>
                    <a:pt x="2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5"/>
            <p:cNvSpPr/>
            <p:nvPr/>
          </p:nvSpPr>
          <p:spPr>
            <a:xfrm rot="1242556">
              <a:off x="-1508517" y="3607730"/>
              <a:ext cx="36152" cy="91169"/>
            </a:xfrm>
            <a:custGeom>
              <a:rect b="b" l="l" r="r" t="t"/>
              <a:pathLst>
                <a:path extrusionOk="0" h="2083" w="826">
                  <a:moveTo>
                    <a:pt x="375" y="0"/>
                  </a:moveTo>
                  <a:cubicBezTo>
                    <a:pt x="271" y="76"/>
                    <a:pt x="271" y="256"/>
                    <a:pt x="151" y="330"/>
                  </a:cubicBezTo>
                  <a:cubicBezTo>
                    <a:pt x="1" y="810"/>
                    <a:pt x="135" y="1260"/>
                    <a:pt x="255" y="1710"/>
                  </a:cubicBezTo>
                  <a:cubicBezTo>
                    <a:pt x="320" y="1940"/>
                    <a:pt x="449" y="2083"/>
                    <a:pt x="569" y="2083"/>
                  </a:cubicBezTo>
                  <a:cubicBezTo>
                    <a:pt x="590" y="2083"/>
                    <a:pt x="611" y="2079"/>
                    <a:pt x="631" y="2070"/>
                  </a:cubicBezTo>
                  <a:cubicBezTo>
                    <a:pt x="825" y="1980"/>
                    <a:pt x="825" y="1770"/>
                    <a:pt x="825" y="1576"/>
                  </a:cubicBezTo>
                  <a:cubicBezTo>
                    <a:pt x="825" y="1096"/>
                    <a:pt x="645" y="676"/>
                    <a:pt x="451" y="256"/>
                  </a:cubicBezTo>
                  <a:cubicBezTo>
                    <a:pt x="405" y="210"/>
                    <a:pt x="421" y="120"/>
                    <a:pt x="375" y="76"/>
                  </a:cubicBezTo>
                  <a:cubicBezTo>
                    <a:pt x="391" y="46"/>
                    <a:pt x="375" y="30"/>
                    <a:pt x="3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5"/>
            <p:cNvSpPr/>
            <p:nvPr/>
          </p:nvSpPr>
          <p:spPr>
            <a:xfrm rot="1242556">
              <a:off x="-1564917" y="3551781"/>
              <a:ext cx="61757" cy="86529"/>
            </a:xfrm>
            <a:custGeom>
              <a:rect b="b" l="l" r="r" t="t"/>
              <a:pathLst>
                <a:path extrusionOk="0" h="1977" w="1411">
                  <a:moveTo>
                    <a:pt x="1336" y="0"/>
                  </a:moveTo>
                  <a:cubicBezTo>
                    <a:pt x="1260" y="76"/>
                    <a:pt x="1186" y="120"/>
                    <a:pt x="1110" y="166"/>
                  </a:cubicBezTo>
                  <a:cubicBezTo>
                    <a:pt x="660" y="420"/>
                    <a:pt x="421" y="886"/>
                    <a:pt x="166" y="1336"/>
                  </a:cubicBezTo>
                  <a:cubicBezTo>
                    <a:pt x="106" y="1456"/>
                    <a:pt x="61" y="1590"/>
                    <a:pt x="31" y="1710"/>
                  </a:cubicBezTo>
                  <a:cubicBezTo>
                    <a:pt x="1" y="1800"/>
                    <a:pt x="16" y="1876"/>
                    <a:pt x="91" y="1936"/>
                  </a:cubicBezTo>
                  <a:cubicBezTo>
                    <a:pt x="115" y="1966"/>
                    <a:pt x="142" y="1976"/>
                    <a:pt x="169" y="1976"/>
                  </a:cubicBezTo>
                  <a:cubicBezTo>
                    <a:pt x="209" y="1976"/>
                    <a:pt x="250" y="1953"/>
                    <a:pt x="286" y="1936"/>
                  </a:cubicBezTo>
                  <a:cubicBezTo>
                    <a:pt x="391" y="1890"/>
                    <a:pt x="466" y="1786"/>
                    <a:pt x="541" y="1710"/>
                  </a:cubicBezTo>
                  <a:cubicBezTo>
                    <a:pt x="796" y="1440"/>
                    <a:pt x="916" y="1066"/>
                    <a:pt x="1126" y="750"/>
                  </a:cubicBezTo>
                  <a:cubicBezTo>
                    <a:pt x="1140" y="720"/>
                    <a:pt x="1170" y="706"/>
                    <a:pt x="1186" y="676"/>
                  </a:cubicBezTo>
                  <a:lnTo>
                    <a:pt x="1186" y="660"/>
                  </a:lnTo>
                  <a:cubicBezTo>
                    <a:pt x="1260" y="616"/>
                    <a:pt x="1290" y="556"/>
                    <a:pt x="1320" y="466"/>
                  </a:cubicBezTo>
                  <a:cubicBezTo>
                    <a:pt x="1320" y="420"/>
                    <a:pt x="1336" y="376"/>
                    <a:pt x="1350" y="330"/>
                  </a:cubicBezTo>
                  <a:cubicBezTo>
                    <a:pt x="1350" y="316"/>
                    <a:pt x="1366" y="300"/>
                    <a:pt x="1366" y="286"/>
                  </a:cubicBezTo>
                  <a:cubicBezTo>
                    <a:pt x="1380" y="270"/>
                    <a:pt x="1396" y="240"/>
                    <a:pt x="1410" y="210"/>
                  </a:cubicBezTo>
                  <a:lnTo>
                    <a:pt x="1410" y="166"/>
                  </a:lnTo>
                  <a:cubicBezTo>
                    <a:pt x="1410" y="106"/>
                    <a:pt x="1396" y="46"/>
                    <a:pt x="13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5"/>
            <p:cNvSpPr/>
            <p:nvPr/>
          </p:nvSpPr>
          <p:spPr>
            <a:xfrm rot="1242556">
              <a:off x="-556069" y="4261690"/>
              <a:ext cx="89330" cy="43155"/>
            </a:xfrm>
            <a:custGeom>
              <a:rect b="b" l="l" r="r" t="t"/>
              <a:pathLst>
                <a:path extrusionOk="0" h="986" w="2041">
                  <a:moveTo>
                    <a:pt x="244" y="1"/>
                  </a:moveTo>
                  <a:cubicBezTo>
                    <a:pt x="170" y="1"/>
                    <a:pt x="109" y="41"/>
                    <a:pt x="61" y="138"/>
                  </a:cubicBezTo>
                  <a:cubicBezTo>
                    <a:pt x="1" y="274"/>
                    <a:pt x="105" y="364"/>
                    <a:pt x="165" y="454"/>
                  </a:cubicBezTo>
                  <a:cubicBezTo>
                    <a:pt x="195" y="498"/>
                    <a:pt x="241" y="528"/>
                    <a:pt x="285" y="558"/>
                  </a:cubicBezTo>
                  <a:cubicBezTo>
                    <a:pt x="541" y="708"/>
                    <a:pt x="795" y="873"/>
                    <a:pt x="1095" y="903"/>
                  </a:cubicBezTo>
                  <a:cubicBezTo>
                    <a:pt x="1142" y="903"/>
                    <a:pt x="1188" y="902"/>
                    <a:pt x="1233" y="902"/>
                  </a:cubicBezTo>
                  <a:cubicBezTo>
                    <a:pt x="1321" y="902"/>
                    <a:pt x="1406" y="908"/>
                    <a:pt x="1485" y="948"/>
                  </a:cubicBezTo>
                  <a:cubicBezTo>
                    <a:pt x="1560" y="978"/>
                    <a:pt x="1631" y="985"/>
                    <a:pt x="1703" y="985"/>
                  </a:cubicBezTo>
                  <a:cubicBezTo>
                    <a:pt x="1774" y="985"/>
                    <a:pt x="1846" y="978"/>
                    <a:pt x="1921" y="978"/>
                  </a:cubicBezTo>
                  <a:cubicBezTo>
                    <a:pt x="2041" y="978"/>
                    <a:pt x="1995" y="888"/>
                    <a:pt x="1981" y="813"/>
                  </a:cubicBezTo>
                  <a:cubicBezTo>
                    <a:pt x="1501" y="424"/>
                    <a:pt x="931" y="244"/>
                    <a:pt x="375" y="34"/>
                  </a:cubicBezTo>
                  <a:cubicBezTo>
                    <a:pt x="328" y="12"/>
                    <a:pt x="284" y="1"/>
                    <a:pt x="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5"/>
            <p:cNvSpPr/>
            <p:nvPr/>
          </p:nvSpPr>
          <p:spPr>
            <a:xfrm rot="1242556">
              <a:off x="-482229" y="4231607"/>
              <a:ext cx="61757" cy="86398"/>
            </a:xfrm>
            <a:custGeom>
              <a:rect b="b" l="l" r="r" t="t"/>
              <a:pathLst>
                <a:path extrusionOk="0" h="1974" w="1411">
                  <a:moveTo>
                    <a:pt x="279" y="1"/>
                  </a:moveTo>
                  <a:cubicBezTo>
                    <a:pt x="248" y="1"/>
                    <a:pt x="215" y="12"/>
                    <a:pt x="181" y="38"/>
                  </a:cubicBezTo>
                  <a:cubicBezTo>
                    <a:pt x="1" y="158"/>
                    <a:pt x="105" y="368"/>
                    <a:pt x="181" y="474"/>
                  </a:cubicBezTo>
                  <a:cubicBezTo>
                    <a:pt x="511" y="998"/>
                    <a:pt x="810" y="1554"/>
                    <a:pt x="1260" y="1973"/>
                  </a:cubicBezTo>
                  <a:cubicBezTo>
                    <a:pt x="1410" y="1973"/>
                    <a:pt x="1410" y="1838"/>
                    <a:pt x="1410" y="1718"/>
                  </a:cubicBezTo>
                  <a:cubicBezTo>
                    <a:pt x="1245" y="1104"/>
                    <a:pt x="870" y="654"/>
                    <a:pt x="511" y="188"/>
                  </a:cubicBezTo>
                  <a:cubicBezTo>
                    <a:pt x="454" y="99"/>
                    <a:pt x="373" y="1"/>
                    <a:pt x="2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5"/>
            <p:cNvSpPr/>
            <p:nvPr/>
          </p:nvSpPr>
          <p:spPr>
            <a:xfrm rot="1242556">
              <a:off x="-1462903" y="3578062"/>
              <a:ext cx="38341" cy="81146"/>
            </a:xfrm>
            <a:custGeom>
              <a:rect b="b" l="l" r="r" t="t"/>
              <a:pathLst>
                <a:path extrusionOk="0" h="1854" w="876">
                  <a:moveTo>
                    <a:pt x="192" y="0"/>
                  </a:moveTo>
                  <a:cubicBezTo>
                    <a:pt x="194" y="2"/>
                    <a:pt x="195" y="4"/>
                    <a:pt x="196" y="6"/>
                  </a:cubicBezTo>
                  <a:lnTo>
                    <a:pt x="196" y="6"/>
                  </a:lnTo>
                  <a:cubicBezTo>
                    <a:pt x="200" y="4"/>
                    <a:pt x="204" y="2"/>
                    <a:pt x="208" y="0"/>
                  </a:cubicBezTo>
                  <a:close/>
                  <a:moveTo>
                    <a:pt x="196" y="6"/>
                  </a:moveTo>
                  <a:cubicBezTo>
                    <a:pt x="0" y="113"/>
                    <a:pt x="72" y="333"/>
                    <a:pt x="42" y="510"/>
                  </a:cubicBezTo>
                  <a:cubicBezTo>
                    <a:pt x="58" y="884"/>
                    <a:pt x="192" y="1230"/>
                    <a:pt x="328" y="1560"/>
                  </a:cubicBezTo>
                  <a:cubicBezTo>
                    <a:pt x="388" y="1680"/>
                    <a:pt x="448" y="1770"/>
                    <a:pt x="552" y="1830"/>
                  </a:cubicBezTo>
                  <a:cubicBezTo>
                    <a:pt x="594" y="1846"/>
                    <a:pt x="634" y="1853"/>
                    <a:pt x="669" y="1853"/>
                  </a:cubicBezTo>
                  <a:cubicBezTo>
                    <a:pt x="798" y="1853"/>
                    <a:pt x="876" y="1751"/>
                    <a:pt x="852" y="1574"/>
                  </a:cubicBezTo>
                  <a:cubicBezTo>
                    <a:pt x="748" y="1034"/>
                    <a:pt x="612" y="510"/>
                    <a:pt x="282" y="90"/>
                  </a:cubicBezTo>
                  <a:cubicBezTo>
                    <a:pt x="253" y="61"/>
                    <a:pt x="225" y="46"/>
                    <a:pt x="196" y="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5"/>
            <p:cNvSpPr/>
            <p:nvPr/>
          </p:nvSpPr>
          <p:spPr>
            <a:xfrm rot="1242556">
              <a:off x="-619333" y="4142318"/>
              <a:ext cx="61757" cy="139970"/>
            </a:xfrm>
            <a:custGeom>
              <a:rect b="b" l="l" r="r" t="t"/>
              <a:pathLst>
                <a:path extrusionOk="0" h="3198" w="1411">
                  <a:moveTo>
                    <a:pt x="208" y="1"/>
                  </a:moveTo>
                  <a:cubicBezTo>
                    <a:pt x="160" y="1"/>
                    <a:pt x="94" y="24"/>
                    <a:pt x="1" y="68"/>
                  </a:cubicBezTo>
                  <a:cubicBezTo>
                    <a:pt x="241" y="278"/>
                    <a:pt x="241" y="608"/>
                    <a:pt x="286" y="908"/>
                  </a:cubicBezTo>
                  <a:cubicBezTo>
                    <a:pt x="301" y="1088"/>
                    <a:pt x="286" y="1284"/>
                    <a:pt x="331" y="1478"/>
                  </a:cubicBezTo>
                  <a:cubicBezTo>
                    <a:pt x="391" y="1794"/>
                    <a:pt x="376" y="2108"/>
                    <a:pt x="271" y="2424"/>
                  </a:cubicBezTo>
                  <a:cubicBezTo>
                    <a:pt x="211" y="2618"/>
                    <a:pt x="151" y="2828"/>
                    <a:pt x="91" y="3053"/>
                  </a:cubicBezTo>
                  <a:cubicBezTo>
                    <a:pt x="76" y="3098"/>
                    <a:pt x="76" y="3173"/>
                    <a:pt x="121" y="3188"/>
                  </a:cubicBezTo>
                  <a:cubicBezTo>
                    <a:pt x="137" y="3194"/>
                    <a:pt x="152" y="3197"/>
                    <a:pt x="167" y="3197"/>
                  </a:cubicBezTo>
                  <a:cubicBezTo>
                    <a:pt x="220" y="3197"/>
                    <a:pt x="259" y="3157"/>
                    <a:pt x="271" y="3098"/>
                  </a:cubicBezTo>
                  <a:cubicBezTo>
                    <a:pt x="286" y="2858"/>
                    <a:pt x="361" y="2648"/>
                    <a:pt x="451" y="2438"/>
                  </a:cubicBezTo>
                  <a:cubicBezTo>
                    <a:pt x="691" y="1838"/>
                    <a:pt x="856" y="1194"/>
                    <a:pt x="1336" y="744"/>
                  </a:cubicBezTo>
                  <a:cubicBezTo>
                    <a:pt x="1380" y="698"/>
                    <a:pt x="1396" y="638"/>
                    <a:pt x="1396" y="564"/>
                  </a:cubicBezTo>
                  <a:cubicBezTo>
                    <a:pt x="1396" y="458"/>
                    <a:pt x="1410" y="354"/>
                    <a:pt x="1306" y="324"/>
                  </a:cubicBezTo>
                  <a:cubicBezTo>
                    <a:pt x="1285" y="319"/>
                    <a:pt x="1266" y="316"/>
                    <a:pt x="1247" y="316"/>
                  </a:cubicBezTo>
                  <a:cubicBezTo>
                    <a:pt x="1157" y="316"/>
                    <a:pt x="1093" y="375"/>
                    <a:pt x="1080" y="474"/>
                  </a:cubicBezTo>
                  <a:cubicBezTo>
                    <a:pt x="1006" y="908"/>
                    <a:pt x="736" y="1208"/>
                    <a:pt x="556" y="1614"/>
                  </a:cubicBezTo>
                  <a:cubicBezTo>
                    <a:pt x="421" y="1134"/>
                    <a:pt x="466" y="668"/>
                    <a:pt x="361" y="234"/>
                  </a:cubicBezTo>
                  <a:cubicBezTo>
                    <a:pt x="323" y="72"/>
                    <a:pt x="291" y="1"/>
                    <a:pt x="20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5"/>
            <p:cNvSpPr/>
            <p:nvPr/>
          </p:nvSpPr>
          <p:spPr>
            <a:xfrm rot="1242556">
              <a:off x="-487544" y="4030382"/>
              <a:ext cx="47970" cy="80008"/>
            </a:xfrm>
            <a:custGeom>
              <a:rect b="b" l="l" r="r" t="t"/>
              <a:pathLst>
                <a:path extrusionOk="0" h="1828" w="1096">
                  <a:moveTo>
                    <a:pt x="995" y="1"/>
                  </a:moveTo>
                  <a:cubicBezTo>
                    <a:pt x="963" y="1"/>
                    <a:pt x="924" y="35"/>
                    <a:pt x="886" y="82"/>
                  </a:cubicBezTo>
                  <a:cubicBezTo>
                    <a:pt x="540" y="382"/>
                    <a:pt x="316" y="802"/>
                    <a:pt x="106" y="1221"/>
                  </a:cubicBezTo>
                  <a:cubicBezTo>
                    <a:pt x="46" y="1326"/>
                    <a:pt x="0" y="1446"/>
                    <a:pt x="0" y="1581"/>
                  </a:cubicBezTo>
                  <a:cubicBezTo>
                    <a:pt x="16" y="1671"/>
                    <a:pt x="46" y="1761"/>
                    <a:pt x="120" y="1806"/>
                  </a:cubicBezTo>
                  <a:cubicBezTo>
                    <a:pt x="146" y="1821"/>
                    <a:pt x="171" y="1828"/>
                    <a:pt x="196" y="1828"/>
                  </a:cubicBezTo>
                  <a:cubicBezTo>
                    <a:pt x="244" y="1828"/>
                    <a:pt x="290" y="1801"/>
                    <a:pt x="330" y="1761"/>
                  </a:cubicBezTo>
                  <a:cubicBezTo>
                    <a:pt x="406" y="1686"/>
                    <a:pt x="480" y="1611"/>
                    <a:pt x="540" y="1521"/>
                  </a:cubicBezTo>
                  <a:cubicBezTo>
                    <a:pt x="736" y="1176"/>
                    <a:pt x="930" y="816"/>
                    <a:pt x="1036" y="426"/>
                  </a:cubicBezTo>
                  <a:cubicBezTo>
                    <a:pt x="1096" y="322"/>
                    <a:pt x="1080" y="216"/>
                    <a:pt x="1066" y="112"/>
                  </a:cubicBezTo>
                  <a:cubicBezTo>
                    <a:pt x="1051" y="31"/>
                    <a:pt x="1026" y="1"/>
                    <a:pt x="99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5"/>
            <p:cNvSpPr/>
            <p:nvPr/>
          </p:nvSpPr>
          <p:spPr>
            <a:xfrm rot="1242556">
              <a:off x="-527916" y="3957855"/>
              <a:ext cx="85348" cy="26129"/>
            </a:xfrm>
            <a:custGeom>
              <a:rect b="b" l="l" r="r" t="t"/>
              <a:pathLst>
                <a:path extrusionOk="0" h="597" w="1950">
                  <a:moveTo>
                    <a:pt x="186" y="0"/>
                  </a:moveTo>
                  <a:cubicBezTo>
                    <a:pt x="114" y="0"/>
                    <a:pt x="49" y="18"/>
                    <a:pt x="30" y="111"/>
                  </a:cubicBezTo>
                  <a:cubicBezTo>
                    <a:pt x="0" y="291"/>
                    <a:pt x="150" y="337"/>
                    <a:pt x="255" y="397"/>
                  </a:cubicBezTo>
                  <a:cubicBezTo>
                    <a:pt x="375" y="441"/>
                    <a:pt x="495" y="471"/>
                    <a:pt x="615" y="501"/>
                  </a:cubicBezTo>
                  <a:cubicBezTo>
                    <a:pt x="873" y="572"/>
                    <a:pt x="1141" y="597"/>
                    <a:pt x="1410" y="597"/>
                  </a:cubicBezTo>
                  <a:cubicBezTo>
                    <a:pt x="1485" y="597"/>
                    <a:pt x="1560" y="595"/>
                    <a:pt x="1634" y="591"/>
                  </a:cubicBezTo>
                  <a:cubicBezTo>
                    <a:pt x="1664" y="561"/>
                    <a:pt x="1694" y="517"/>
                    <a:pt x="1740" y="517"/>
                  </a:cubicBezTo>
                  <a:cubicBezTo>
                    <a:pt x="1950" y="457"/>
                    <a:pt x="1860" y="351"/>
                    <a:pt x="1770" y="261"/>
                  </a:cubicBezTo>
                  <a:cubicBezTo>
                    <a:pt x="1358" y="63"/>
                    <a:pt x="923" y="4"/>
                    <a:pt x="485" y="4"/>
                  </a:cubicBezTo>
                  <a:cubicBezTo>
                    <a:pt x="428" y="4"/>
                    <a:pt x="372" y="5"/>
                    <a:pt x="315" y="7"/>
                  </a:cubicBezTo>
                  <a:cubicBezTo>
                    <a:pt x="275" y="7"/>
                    <a:pt x="229" y="0"/>
                    <a:pt x="1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5"/>
            <p:cNvSpPr/>
            <p:nvPr/>
          </p:nvSpPr>
          <p:spPr>
            <a:xfrm rot="1242556">
              <a:off x="-551480" y="4003539"/>
              <a:ext cx="82721" cy="29237"/>
            </a:xfrm>
            <a:custGeom>
              <a:rect b="b" l="l" r="r" t="t"/>
              <a:pathLst>
                <a:path extrusionOk="0" h="668" w="1890">
                  <a:moveTo>
                    <a:pt x="964" y="0"/>
                  </a:moveTo>
                  <a:cubicBezTo>
                    <a:pt x="725" y="0"/>
                    <a:pt x="497" y="127"/>
                    <a:pt x="270" y="226"/>
                  </a:cubicBezTo>
                  <a:cubicBezTo>
                    <a:pt x="150" y="272"/>
                    <a:pt x="0" y="332"/>
                    <a:pt x="30" y="482"/>
                  </a:cubicBezTo>
                  <a:cubicBezTo>
                    <a:pt x="43" y="651"/>
                    <a:pt x="181" y="662"/>
                    <a:pt x="296" y="662"/>
                  </a:cubicBezTo>
                  <a:cubicBezTo>
                    <a:pt x="313" y="662"/>
                    <a:pt x="329" y="662"/>
                    <a:pt x="345" y="662"/>
                  </a:cubicBezTo>
                  <a:cubicBezTo>
                    <a:pt x="365" y="662"/>
                    <a:pt x="385" y="668"/>
                    <a:pt x="400" y="668"/>
                  </a:cubicBezTo>
                  <a:cubicBezTo>
                    <a:pt x="408" y="668"/>
                    <a:pt x="415" y="666"/>
                    <a:pt x="420" y="662"/>
                  </a:cubicBezTo>
                  <a:cubicBezTo>
                    <a:pt x="945" y="556"/>
                    <a:pt x="1454" y="422"/>
                    <a:pt x="1890" y="76"/>
                  </a:cubicBezTo>
                  <a:cubicBezTo>
                    <a:pt x="1845" y="9"/>
                    <a:pt x="1784" y="1"/>
                    <a:pt x="1725" y="1"/>
                  </a:cubicBezTo>
                  <a:cubicBezTo>
                    <a:pt x="1704" y="1"/>
                    <a:pt x="1684" y="2"/>
                    <a:pt x="1664" y="2"/>
                  </a:cubicBezTo>
                  <a:lnTo>
                    <a:pt x="1005" y="2"/>
                  </a:lnTo>
                  <a:cubicBezTo>
                    <a:pt x="991" y="1"/>
                    <a:pt x="977" y="0"/>
                    <a:pt x="9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5"/>
            <p:cNvSpPr/>
            <p:nvPr/>
          </p:nvSpPr>
          <p:spPr>
            <a:xfrm rot="1242556">
              <a:off x="-410376" y="4023598"/>
              <a:ext cx="23678" cy="78213"/>
            </a:xfrm>
            <a:custGeom>
              <a:rect b="b" l="l" r="r" t="t"/>
              <a:pathLst>
                <a:path extrusionOk="0" h="1787" w="541">
                  <a:moveTo>
                    <a:pt x="301" y="1"/>
                  </a:moveTo>
                  <a:lnTo>
                    <a:pt x="271" y="15"/>
                  </a:lnTo>
                  <a:cubicBezTo>
                    <a:pt x="255" y="15"/>
                    <a:pt x="225" y="31"/>
                    <a:pt x="211" y="45"/>
                  </a:cubicBezTo>
                  <a:lnTo>
                    <a:pt x="165" y="91"/>
                  </a:lnTo>
                  <a:cubicBezTo>
                    <a:pt x="121" y="135"/>
                    <a:pt x="135" y="211"/>
                    <a:pt x="91" y="255"/>
                  </a:cubicBezTo>
                  <a:cubicBezTo>
                    <a:pt x="1" y="421"/>
                    <a:pt x="105" y="615"/>
                    <a:pt x="15" y="765"/>
                  </a:cubicBezTo>
                  <a:lnTo>
                    <a:pt x="15" y="1471"/>
                  </a:lnTo>
                  <a:cubicBezTo>
                    <a:pt x="15" y="1605"/>
                    <a:pt x="61" y="1770"/>
                    <a:pt x="195" y="1785"/>
                  </a:cubicBezTo>
                  <a:cubicBezTo>
                    <a:pt x="201" y="1786"/>
                    <a:pt x="206" y="1786"/>
                    <a:pt x="212" y="1786"/>
                  </a:cubicBezTo>
                  <a:cubicBezTo>
                    <a:pt x="308" y="1786"/>
                    <a:pt x="377" y="1659"/>
                    <a:pt x="421" y="1560"/>
                  </a:cubicBezTo>
                  <a:cubicBezTo>
                    <a:pt x="481" y="1411"/>
                    <a:pt x="541" y="1261"/>
                    <a:pt x="525" y="1081"/>
                  </a:cubicBezTo>
                  <a:lnTo>
                    <a:pt x="525" y="511"/>
                  </a:lnTo>
                  <a:cubicBezTo>
                    <a:pt x="405" y="361"/>
                    <a:pt x="481" y="121"/>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5"/>
            <p:cNvSpPr/>
            <p:nvPr/>
          </p:nvSpPr>
          <p:spPr>
            <a:xfrm rot="1242556">
              <a:off x="-981127" y="4052512"/>
              <a:ext cx="51252" cy="111915"/>
            </a:xfrm>
            <a:custGeom>
              <a:rect b="b" l="l" r="r" t="t"/>
              <a:pathLst>
                <a:path extrusionOk="0" h="2557" w="1171">
                  <a:moveTo>
                    <a:pt x="202" y="0"/>
                  </a:moveTo>
                  <a:cubicBezTo>
                    <a:pt x="186" y="0"/>
                    <a:pt x="169" y="2"/>
                    <a:pt x="151" y="7"/>
                  </a:cubicBezTo>
                  <a:cubicBezTo>
                    <a:pt x="31" y="51"/>
                    <a:pt x="1" y="171"/>
                    <a:pt x="31" y="307"/>
                  </a:cubicBezTo>
                  <a:cubicBezTo>
                    <a:pt x="61" y="471"/>
                    <a:pt x="121" y="607"/>
                    <a:pt x="255" y="651"/>
                  </a:cubicBezTo>
                  <a:cubicBezTo>
                    <a:pt x="345" y="681"/>
                    <a:pt x="421" y="711"/>
                    <a:pt x="465" y="801"/>
                  </a:cubicBezTo>
                  <a:cubicBezTo>
                    <a:pt x="661" y="1221"/>
                    <a:pt x="885" y="1626"/>
                    <a:pt x="855" y="2121"/>
                  </a:cubicBezTo>
                  <a:cubicBezTo>
                    <a:pt x="855" y="2256"/>
                    <a:pt x="855" y="2406"/>
                    <a:pt x="1035" y="2556"/>
                  </a:cubicBezTo>
                  <a:cubicBezTo>
                    <a:pt x="945" y="1926"/>
                    <a:pt x="1095" y="1387"/>
                    <a:pt x="1065" y="831"/>
                  </a:cubicBezTo>
                  <a:cubicBezTo>
                    <a:pt x="1065" y="607"/>
                    <a:pt x="1171" y="351"/>
                    <a:pt x="991" y="157"/>
                  </a:cubicBezTo>
                  <a:cubicBezTo>
                    <a:pt x="901" y="261"/>
                    <a:pt x="931" y="411"/>
                    <a:pt x="931" y="547"/>
                  </a:cubicBezTo>
                  <a:cubicBezTo>
                    <a:pt x="915" y="757"/>
                    <a:pt x="915" y="967"/>
                    <a:pt x="915" y="1191"/>
                  </a:cubicBezTo>
                  <a:cubicBezTo>
                    <a:pt x="781" y="1147"/>
                    <a:pt x="765" y="1057"/>
                    <a:pt x="735" y="981"/>
                  </a:cubicBezTo>
                  <a:cubicBezTo>
                    <a:pt x="631" y="697"/>
                    <a:pt x="435" y="471"/>
                    <a:pt x="375" y="171"/>
                  </a:cubicBezTo>
                  <a:cubicBezTo>
                    <a:pt x="350" y="69"/>
                    <a:pt x="292" y="0"/>
                    <a:pt x="2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5"/>
            <p:cNvSpPr/>
            <p:nvPr/>
          </p:nvSpPr>
          <p:spPr>
            <a:xfrm rot="1242556">
              <a:off x="-1389999" y="4007235"/>
              <a:ext cx="104387" cy="51252"/>
            </a:xfrm>
            <a:custGeom>
              <a:rect b="b" l="l" r="r" t="t"/>
              <a:pathLst>
                <a:path extrusionOk="0" h="1171" w="2385">
                  <a:moveTo>
                    <a:pt x="2100" y="0"/>
                  </a:moveTo>
                  <a:lnTo>
                    <a:pt x="2100" y="0"/>
                  </a:lnTo>
                  <a:cubicBezTo>
                    <a:pt x="2085" y="15"/>
                    <a:pt x="2070" y="15"/>
                    <a:pt x="2055" y="30"/>
                  </a:cubicBezTo>
                  <a:cubicBezTo>
                    <a:pt x="2009" y="95"/>
                    <a:pt x="1951" y="125"/>
                    <a:pt x="1889" y="125"/>
                  </a:cubicBezTo>
                  <a:cubicBezTo>
                    <a:pt x="1851" y="125"/>
                    <a:pt x="1811" y="113"/>
                    <a:pt x="1770" y="90"/>
                  </a:cubicBezTo>
                  <a:cubicBezTo>
                    <a:pt x="1755" y="90"/>
                    <a:pt x="1740" y="75"/>
                    <a:pt x="1725" y="75"/>
                  </a:cubicBezTo>
                  <a:cubicBezTo>
                    <a:pt x="1441" y="210"/>
                    <a:pt x="1155" y="330"/>
                    <a:pt x="885" y="480"/>
                  </a:cubicBezTo>
                  <a:cubicBezTo>
                    <a:pt x="601" y="645"/>
                    <a:pt x="271" y="585"/>
                    <a:pt x="1" y="795"/>
                  </a:cubicBezTo>
                  <a:cubicBezTo>
                    <a:pt x="41" y="851"/>
                    <a:pt x="76" y="864"/>
                    <a:pt x="110" y="864"/>
                  </a:cubicBezTo>
                  <a:cubicBezTo>
                    <a:pt x="140" y="864"/>
                    <a:pt x="167" y="855"/>
                    <a:pt x="195" y="855"/>
                  </a:cubicBezTo>
                  <a:cubicBezTo>
                    <a:pt x="456" y="814"/>
                    <a:pt x="716" y="773"/>
                    <a:pt x="977" y="773"/>
                  </a:cubicBezTo>
                  <a:cubicBezTo>
                    <a:pt x="1196" y="773"/>
                    <a:pt x="1416" y="802"/>
                    <a:pt x="1635" y="885"/>
                  </a:cubicBezTo>
                  <a:cubicBezTo>
                    <a:pt x="1800" y="945"/>
                    <a:pt x="1935" y="1020"/>
                    <a:pt x="2010" y="1170"/>
                  </a:cubicBezTo>
                  <a:cubicBezTo>
                    <a:pt x="2130" y="1065"/>
                    <a:pt x="2280" y="1020"/>
                    <a:pt x="2385" y="915"/>
                  </a:cubicBezTo>
                  <a:cubicBezTo>
                    <a:pt x="2055" y="750"/>
                    <a:pt x="1680" y="705"/>
                    <a:pt x="1305" y="570"/>
                  </a:cubicBezTo>
                  <a:cubicBezTo>
                    <a:pt x="1491" y="385"/>
                    <a:pt x="1676" y="328"/>
                    <a:pt x="1872" y="328"/>
                  </a:cubicBezTo>
                  <a:cubicBezTo>
                    <a:pt x="1898" y="328"/>
                    <a:pt x="1924" y="329"/>
                    <a:pt x="1950" y="330"/>
                  </a:cubicBezTo>
                  <a:cubicBezTo>
                    <a:pt x="2175" y="330"/>
                    <a:pt x="2190" y="285"/>
                    <a:pt x="21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5"/>
            <p:cNvSpPr/>
            <p:nvPr/>
          </p:nvSpPr>
          <p:spPr>
            <a:xfrm rot="1242556">
              <a:off x="-448649" y="3947757"/>
              <a:ext cx="58474" cy="26567"/>
            </a:xfrm>
            <a:custGeom>
              <a:rect b="b" l="l" r="r" t="t"/>
              <a:pathLst>
                <a:path extrusionOk="0" h="607" w="1336">
                  <a:moveTo>
                    <a:pt x="723" y="1"/>
                  </a:moveTo>
                  <a:cubicBezTo>
                    <a:pt x="543" y="1"/>
                    <a:pt x="365" y="71"/>
                    <a:pt x="180" y="109"/>
                  </a:cubicBezTo>
                  <a:cubicBezTo>
                    <a:pt x="106" y="139"/>
                    <a:pt x="16" y="185"/>
                    <a:pt x="0" y="289"/>
                  </a:cubicBezTo>
                  <a:cubicBezTo>
                    <a:pt x="0" y="425"/>
                    <a:pt x="90" y="485"/>
                    <a:pt x="180" y="529"/>
                  </a:cubicBezTo>
                  <a:cubicBezTo>
                    <a:pt x="313" y="576"/>
                    <a:pt x="444" y="606"/>
                    <a:pt x="576" y="606"/>
                  </a:cubicBezTo>
                  <a:cubicBezTo>
                    <a:pt x="699" y="606"/>
                    <a:pt x="822" y="580"/>
                    <a:pt x="946" y="515"/>
                  </a:cubicBezTo>
                  <a:cubicBezTo>
                    <a:pt x="987" y="432"/>
                    <a:pt x="1048" y="419"/>
                    <a:pt x="1114" y="419"/>
                  </a:cubicBezTo>
                  <a:cubicBezTo>
                    <a:pt x="1142" y="419"/>
                    <a:pt x="1171" y="421"/>
                    <a:pt x="1200" y="421"/>
                  </a:cubicBezTo>
                  <a:cubicBezTo>
                    <a:pt x="1248" y="421"/>
                    <a:pt x="1295" y="415"/>
                    <a:pt x="1336" y="379"/>
                  </a:cubicBezTo>
                  <a:cubicBezTo>
                    <a:pt x="1306" y="169"/>
                    <a:pt x="1096" y="215"/>
                    <a:pt x="1020" y="79"/>
                  </a:cubicBezTo>
                  <a:cubicBezTo>
                    <a:pt x="920" y="21"/>
                    <a:pt x="821" y="1"/>
                    <a:pt x="7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5"/>
            <p:cNvSpPr/>
            <p:nvPr/>
          </p:nvSpPr>
          <p:spPr>
            <a:xfrm rot="1242556">
              <a:off x="-1619753" y="3835969"/>
              <a:ext cx="82721" cy="83378"/>
            </a:xfrm>
            <a:custGeom>
              <a:rect b="b" l="l" r="r" t="t"/>
              <a:pathLst>
                <a:path extrusionOk="0" h="1905" w="1890">
                  <a:moveTo>
                    <a:pt x="0" y="1"/>
                  </a:moveTo>
                  <a:cubicBezTo>
                    <a:pt x="0" y="135"/>
                    <a:pt x="74" y="181"/>
                    <a:pt x="134" y="211"/>
                  </a:cubicBezTo>
                  <a:cubicBezTo>
                    <a:pt x="540" y="465"/>
                    <a:pt x="854" y="855"/>
                    <a:pt x="1230" y="1170"/>
                  </a:cubicBezTo>
                  <a:cubicBezTo>
                    <a:pt x="1470" y="1365"/>
                    <a:pt x="1604" y="1665"/>
                    <a:pt x="1784" y="1905"/>
                  </a:cubicBezTo>
                  <a:cubicBezTo>
                    <a:pt x="1800" y="1890"/>
                    <a:pt x="1800" y="1875"/>
                    <a:pt x="1814" y="1860"/>
                  </a:cubicBezTo>
                  <a:cubicBezTo>
                    <a:pt x="1844" y="1755"/>
                    <a:pt x="1830" y="1635"/>
                    <a:pt x="1814" y="1530"/>
                  </a:cubicBezTo>
                  <a:cubicBezTo>
                    <a:pt x="1800" y="1515"/>
                    <a:pt x="1784" y="1500"/>
                    <a:pt x="1784" y="1485"/>
                  </a:cubicBezTo>
                  <a:cubicBezTo>
                    <a:pt x="1664" y="1395"/>
                    <a:pt x="1544" y="1305"/>
                    <a:pt x="1514" y="1141"/>
                  </a:cubicBezTo>
                  <a:cubicBezTo>
                    <a:pt x="1634" y="1141"/>
                    <a:pt x="1740" y="1155"/>
                    <a:pt x="1844" y="1155"/>
                  </a:cubicBezTo>
                  <a:cubicBezTo>
                    <a:pt x="1890" y="1111"/>
                    <a:pt x="1890" y="1051"/>
                    <a:pt x="1860" y="991"/>
                  </a:cubicBezTo>
                  <a:lnTo>
                    <a:pt x="1860" y="991"/>
                  </a:lnTo>
                  <a:cubicBezTo>
                    <a:pt x="1838" y="992"/>
                    <a:pt x="1817" y="993"/>
                    <a:pt x="1797" y="993"/>
                  </a:cubicBezTo>
                  <a:cubicBezTo>
                    <a:pt x="1656" y="993"/>
                    <a:pt x="1525" y="953"/>
                    <a:pt x="1394" y="901"/>
                  </a:cubicBezTo>
                  <a:cubicBezTo>
                    <a:pt x="1080" y="781"/>
                    <a:pt x="840" y="555"/>
                    <a:pt x="584" y="345"/>
                  </a:cubicBezTo>
                  <a:cubicBezTo>
                    <a:pt x="404" y="211"/>
                    <a:pt x="240" y="3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5"/>
            <p:cNvSpPr/>
            <p:nvPr/>
          </p:nvSpPr>
          <p:spPr>
            <a:xfrm rot="1242556">
              <a:off x="-1182484" y="4071804"/>
              <a:ext cx="55060" cy="41142"/>
            </a:xfrm>
            <a:custGeom>
              <a:rect b="b" l="l" r="r" t="t"/>
              <a:pathLst>
                <a:path extrusionOk="0" h="940" w="1258">
                  <a:moveTo>
                    <a:pt x="1060" y="0"/>
                  </a:moveTo>
                  <a:cubicBezTo>
                    <a:pt x="1025" y="0"/>
                    <a:pt x="989" y="11"/>
                    <a:pt x="958" y="30"/>
                  </a:cubicBezTo>
                  <a:cubicBezTo>
                    <a:pt x="658" y="150"/>
                    <a:pt x="388" y="315"/>
                    <a:pt x="148" y="555"/>
                  </a:cubicBezTo>
                  <a:cubicBezTo>
                    <a:pt x="88" y="615"/>
                    <a:pt x="72" y="675"/>
                    <a:pt x="72" y="750"/>
                  </a:cubicBezTo>
                  <a:cubicBezTo>
                    <a:pt x="58" y="780"/>
                    <a:pt x="28" y="810"/>
                    <a:pt x="12" y="840"/>
                  </a:cubicBezTo>
                  <a:cubicBezTo>
                    <a:pt x="1" y="899"/>
                    <a:pt x="7" y="940"/>
                    <a:pt x="48" y="940"/>
                  </a:cubicBezTo>
                  <a:cubicBezTo>
                    <a:pt x="58" y="940"/>
                    <a:pt x="72" y="937"/>
                    <a:pt x="88" y="930"/>
                  </a:cubicBezTo>
                  <a:cubicBezTo>
                    <a:pt x="118" y="930"/>
                    <a:pt x="132" y="930"/>
                    <a:pt x="148" y="915"/>
                  </a:cubicBezTo>
                  <a:cubicBezTo>
                    <a:pt x="192" y="870"/>
                    <a:pt x="268" y="885"/>
                    <a:pt x="312" y="840"/>
                  </a:cubicBezTo>
                  <a:cubicBezTo>
                    <a:pt x="642" y="825"/>
                    <a:pt x="882" y="570"/>
                    <a:pt x="1108" y="330"/>
                  </a:cubicBezTo>
                  <a:cubicBezTo>
                    <a:pt x="1168" y="270"/>
                    <a:pt x="1258" y="180"/>
                    <a:pt x="1182" y="75"/>
                  </a:cubicBezTo>
                  <a:cubicBezTo>
                    <a:pt x="1156" y="22"/>
                    <a:pt x="1109" y="0"/>
                    <a:pt x="10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5"/>
            <p:cNvSpPr/>
            <p:nvPr/>
          </p:nvSpPr>
          <p:spPr>
            <a:xfrm rot="1242556">
              <a:off x="-1145367" y="4105151"/>
              <a:ext cx="55148" cy="33570"/>
            </a:xfrm>
            <a:custGeom>
              <a:rect b="b" l="l" r="r" t="t"/>
              <a:pathLst>
                <a:path extrusionOk="0" h="767" w="1260">
                  <a:moveTo>
                    <a:pt x="1101" y="0"/>
                  </a:moveTo>
                  <a:cubicBezTo>
                    <a:pt x="1073" y="0"/>
                    <a:pt x="1045" y="7"/>
                    <a:pt x="1020" y="17"/>
                  </a:cubicBezTo>
                  <a:cubicBezTo>
                    <a:pt x="690" y="122"/>
                    <a:pt x="330" y="197"/>
                    <a:pt x="76" y="482"/>
                  </a:cubicBezTo>
                  <a:cubicBezTo>
                    <a:pt x="46" y="542"/>
                    <a:pt x="30" y="617"/>
                    <a:pt x="0" y="677"/>
                  </a:cubicBezTo>
                  <a:cubicBezTo>
                    <a:pt x="60" y="677"/>
                    <a:pt x="120" y="692"/>
                    <a:pt x="150" y="767"/>
                  </a:cubicBezTo>
                  <a:cubicBezTo>
                    <a:pt x="510" y="737"/>
                    <a:pt x="825" y="557"/>
                    <a:pt x="1125" y="347"/>
                  </a:cubicBezTo>
                  <a:cubicBezTo>
                    <a:pt x="1200" y="287"/>
                    <a:pt x="1260" y="212"/>
                    <a:pt x="1230" y="107"/>
                  </a:cubicBezTo>
                  <a:cubicBezTo>
                    <a:pt x="1210" y="27"/>
                    <a:pt x="1157" y="0"/>
                    <a:pt x="11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5"/>
            <p:cNvSpPr/>
            <p:nvPr/>
          </p:nvSpPr>
          <p:spPr>
            <a:xfrm rot="1242556">
              <a:off x="-1351319" y="3609974"/>
              <a:ext cx="80095" cy="28012"/>
            </a:xfrm>
            <a:custGeom>
              <a:rect b="b" l="l" r="r" t="t"/>
              <a:pathLst>
                <a:path extrusionOk="0" h="640" w="1830">
                  <a:moveTo>
                    <a:pt x="1406" y="1"/>
                  </a:moveTo>
                  <a:cubicBezTo>
                    <a:pt x="1349" y="1"/>
                    <a:pt x="1295" y="16"/>
                    <a:pt x="1244" y="49"/>
                  </a:cubicBezTo>
                  <a:cubicBezTo>
                    <a:pt x="945" y="243"/>
                    <a:pt x="615" y="243"/>
                    <a:pt x="300" y="273"/>
                  </a:cubicBezTo>
                  <a:cubicBezTo>
                    <a:pt x="279" y="304"/>
                    <a:pt x="247" y="310"/>
                    <a:pt x="213" y="310"/>
                  </a:cubicBezTo>
                  <a:cubicBezTo>
                    <a:pt x="184" y="310"/>
                    <a:pt x="154" y="306"/>
                    <a:pt x="124" y="306"/>
                  </a:cubicBezTo>
                  <a:cubicBezTo>
                    <a:pt x="66" y="306"/>
                    <a:pt x="15" y="325"/>
                    <a:pt x="0" y="439"/>
                  </a:cubicBezTo>
                  <a:cubicBezTo>
                    <a:pt x="150" y="499"/>
                    <a:pt x="300" y="543"/>
                    <a:pt x="435" y="603"/>
                  </a:cubicBezTo>
                  <a:cubicBezTo>
                    <a:pt x="473" y="623"/>
                    <a:pt x="508" y="639"/>
                    <a:pt x="535" y="639"/>
                  </a:cubicBezTo>
                  <a:cubicBezTo>
                    <a:pt x="572" y="639"/>
                    <a:pt x="594" y="609"/>
                    <a:pt x="585" y="513"/>
                  </a:cubicBezTo>
                  <a:cubicBezTo>
                    <a:pt x="585" y="513"/>
                    <a:pt x="570" y="499"/>
                    <a:pt x="570" y="483"/>
                  </a:cubicBezTo>
                  <a:lnTo>
                    <a:pt x="570" y="453"/>
                  </a:lnTo>
                  <a:cubicBezTo>
                    <a:pt x="746" y="434"/>
                    <a:pt x="928" y="383"/>
                    <a:pt x="1113" y="383"/>
                  </a:cubicBezTo>
                  <a:cubicBezTo>
                    <a:pt x="1211" y="383"/>
                    <a:pt x="1311" y="397"/>
                    <a:pt x="1410" y="439"/>
                  </a:cubicBezTo>
                  <a:cubicBezTo>
                    <a:pt x="1457" y="458"/>
                    <a:pt x="1510" y="477"/>
                    <a:pt x="1562" y="477"/>
                  </a:cubicBezTo>
                  <a:cubicBezTo>
                    <a:pt x="1592" y="477"/>
                    <a:pt x="1622" y="470"/>
                    <a:pt x="1650" y="453"/>
                  </a:cubicBezTo>
                  <a:cubicBezTo>
                    <a:pt x="1724" y="423"/>
                    <a:pt x="1800" y="379"/>
                    <a:pt x="1814" y="289"/>
                  </a:cubicBezTo>
                  <a:cubicBezTo>
                    <a:pt x="1830" y="199"/>
                    <a:pt x="1754" y="139"/>
                    <a:pt x="1694" y="109"/>
                  </a:cubicBezTo>
                  <a:cubicBezTo>
                    <a:pt x="1600" y="43"/>
                    <a:pt x="1501" y="1"/>
                    <a:pt x="14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5"/>
            <p:cNvSpPr/>
            <p:nvPr/>
          </p:nvSpPr>
          <p:spPr>
            <a:xfrm rot="1242556">
              <a:off x="-858978" y="3779466"/>
              <a:ext cx="34839" cy="90512"/>
            </a:xfrm>
            <a:custGeom>
              <a:rect b="b" l="l" r="r" t="t"/>
              <a:pathLst>
                <a:path extrusionOk="0" h="2068" w="796">
                  <a:moveTo>
                    <a:pt x="559" y="0"/>
                  </a:moveTo>
                  <a:cubicBezTo>
                    <a:pt x="489" y="0"/>
                    <a:pt x="458" y="73"/>
                    <a:pt x="435" y="162"/>
                  </a:cubicBezTo>
                  <a:cubicBezTo>
                    <a:pt x="405" y="268"/>
                    <a:pt x="375" y="388"/>
                    <a:pt x="345" y="492"/>
                  </a:cubicBezTo>
                  <a:cubicBezTo>
                    <a:pt x="285" y="418"/>
                    <a:pt x="331" y="282"/>
                    <a:pt x="225" y="238"/>
                  </a:cubicBezTo>
                  <a:cubicBezTo>
                    <a:pt x="151" y="312"/>
                    <a:pt x="121" y="432"/>
                    <a:pt x="15" y="492"/>
                  </a:cubicBezTo>
                  <a:cubicBezTo>
                    <a:pt x="1" y="702"/>
                    <a:pt x="225" y="642"/>
                    <a:pt x="285" y="778"/>
                  </a:cubicBezTo>
                  <a:cubicBezTo>
                    <a:pt x="375" y="988"/>
                    <a:pt x="435" y="1212"/>
                    <a:pt x="451" y="1452"/>
                  </a:cubicBezTo>
                  <a:cubicBezTo>
                    <a:pt x="465" y="1662"/>
                    <a:pt x="481" y="1872"/>
                    <a:pt x="615" y="2068"/>
                  </a:cubicBezTo>
                  <a:cubicBezTo>
                    <a:pt x="721" y="1872"/>
                    <a:pt x="585" y="1722"/>
                    <a:pt x="601" y="1558"/>
                  </a:cubicBezTo>
                  <a:cubicBezTo>
                    <a:pt x="615" y="1378"/>
                    <a:pt x="601" y="1198"/>
                    <a:pt x="571" y="1018"/>
                  </a:cubicBezTo>
                  <a:cubicBezTo>
                    <a:pt x="525" y="778"/>
                    <a:pt x="435" y="522"/>
                    <a:pt x="705" y="328"/>
                  </a:cubicBezTo>
                  <a:cubicBezTo>
                    <a:pt x="795" y="268"/>
                    <a:pt x="751" y="88"/>
                    <a:pt x="645" y="28"/>
                  </a:cubicBezTo>
                  <a:cubicBezTo>
                    <a:pt x="611" y="9"/>
                    <a:pt x="582" y="0"/>
                    <a:pt x="5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5"/>
            <p:cNvSpPr/>
            <p:nvPr/>
          </p:nvSpPr>
          <p:spPr>
            <a:xfrm rot="1242556">
              <a:off x="-292352" y="3988941"/>
              <a:ext cx="30944" cy="92350"/>
            </a:xfrm>
            <a:custGeom>
              <a:rect b="b" l="l" r="r" t="t"/>
              <a:pathLst>
                <a:path extrusionOk="0" h="2110" w="707">
                  <a:moveTo>
                    <a:pt x="483" y="1"/>
                  </a:moveTo>
                  <a:cubicBezTo>
                    <a:pt x="423" y="1"/>
                    <a:pt x="360" y="43"/>
                    <a:pt x="301" y="85"/>
                  </a:cubicBezTo>
                  <a:cubicBezTo>
                    <a:pt x="196" y="325"/>
                    <a:pt x="271" y="639"/>
                    <a:pt x="61" y="835"/>
                  </a:cubicBezTo>
                  <a:cubicBezTo>
                    <a:pt x="31" y="879"/>
                    <a:pt x="1" y="925"/>
                    <a:pt x="1" y="999"/>
                  </a:cubicBezTo>
                  <a:cubicBezTo>
                    <a:pt x="181" y="1615"/>
                    <a:pt x="331" y="1945"/>
                    <a:pt x="526" y="2109"/>
                  </a:cubicBezTo>
                  <a:cubicBezTo>
                    <a:pt x="466" y="1855"/>
                    <a:pt x="391" y="1659"/>
                    <a:pt x="346" y="1449"/>
                  </a:cubicBezTo>
                  <a:cubicBezTo>
                    <a:pt x="256" y="1089"/>
                    <a:pt x="271" y="745"/>
                    <a:pt x="541" y="459"/>
                  </a:cubicBezTo>
                  <a:cubicBezTo>
                    <a:pt x="630" y="369"/>
                    <a:pt x="706" y="235"/>
                    <a:pt x="616" y="100"/>
                  </a:cubicBezTo>
                  <a:cubicBezTo>
                    <a:pt x="576" y="27"/>
                    <a:pt x="531" y="1"/>
                    <a:pt x="4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5"/>
            <p:cNvSpPr/>
            <p:nvPr/>
          </p:nvSpPr>
          <p:spPr>
            <a:xfrm rot="1242556">
              <a:off x="-1245839" y="4087636"/>
              <a:ext cx="58474" cy="36327"/>
            </a:xfrm>
            <a:custGeom>
              <a:rect b="b" l="l" r="r" t="t"/>
              <a:pathLst>
                <a:path extrusionOk="0" h="830" w="1336">
                  <a:moveTo>
                    <a:pt x="1260" y="0"/>
                  </a:moveTo>
                  <a:cubicBezTo>
                    <a:pt x="847" y="207"/>
                    <a:pt x="522" y="645"/>
                    <a:pt x="26" y="645"/>
                  </a:cubicBezTo>
                  <a:cubicBezTo>
                    <a:pt x="18" y="645"/>
                    <a:pt x="9" y="645"/>
                    <a:pt x="0" y="645"/>
                  </a:cubicBezTo>
                  <a:lnTo>
                    <a:pt x="0" y="645"/>
                  </a:lnTo>
                  <a:cubicBezTo>
                    <a:pt x="384" y="738"/>
                    <a:pt x="767" y="830"/>
                    <a:pt x="1161" y="830"/>
                  </a:cubicBezTo>
                  <a:cubicBezTo>
                    <a:pt x="1214" y="830"/>
                    <a:pt x="1267" y="828"/>
                    <a:pt x="1320" y="824"/>
                  </a:cubicBezTo>
                  <a:cubicBezTo>
                    <a:pt x="1306" y="780"/>
                    <a:pt x="1276" y="720"/>
                    <a:pt x="1260" y="675"/>
                  </a:cubicBezTo>
                  <a:cubicBezTo>
                    <a:pt x="1216" y="666"/>
                    <a:pt x="1172" y="665"/>
                    <a:pt x="1127" y="665"/>
                  </a:cubicBezTo>
                  <a:cubicBezTo>
                    <a:pt x="1099" y="665"/>
                    <a:pt x="1070" y="666"/>
                    <a:pt x="1041" y="666"/>
                  </a:cubicBezTo>
                  <a:cubicBezTo>
                    <a:pt x="945" y="666"/>
                    <a:pt x="845" y="659"/>
                    <a:pt x="736" y="600"/>
                  </a:cubicBezTo>
                  <a:cubicBezTo>
                    <a:pt x="930" y="375"/>
                    <a:pt x="1186" y="315"/>
                    <a:pt x="1336" y="90"/>
                  </a:cubicBezTo>
                  <a:cubicBezTo>
                    <a:pt x="1306" y="60"/>
                    <a:pt x="1276" y="30"/>
                    <a:pt x="12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5"/>
            <p:cNvSpPr/>
            <p:nvPr/>
          </p:nvSpPr>
          <p:spPr>
            <a:xfrm rot="1242556">
              <a:off x="-606470" y="4140008"/>
              <a:ext cx="26305" cy="36896"/>
            </a:xfrm>
            <a:custGeom>
              <a:rect b="b" l="l" r="r" t="t"/>
              <a:pathLst>
                <a:path extrusionOk="0" h="843" w="601">
                  <a:moveTo>
                    <a:pt x="179" y="0"/>
                  </a:moveTo>
                  <a:cubicBezTo>
                    <a:pt x="165" y="0"/>
                    <a:pt x="150" y="1"/>
                    <a:pt x="135" y="2"/>
                  </a:cubicBezTo>
                  <a:cubicBezTo>
                    <a:pt x="0" y="452"/>
                    <a:pt x="60" y="648"/>
                    <a:pt x="420" y="842"/>
                  </a:cubicBezTo>
                  <a:cubicBezTo>
                    <a:pt x="600" y="648"/>
                    <a:pt x="405" y="452"/>
                    <a:pt x="420" y="272"/>
                  </a:cubicBezTo>
                  <a:cubicBezTo>
                    <a:pt x="433" y="69"/>
                    <a:pt x="324" y="0"/>
                    <a:pt x="1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5"/>
            <p:cNvSpPr/>
            <p:nvPr/>
          </p:nvSpPr>
          <p:spPr>
            <a:xfrm rot="1242556">
              <a:off x="-1543161" y="3885296"/>
              <a:ext cx="26261" cy="25692"/>
            </a:xfrm>
            <a:custGeom>
              <a:rect b="b" l="l" r="r" t="t"/>
              <a:pathLst>
                <a:path extrusionOk="0" h="587" w="600">
                  <a:moveTo>
                    <a:pt x="289" y="1"/>
                  </a:moveTo>
                  <a:cubicBezTo>
                    <a:pt x="234" y="1"/>
                    <a:pt x="186" y="26"/>
                    <a:pt x="150" y="89"/>
                  </a:cubicBezTo>
                  <a:cubicBezTo>
                    <a:pt x="106" y="149"/>
                    <a:pt x="60" y="209"/>
                    <a:pt x="16" y="285"/>
                  </a:cubicBezTo>
                  <a:cubicBezTo>
                    <a:pt x="16" y="345"/>
                    <a:pt x="16" y="389"/>
                    <a:pt x="0" y="449"/>
                  </a:cubicBezTo>
                  <a:lnTo>
                    <a:pt x="16" y="449"/>
                  </a:lnTo>
                  <a:cubicBezTo>
                    <a:pt x="76" y="524"/>
                    <a:pt x="180" y="449"/>
                    <a:pt x="226" y="539"/>
                  </a:cubicBezTo>
                  <a:cubicBezTo>
                    <a:pt x="254" y="574"/>
                    <a:pt x="285" y="586"/>
                    <a:pt x="316" y="586"/>
                  </a:cubicBezTo>
                  <a:cubicBezTo>
                    <a:pt x="352" y="586"/>
                    <a:pt x="388" y="570"/>
                    <a:pt x="420" y="554"/>
                  </a:cubicBezTo>
                  <a:cubicBezTo>
                    <a:pt x="526" y="509"/>
                    <a:pt x="600" y="435"/>
                    <a:pt x="586" y="315"/>
                  </a:cubicBezTo>
                  <a:cubicBezTo>
                    <a:pt x="570" y="179"/>
                    <a:pt x="526" y="75"/>
                    <a:pt x="406" y="29"/>
                  </a:cubicBezTo>
                  <a:cubicBezTo>
                    <a:pt x="364" y="11"/>
                    <a:pt x="325" y="1"/>
                    <a:pt x="2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5"/>
            <p:cNvSpPr/>
            <p:nvPr/>
          </p:nvSpPr>
          <p:spPr>
            <a:xfrm rot="1242556">
              <a:off x="-805357" y="4149552"/>
              <a:ext cx="15800" cy="65740"/>
            </a:xfrm>
            <a:custGeom>
              <a:rect b="b" l="l" r="r" t="t"/>
              <a:pathLst>
                <a:path extrusionOk="0" h="1502" w="361">
                  <a:moveTo>
                    <a:pt x="210" y="0"/>
                  </a:moveTo>
                  <a:lnTo>
                    <a:pt x="210" y="0"/>
                  </a:lnTo>
                  <a:cubicBezTo>
                    <a:pt x="194" y="46"/>
                    <a:pt x="150" y="90"/>
                    <a:pt x="150" y="136"/>
                  </a:cubicBezTo>
                  <a:cubicBezTo>
                    <a:pt x="134" y="600"/>
                    <a:pt x="45" y="1050"/>
                    <a:pt x="0" y="1500"/>
                  </a:cubicBezTo>
                  <a:cubicBezTo>
                    <a:pt x="14" y="1501"/>
                    <a:pt x="27" y="1501"/>
                    <a:pt x="39" y="1501"/>
                  </a:cubicBezTo>
                  <a:cubicBezTo>
                    <a:pt x="225" y="1501"/>
                    <a:pt x="332" y="1394"/>
                    <a:pt x="360" y="1170"/>
                  </a:cubicBezTo>
                  <a:lnTo>
                    <a:pt x="360" y="1170"/>
                  </a:lnTo>
                  <a:cubicBezTo>
                    <a:pt x="333" y="1177"/>
                    <a:pt x="303" y="1189"/>
                    <a:pt x="279" y="1189"/>
                  </a:cubicBezTo>
                  <a:cubicBezTo>
                    <a:pt x="248" y="1189"/>
                    <a:pt x="224" y="1170"/>
                    <a:pt x="224" y="1095"/>
                  </a:cubicBezTo>
                  <a:cubicBezTo>
                    <a:pt x="210" y="885"/>
                    <a:pt x="330" y="706"/>
                    <a:pt x="284" y="496"/>
                  </a:cubicBezTo>
                  <a:cubicBezTo>
                    <a:pt x="164" y="346"/>
                    <a:pt x="240" y="166"/>
                    <a:pt x="2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5"/>
            <p:cNvSpPr/>
            <p:nvPr/>
          </p:nvSpPr>
          <p:spPr>
            <a:xfrm rot="1242556">
              <a:off x="-928850" y="4064683"/>
              <a:ext cx="21052" cy="35715"/>
            </a:xfrm>
            <a:custGeom>
              <a:rect b="b" l="l" r="r" t="t"/>
              <a:pathLst>
                <a:path extrusionOk="0" h="816" w="481">
                  <a:moveTo>
                    <a:pt x="210" y="1"/>
                  </a:moveTo>
                  <a:cubicBezTo>
                    <a:pt x="159" y="1"/>
                    <a:pt x="110" y="51"/>
                    <a:pt x="61" y="141"/>
                  </a:cubicBezTo>
                  <a:cubicBezTo>
                    <a:pt x="105" y="365"/>
                    <a:pt x="1" y="605"/>
                    <a:pt x="135" y="815"/>
                  </a:cubicBezTo>
                  <a:cubicBezTo>
                    <a:pt x="181" y="771"/>
                    <a:pt x="241" y="741"/>
                    <a:pt x="285" y="695"/>
                  </a:cubicBezTo>
                  <a:cubicBezTo>
                    <a:pt x="465" y="531"/>
                    <a:pt x="481" y="321"/>
                    <a:pt x="345" y="111"/>
                  </a:cubicBezTo>
                  <a:cubicBezTo>
                    <a:pt x="298" y="35"/>
                    <a:pt x="253" y="1"/>
                    <a:pt x="2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5"/>
            <p:cNvSpPr/>
            <p:nvPr/>
          </p:nvSpPr>
          <p:spPr>
            <a:xfrm rot="1242556">
              <a:off x="-1403466" y="3717575"/>
              <a:ext cx="13174" cy="113578"/>
            </a:xfrm>
            <a:custGeom>
              <a:rect b="b" l="l" r="r" t="t"/>
              <a:pathLst>
                <a:path extrusionOk="0" h="2595" w="301">
                  <a:moveTo>
                    <a:pt x="0" y="1"/>
                  </a:moveTo>
                  <a:lnTo>
                    <a:pt x="0" y="1"/>
                  </a:lnTo>
                  <a:cubicBezTo>
                    <a:pt x="135" y="840"/>
                    <a:pt x="285" y="1695"/>
                    <a:pt x="195" y="2564"/>
                  </a:cubicBezTo>
                  <a:cubicBezTo>
                    <a:pt x="195" y="2580"/>
                    <a:pt x="210" y="2580"/>
                    <a:pt x="225" y="2594"/>
                  </a:cubicBezTo>
                  <a:cubicBezTo>
                    <a:pt x="240" y="2504"/>
                    <a:pt x="285" y="2414"/>
                    <a:pt x="285" y="2310"/>
                  </a:cubicBezTo>
                  <a:cubicBezTo>
                    <a:pt x="300" y="1665"/>
                    <a:pt x="300" y="1005"/>
                    <a:pt x="150" y="360"/>
                  </a:cubicBezTo>
                  <a:cubicBezTo>
                    <a:pt x="120" y="225"/>
                    <a:pt x="105" y="90"/>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5"/>
            <p:cNvSpPr/>
            <p:nvPr/>
          </p:nvSpPr>
          <p:spPr>
            <a:xfrm rot="1242556">
              <a:off x="-433083" y="4005686"/>
              <a:ext cx="33526" cy="57730"/>
            </a:xfrm>
            <a:custGeom>
              <a:rect b="b" l="l" r="r" t="t"/>
              <a:pathLst>
                <a:path extrusionOk="0" h="1319" w="766">
                  <a:moveTo>
                    <a:pt x="593" y="1"/>
                  </a:moveTo>
                  <a:cubicBezTo>
                    <a:pt x="566" y="1"/>
                    <a:pt x="538" y="20"/>
                    <a:pt x="511" y="75"/>
                  </a:cubicBezTo>
                  <a:cubicBezTo>
                    <a:pt x="435" y="179"/>
                    <a:pt x="331" y="269"/>
                    <a:pt x="301" y="405"/>
                  </a:cubicBezTo>
                  <a:cubicBezTo>
                    <a:pt x="271" y="419"/>
                    <a:pt x="241" y="449"/>
                    <a:pt x="225" y="479"/>
                  </a:cubicBezTo>
                  <a:cubicBezTo>
                    <a:pt x="181" y="525"/>
                    <a:pt x="195" y="599"/>
                    <a:pt x="151" y="645"/>
                  </a:cubicBezTo>
                  <a:cubicBezTo>
                    <a:pt x="121" y="675"/>
                    <a:pt x="105" y="705"/>
                    <a:pt x="75" y="735"/>
                  </a:cubicBezTo>
                  <a:cubicBezTo>
                    <a:pt x="45" y="825"/>
                    <a:pt x="1" y="885"/>
                    <a:pt x="1" y="975"/>
                  </a:cubicBezTo>
                  <a:cubicBezTo>
                    <a:pt x="33" y="964"/>
                    <a:pt x="62" y="955"/>
                    <a:pt x="85" y="955"/>
                  </a:cubicBezTo>
                  <a:cubicBezTo>
                    <a:pt x="126" y="955"/>
                    <a:pt x="151" y="983"/>
                    <a:pt x="151" y="1079"/>
                  </a:cubicBezTo>
                  <a:lnTo>
                    <a:pt x="151" y="1319"/>
                  </a:lnTo>
                  <a:cubicBezTo>
                    <a:pt x="255" y="1035"/>
                    <a:pt x="285" y="689"/>
                    <a:pt x="511" y="479"/>
                  </a:cubicBezTo>
                  <a:cubicBezTo>
                    <a:pt x="541" y="449"/>
                    <a:pt x="571" y="435"/>
                    <a:pt x="585" y="389"/>
                  </a:cubicBezTo>
                  <a:lnTo>
                    <a:pt x="585" y="405"/>
                  </a:lnTo>
                  <a:cubicBezTo>
                    <a:pt x="631" y="285"/>
                    <a:pt x="765" y="225"/>
                    <a:pt x="735" y="75"/>
                  </a:cubicBezTo>
                  <a:cubicBezTo>
                    <a:pt x="688" y="56"/>
                    <a:pt x="641" y="1"/>
                    <a:pt x="5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5"/>
            <p:cNvSpPr/>
            <p:nvPr/>
          </p:nvSpPr>
          <p:spPr>
            <a:xfrm rot="1242556">
              <a:off x="-303160" y="3981689"/>
              <a:ext cx="24992" cy="44118"/>
            </a:xfrm>
            <a:custGeom>
              <a:rect b="b" l="l" r="r" t="t"/>
              <a:pathLst>
                <a:path extrusionOk="0" h="1008" w="571">
                  <a:moveTo>
                    <a:pt x="179" y="1"/>
                  </a:moveTo>
                  <a:cubicBezTo>
                    <a:pt x="94" y="1"/>
                    <a:pt x="46" y="60"/>
                    <a:pt x="46" y="168"/>
                  </a:cubicBezTo>
                  <a:cubicBezTo>
                    <a:pt x="31" y="273"/>
                    <a:pt x="1" y="407"/>
                    <a:pt x="91" y="467"/>
                  </a:cubicBezTo>
                  <a:cubicBezTo>
                    <a:pt x="286" y="587"/>
                    <a:pt x="331" y="843"/>
                    <a:pt x="481" y="1007"/>
                  </a:cubicBezTo>
                  <a:cubicBezTo>
                    <a:pt x="496" y="977"/>
                    <a:pt x="526" y="947"/>
                    <a:pt x="556" y="917"/>
                  </a:cubicBezTo>
                  <a:cubicBezTo>
                    <a:pt x="571" y="737"/>
                    <a:pt x="481" y="633"/>
                    <a:pt x="391" y="497"/>
                  </a:cubicBezTo>
                  <a:cubicBezTo>
                    <a:pt x="256" y="437"/>
                    <a:pt x="316" y="303"/>
                    <a:pt x="316" y="183"/>
                  </a:cubicBezTo>
                  <a:cubicBezTo>
                    <a:pt x="331" y="93"/>
                    <a:pt x="301" y="18"/>
                    <a:pt x="211" y="3"/>
                  </a:cubicBezTo>
                  <a:cubicBezTo>
                    <a:pt x="200" y="2"/>
                    <a:pt x="189" y="1"/>
                    <a:pt x="1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5"/>
            <p:cNvSpPr/>
            <p:nvPr/>
          </p:nvSpPr>
          <p:spPr>
            <a:xfrm rot="1242556">
              <a:off x="-400433" y="4401147"/>
              <a:ext cx="23022" cy="53616"/>
            </a:xfrm>
            <a:custGeom>
              <a:rect b="b" l="l" r="r" t="t"/>
              <a:pathLst>
                <a:path extrusionOk="0" h="1225" w="526">
                  <a:moveTo>
                    <a:pt x="90" y="0"/>
                  </a:moveTo>
                  <a:lnTo>
                    <a:pt x="90" y="0"/>
                  </a:lnTo>
                  <a:cubicBezTo>
                    <a:pt x="60" y="135"/>
                    <a:pt x="136" y="300"/>
                    <a:pt x="16" y="405"/>
                  </a:cubicBezTo>
                  <a:cubicBezTo>
                    <a:pt x="0" y="555"/>
                    <a:pt x="120" y="645"/>
                    <a:pt x="150" y="764"/>
                  </a:cubicBezTo>
                  <a:cubicBezTo>
                    <a:pt x="180" y="840"/>
                    <a:pt x="256" y="914"/>
                    <a:pt x="150" y="1004"/>
                  </a:cubicBezTo>
                  <a:cubicBezTo>
                    <a:pt x="215" y="1123"/>
                    <a:pt x="279" y="1225"/>
                    <a:pt x="382" y="1225"/>
                  </a:cubicBezTo>
                  <a:cubicBezTo>
                    <a:pt x="423" y="1225"/>
                    <a:pt x="470" y="1208"/>
                    <a:pt x="526" y="1170"/>
                  </a:cubicBezTo>
                  <a:cubicBezTo>
                    <a:pt x="346" y="794"/>
                    <a:pt x="180" y="405"/>
                    <a:pt x="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5"/>
            <p:cNvSpPr/>
            <p:nvPr/>
          </p:nvSpPr>
          <p:spPr>
            <a:xfrm rot="1242556">
              <a:off x="-772260" y="4126149"/>
              <a:ext cx="22365" cy="68366"/>
            </a:xfrm>
            <a:custGeom>
              <a:rect b="b" l="l" r="r" t="t"/>
              <a:pathLst>
                <a:path extrusionOk="0" h="1562" w="511">
                  <a:moveTo>
                    <a:pt x="347" y="1"/>
                  </a:moveTo>
                  <a:cubicBezTo>
                    <a:pt x="341" y="1"/>
                    <a:pt x="336" y="1"/>
                    <a:pt x="330" y="2"/>
                  </a:cubicBezTo>
                  <a:cubicBezTo>
                    <a:pt x="256" y="92"/>
                    <a:pt x="360" y="182"/>
                    <a:pt x="330" y="272"/>
                  </a:cubicBezTo>
                  <a:cubicBezTo>
                    <a:pt x="150" y="676"/>
                    <a:pt x="76" y="1112"/>
                    <a:pt x="0" y="1561"/>
                  </a:cubicBezTo>
                  <a:cubicBezTo>
                    <a:pt x="30" y="1516"/>
                    <a:pt x="90" y="1486"/>
                    <a:pt x="90" y="1442"/>
                  </a:cubicBezTo>
                  <a:cubicBezTo>
                    <a:pt x="150" y="976"/>
                    <a:pt x="376" y="572"/>
                    <a:pt x="510" y="136"/>
                  </a:cubicBezTo>
                  <a:cubicBezTo>
                    <a:pt x="440" y="123"/>
                    <a:pt x="436"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5"/>
            <p:cNvSpPr/>
            <p:nvPr/>
          </p:nvSpPr>
          <p:spPr>
            <a:xfrm rot="1242556">
              <a:off x="-836734" y="4165844"/>
              <a:ext cx="25692" cy="55892"/>
            </a:xfrm>
            <a:custGeom>
              <a:rect b="b" l="l" r="r" t="t"/>
              <a:pathLst>
                <a:path extrusionOk="0" h="1277" w="587">
                  <a:moveTo>
                    <a:pt x="76" y="1"/>
                  </a:moveTo>
                  <a:cubicBezTo>
                    <a:pt x="46" y="31"/>
                    <a:pt x="16" y="77"/>
                    <a:pt x="1" y="107"/>
                  </a:cubicBezTo>
                  <a:cubicBezTo>
                    <a:pt x="226" y="466"/>
                    <a:pt x="331" y="886"/>
                    <a:pt x="511" y="1276"/>
                  </a:cubicBezTo>
                  <a:cubicBezTo>
                    <a:pt x="496" y="1141"/>
                    <a:pt x="541" y="1036"/>
                    <a:pt x="586" y="931"/>
                  </a:cubicBezTo>
                  <a:cubicBezTo>
                    <a:pt x="466" y="811"/>
                    <a:pt x="436" y="631"/>
                    <a:pt x="346" y="481"/>
                  </a:cubicBezTo>
                  <a:cubicBezTo>
                    <a:pt x="271" y="316"/>
                    <a:pt x="241" y="107"/>
                    <a:pt x="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5"/>
            <p:cNvSpPr/>
            <p:nvPr/>
          </p:nvSpPr>
          <p:spPr>
            <a:xfrm rot="1242556">
              <a:off x="-1340668" y="3631615"/>
              <a:ext cx="46000" cy="29587"/>
            </a:xfrm>
            <a:custGeom>
              <a:rect b="b" l="l" r="r" t="t"/>
              <a:pathLst>
                <a:path extrusionOk="0" h="676" w="1051">
                  <a:moveTo>
                    <a:pt x="151" y="0"/>
                  </a:moveTo>
                  <a:cubicBezTo>
                    <a:pt x="121" y="76"/>
                    <a:pt x="76" y="90"/>
                    <a:pt x="1" y="90"/>
                  </a:cubicBezTo>
                  <a:cubicBezTo>
                    <a:pt x="286" y="256"/>
                    <a:pt x="600" y="376"/>
                    <a:pt x="810" y="676"/>
                  </a:cubicBezTo>
                  <a:cubicBezTo>
                    <a:pt x="870" y="570"/>
                    <a:pt x="976" y="510"/>
                    <a:pt x="1050" y="420"/>
                  </a:cubicBezTo>
                  <a:cubicBezTo>
                    <a:pt x="736" y="330"/>
                    <a:pt x="466" y="106"/>
                    <a:pt x="1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5"/>
            <p:cNvSpPr/>
            <p:nvPr/>
          </p:nvSpPr>
          <p:spPr>
            <a:xfrm rot="1242556">
              <a:off x="-1313400" y="4062325"/>
              <a:ext cx="22365" cy="18426"/>
            </a:xfrm>
            <a:custGeom>
              <a:rect b="b" l="l" r="r" t="t"/>
              <a:pathLst>
                <a:path extrusionOk="0" h="421" w="511">
                  <a:moveTo>
                    <a:pt x="375" y="1"/>
                  </a:moveTo>
                  <a:cubicBezTo>
                    <a:pt x="60" y="1"/>
                    <a:pt x="60" y="1"/>
                    <a:pt x="0" y="256"/>
                  </a:cubicBezTo>
                  <a:cubicBezTo>
                    <a:pt x="45" y="271"/>
                    <a:pt x="60" y="301"/>
                    <a:pt x="75" y="346"/>
                  </a:cubicBezTo>
                  <a:cubicBezTo>
                    <a:pt x="120" y="376"/>
                    <a:pt x="195" y="361"/>
                    <a:pt x="225" y="421"/>
                  </a:cubicBezTo>
                  <a:cubicBezTo>
                    <a:pt x="495" y="361"/>
                    <a:pt x="510" y="301"/>
                    <a:pt x="3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5"/>
            <p:cNvSpPr/>
            <p:nvPr/>
          </p:nvSpPr>
          <p:spPr>
            <a:xfrm rot="1242556">
              <a:off x="-1370082" y="3818413"/>
              <a:ext cx="35496" cy="47313"/>
            </a:xfrm>
            <a:custGeom>
              <a:rect b="b" l="l" r="r" t="t"/>
              <a:pathLst>
                <a:path extrusionOk="0" h="1081" w="811">
                  <a:moveTo>
                    <a:pt x="810" y="1"/>
                  </a:moveTo>
                  <a:lnTo>
                    <a:pt x="810" y="1"/>
                  </a:lnTo>
                  <a:cubicBezTo>
                    <a:pt x="480" y="300"/>
                    <a:pt x="180" y="630"/>
                    <a:pt x="0" y="1080"/>
                  </a:cubicBezTo>
                  <a:cubicBezTo>
                    <a:pt x="346" y="826"/>
                    <a:pt x="526" y="406"/>
                    <a:pt x="796" y="76"/>
                  </a:cubicBezTo>
                  <a:cubicBezTo>
                    <a:pt x="810" y="61"/>
                    <a:pt x="810" y="16"/>
                    <a:pt x="8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5"/>
            <p:cNvSpPr/>
            <p:nvPr/>
          </p:nvSpPr>
          <p:spPr>
            <a:xfrm rot="1242556">
              <a:off x="-1378058" y="3599820"/>
              <a:ext cx="43374" cy="12255"/>
            </a:xfrm>
            <a:custGeom>
              <a:rect b="b" l="l" r="r" t="t"/>
              <a:pathLst>
                <a:path extrusionOk="0" h="280" w="991">
                  <a:moveTo>
                    <a:pt x="169" y="0"/>
                  </a:moveTo>
                  <a:cubicBezTo>
                    <a:pt x="113" y="0"/>
                    <a:pt x="58" y="7"/>
                    <a:pt x="0" y="24"/>
                  </a:cubicBezTo>
                  <a:cubicBezTo>
                    <a:pt x="210" y="174"/>
                    <a:pt x="450" y="204"/>
                    <a:pt x="690" y="280"/>
                  </a:cubicBezTo>
                  <a:cubicBezTo>
                    <a:pt x="750" y="144"/>
                    <a:pt x="915" y="250"/>
                    <a:pt x="990" y="114"/>
                  </a:cubicBezTo>
                  <a:lnTo>
                    <a:pt x="990" y="114"/>
                  </a:lnTo>
                  <a:cubicBezTo>
                    <a:pt x="947" y="124"/>
                    <a:pt x="904" y="128"/>
                    <a:pt x="862" y="128"/>
                  </a:cubicBezTo>
                  <a:cubicBezTo>
                    <a:pt x="624" y="128"/>
                    <a:pt x="404" y="0"/>
                    <a:pt x="1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5"/>
            <p:cNvSpPr/>
            <p:nvPr/>
          </p:nvSpPr>
          <p:spPr>
            <a:xfrm rot="1242556">
              <a:off x="-1508568" y="3569747"/>
              <a:ext cx="16894" cy="37640"/>
            </a:xfrm>
            <a:custGeom>
              <a:rect b="b" l="l" r="r" t="t"/>
              <a:pathLst>
                <a:path extrusionOk="0" h="860" w="386">
                  <a:moveTo>
                    <a:pt x="321" y="0"/>
                  </a:moveTo>
                  <a:cubicBezTo>
                    <a:pt x="291" y="0"/>
                    <a:pt x="252" y="13"/>
                    <a:pt x="225" y="20"/>
                  </a:cubicBezTo>
                  <a:cubicBezTo>
                    <a:pt x="211" y="64"/>
                    <a:pt x="181" y="80"/>
                    <a:pt x="151" y="110"/>
                  </a:cubicBezTo>
                  <a:cubicBezTo>
                    <a:pt x="121" y="140"/>
                    <a:pt x="105" y="170"/>
                    <a:pt x="75" y="200"/>
                  </a:cubicBezTo>
                  <a:cubicBezTo>
                    <a:pt x="61" y="304"/>
                    <a:pt x="31" y="410"/>
                    <a:pt x="1" y="514"/>
                  </a:cubicBezTo>
                  <a:cubicBezTo>
                    <a:pt x="105" y="604"/>
                    <a:pt x="75" y="740"/>
                    <a:pt x="75" y="860"/>
                  </a:cubicBezTo>
                  <a:cubicBezTo>
                    <a:pt x="211" y="634"/>
                    <a:pt x="271" y="350"/>
                    <a:pt x="361" y="94"/>
                  </a:cubicBezTo>
                  <a:cubicBezTo>
                    <a:pt x="386" y="20"/>
                    <a:pt x="360" y="0"/>
                    <a:pt x="3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5"/>
            <p:cNvSpPr/>
            <p:nvPr/>
          </p:nvSpPr>
          <p:spPr>
            <a:xfrm rot="1242556">
              <a:off x="-853710" y="4233036"/>
              <a:ext cx="21753" cy="32870"/>
            </a:xfrm>
            <a:custGeom>
              <a:rect b="b" l="l" r="r" t="t"/>
              <a:pathLst>
                <a:path extrusionOk="0" h="751" w="497">
                  <a:moveTo>
                    <a:pt x="346" y="0"/>
                  </a:moveTo>
                  <a:cubicBezTo>
                    <a:pt x="241" y="225"/>
                    <a:pt x="76" y="435"/>
                    <a:pt x="1" y="750"/>
                  </a:cubicBezTo>
                  <a:cubicBezTo>
                    <a:pt x="301" y="585"/>
                    <a:pt x="406" y="345"/>
                    <a:pt x="496" y="75"/>
                  </a:cubicBezTo>
                  <a:lnTo>
                    <a:pt x="496" y="75"/>
                  </a:lnTo>
                  <a:cubicBezTo>
                    <a:pt x="463" y="95"/>
                    <a:pt x="430" y="112"/>
                    <a:pt x="403" y="112"/>
                  </a:cubicBezTo>
                  <a:cubicBezTo>
                    <a:pt x="369" y="112"/>
                    <a:pt x="346" y="84"/>
                    <a:pt x="3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5"/>
            <p:cNvSpPr/>
            <p:nvPr/>
          </p:nvSpPr>
          <p:spPr>
            <a:xfrm rot="1242556">
              <a:off x="-1313044" y="3656366"/>
              <a:ext cx="20396" cy="14925"/>
            </a:xfrm>
            <a:custGeom>
              <a:rect b="b" l="l" r="r" t="t"/>
              <a:pathLst>
                <a:path extrusionOk="0" h="341" w="466">
                  <a:moveTo>
                    <a:pt x="300" y="0"/>
                  </a:moveTo>
                  <a:cubicBezTo>
                    <a:pt x="0" y="16"/>
                    <a:pt x="0" y="16"/>
                    <a:pt x="60" y="256"/>
                  </a:cubicBezTo>
                  <a:cubicBezTo>
                    <a:pt x="115" y="310"/>
                    <a:pt x="174" y="340"/>
                    <a:pt x="230" y="340"/>
                  </a:cubicBezTo>
                  <a:cubicBezTo>
                    <a:pt x="282" y="340"/>
                    <a:pt x="333" y="314"/>
                    <a:pt x="376" y="256"/>
                  </a:cubicBezTo>
                  <a:cubicBezTo>
                    <a:pt x="466" y="136"/>
                    <a:pt x="390" y="60"/>
                    <a:pt x="3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5"/>
            <p:cNvSpPr/>
            <p:nvPr/>
          </p:nvSpPr>
          <p:spPr>
            <a:xfrm rot="1242556">
              <a:off x="-286961" y="3990399"/>
              <a:ext cx="17113" cy="36109"/>
            </a:xfrm>
            <a:custGeom>
              <a:rect b="b" l="l" r="r" t="t"/>
              <a:pathLst>
                <a:path extrusionOk="0" h="825" w="391">
                  <a:moveTo>
                    <a:pt x="391" y="0"/>
                  </a:moveTo>
                  <a:lnTo>
                    <a:pt x="391" y="0"/>
                  </a:lnTo>
                  <a:cubicBezTo>
                    <a:pt x="256" y="164"/>
                    <a:pt x="301" y="404"/>
                    <a:pt x="196" y="584"/>
                  </a:cubicBezTo>
                  <a:cubicBezTo>
                    <a:pt x="121" y="540"/>
                    <a:pt x="91" y="420"/>
                    <a:pt x="1" y="404"/>
                  </a:cubicBezTo>
                  <a:lnTo>
                    <a:pt x="1" y="404"/>
                  </a:lnTo>
                  <a:cubicBezTo>
                    <a:pt x="31" y="570"/>
                    <a:pt x="106" y="690"/>
                    <a:pt x="166" y="824"/>
                  </a:cubicBezTo>
                  <a:cubicBezTo>
                    <a:pt x="391" y="600"/>
                    <a:pt x="361" y="284"/>
                    <a:pt x="3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5"/>
            <p:cNvSpPr/>
            <p:nvPr/>
          </p:nvSpPr>
          <p:spPr>
            <a:xfrm rot="1242556">
              <a:off x="-456918" y="4382908"/>
              <a:ext cx="28931" cy="11248"/>
            </a:xfrm>
            <a:custGeom>
              <a:rect b="b" l="l" r="r" t="t"/>
              <a:pathLst>
                <a:path extrusionOk="0" h="257" w="661">
                  <a:moveTo>
                    <a:pt x="376" y="1"/>
                  </a:moveTo>
                  <a:cubicBezTo>
                    <a:pt x="336" y="50"/>
                    <a:pt x="298" y="66"/>
                    <a:pt x="260" y="66"/>
                  </a:cubicBezTo>
                  <a:cubicBezTo>
                    <a:pt x="187" y="66"/>
                    <a:pt x="117" y="5"/>
                    <a:pt x="48" y="5"/>
                  </a:cubicBezTo>
                  <a:cubicBezTo>
                    <a:pt x="32" y="5"/>
                    <a:pt x="17" y="8"/>
                    <a:pt x="1" y="16"/>
                  </a:cubicBezTo>
                  <a:cubicBezTo>
                    <a:pt x="121" y="211"/>
                    <a:pt x="346" y="136"/>
                    <a:pt x="511" y="256"/>
                  </a:cubicBezTo>
                  <a:cubicBezTo>
                    <a:pt x="556" y="241"/>
                    <a:pt x="661" y="241"/>
                    <a:pt x="586" y="151"/>
                  </a:cubicBezTo>
                  <a:cubicBezTo>
                    <a:pt x="526" y="91"/>
                    <a:pt x="436" y="46"/>
                    <a:pt x="3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5"/>
            <p:cNvSpPr/>
            <p:nvPr/>
          </p:nvSpPr>
          <p:spPr>
            <a:xfrm rot="1242556">
              <a:off x="-847229" y="3785895"/>
              <a:ext cx="9235" cy="14531"/>
            </a:xfrm>
            <a:custGeom>
              <a:rect b="b" l="l" r="r" t="t"/>
              <a:pathLst>
                <a:path extrusionOk="0" h="332" w="211">
                  <a:moveTo>
                    <a:pt x="88" y="1"/>
                  </a:moveTo>
                  <a:cubicBezTo>
                    <a:pt x="15" y="1"/>
                    <a:pt x="0" y="78"/>
                    <a:pt x="0" y="290"/>
                  </a:cubicBezTo>
                  <a:cubicBezTo>
                    <a:pt x="68" y="315"/>
                    <a:pt x="114" y="331"/>
                    <a:pt x="145" y="331"/>
                  </a:cubicBezTo>
                  <a:cubicBezTo>
                    <a:pt x="210" y="331"/>
                    <a:pt x="210" y="259"/>
                    <a:pt x="210" y="36"/>
                  </a:cubicBezTo>
                  <a:cubicBezTo>
                    <a:pt x="158" y="14"/>
                    <a:pt x="118" y="1"/>
                    <a:pt x="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5"/>
            <p:cNvSpPr/>
            <p:nvPr/>
          </p:nvSpPr>
          <p:spPr>
            <a:xfrm rot="1242556">
              <a:off x="-1433383" y="3802216"/>
              <a:ext cx="16413" cy="28887"/>
            </a:xfrm>
            <a:custGeom>
              <a:rect b="b" l="l" r="r" t="t"/>
              <a:pathLst>
                <a:path extrusionOk="0" h="660" w="375">
                  <a:moveTo>
                    <a:pt x="0" y="0"/>
                  </a:moveTo>
                  <a:lnTo>
                    <a:pt x="0" y="0"/>
                  </a:lnTo>
                  <a:cubicBezTo>
                    <a:pt x="75" y="254"/>
                    <a:pt x="150" y="510"/>
                    <a:pt x="375" y="660"/>
                  </a:cubicBezTo>
                  <a:cubicBezTo>
                    <a:pt x="285" y="404"/>
                    <a:pt x="195" y="164"/>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5"/>
            <p:cNvSpPr/>
            <p:nvPr/>
          </p:nvSpPr>
          <p:spPr>
            <a:xfrm rot="1242556">
              <a:off x="-724175" y="4041314"/>
              <a:ext cx="10548" cy="33483"/>
            </a:xfrm>
            <a:custGeom>
              <a:rect b="b" l="l" r="r" t="t"/>
              <a:pathLst>
                <a:path extrusionOk="0" h="765" w="241">
                  <a:moveTo>
                    <a:pt x="136" y="0"/>
                  </a:moveTo>
                  <a:lnTo>
                    <a:pt x="136" y="0"/>
                  </a:lnTo>
                  <a:cubicBezTo>
                    <a:pt x="0" y="270"/>
                    <a:pt x="90" y="525"/>
                    <a:pt x="210" y="764"/>
                  </a:cubicBezTo>
                  <a:cubicBezTo>
                    <a:pt x="240" y="510"/>
                    <a:pt x="106" y="270"/>
                    <a:pt x="1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5"/>
            <p:cNvSpPr/>
            <p:nvPr/>
          </p:nvSpPr>
          <p:spPr>
            <a:xfrm rot="1242556">
              <a:off x="-448114" y="4345668"/>
              <a:ext cx="16938" cy="18645"/>
            </a:xfrm>
            <a:custGeom>
              <a:rect b="b" l="l" r="r" t="t"/>
              <a:pathLst>
                <a:path extrusionOk="0" h="426" w="387">
                  <a:moveTo>
                    <a:pt x="135" y="0"/>
                  </a:moveTo>
                  <a:cubicBezTo>
                    <a:pt x="135" y="105"/>
                    <a:pt x="90" y="165"/>
                    <a:pt x="0" y="165"/>
                  </a:cubicBezTo>
                  <a:cubicBezTo>
                    <a:pt x="45" y="255"/>
                    <a:pt x="135" y="285"/>
                    <a:pt x="210" y="330"/>
                  </a:cubicBezTo>
                  <a:cubicBezTo>
                    <a:pt x="240" y="360"/>
                    <a:pt x="270" y="390"/>
                    <a:pt x="285" y="420"/>
                  </a:cubicBezTo>
                  <a:lnTo>
                    <a:pt x="300" y="420"/>
                  </a:lnTo>
                  <a:cubicBezTo>
                    <a:pt x="313" y="423"/>
                    <a:pt x="325" y="425"/>
                    <a:pt x="334" y="425"/>
                  </a:cubicBezTo>
                  <a:cubicBezTo>
                    <a:pt x="371" y="425"/>
                    <a:pt x="387" y="401"/>
                    <a:pt x="375" y="330"/>
                  </a:cubicBezTo>
                  <a:cubicBezTo>
                    <a:pt x="300" y="210"/>
                    <a:pt x="240" y="90"/>
                    <a:pt x="1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5"/>
            <p:cNvSpPr/>
            <p:nvPr/>
          </p:nvSpPr>
          <p:spPr>
            <a:xfrm rot="1242556">
              <a:off x="-1556446" y="3914170"/>
              <a:ext cx="13831" cy="21096"/>
            </a:xfrm>
            <a:custGeom>
              <a:rect b="b" l="l" r="r" t="t"/>
              <a:pathLst>
                <a:path extrusionOk="0" h="482" w="316">
                  <a:moveTo>
                    <a:pt x="150" y="1"/>
                  </a:moveTo>
                  <a:cubicBezTo>
                    <a:pt x="136" y="16"/>
                    <a:pt x="136" y="31"/>
                    <a:pt x="120" y="46"/>
                  </a:cubicBezTo>
                  <a:cubicBezTo>
                    <a:pt x="76" y="166"/>
                    <a:pt x="76" y="301"/>
                    <a:pt x="0" y="406"/>
                  </a:cubicBezTo>
                  <a:lnTo>
                    <a:pt x="0" y="421"/>
                  </a:lnTo>
                  <a:cubicBezTo>
                    <a:pt x="43" y="464"/>
                    <a:pt x="79" y="481"/>
                    <a:pt x="109" y="481"/>
                  </a:cubicBezTo>
                  <a:cubicBezTo>
                    <a:pt x="183" y="481"/>
                    <a:pt x="223" y="376"/>
                    <a:pt x="256" y="301"/>
                  </a:cubicBezTo>
                  <a:cubicBezTo>
                    <a:pt x="316" y="181"/>
                    <a:pt x="316" y="31"/>
                    <a:pt x="1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5"/>
            <p:cNvSpPr/>
            <p:nvPr/>
          </p:nvSpPr>
          <p:spPr>
            <a:xfrm rot="1242556">
              <a:off x="-381619" y="4005154"/>
              <a:ext cx="9235" cy="19739"/>
            </a:xfrm>
            <a:custGeom>
              <a:rect b="b" l="l" r="r" t="t"/>
              <a:pathLst>
                <a:path extrusionOk="0" h="451" w="211">
                  <a:moveTo>
                    <a:pt x="195" y="0"/>
                  </a:moveTo>
                  <a:lnTo>
                    <a:pt x="195" y="0"/>
                  </a:lnTo>
                  <a:cubicBezTo>
                    <a:pt x="75" y="30"/>
                    <a:pt x="31" y="120"/>
                    <a:pt x="1" y="196"/>
                  </a:cubicBezTo>
                  <a:cubicBezTo>
                    <a:pt x="75" y="256"/>
                    <a:pt x="61" y="360"/>
                    <a:pt x="75" y="450"/>
                  </a:cubicBezTo>
                  <a:cubicBezTo>
                    <a:pt x="151" y="316"/>
                    <a:pt x="211" y="180"/>
                    <a:pt x="1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5"/>
            <p:cNvSpPr/>
            <p:nvPr/>
          </p:nvSpPr>
          <p:spPr>
            <a:xfrm rot="1242556">
              <a:off x="-417327" y="4009764"/>
              <a:ext cx="13174" cy="14487"/>
            </a:xfrm>
            <a:custGeom>
              <a:rect b="b" l="l" r="r" t="t"/>
              <a:pathLst>
                <a:path extrusionOk="0" h="331" w="301">
                  <a:moveTo>
                    <a:pt x="241" y="1"/>
                  </a:moveTo>
                  <a:cubicBezTo>
                    <a:pt x="211" y="15"/>
                    <a:pt x="181" y="45"/>
                    <a:pt x="165" y="75"/>
                  </a:cubicBezTo>
                  <a:cubicBezTo>
                    <a:pt x="91" y="105"/>
                    <a:pt x="45" y="165"/>
                    <a:pt x="1" y="241"/>
                  </a:cubicBezTo>
                  <a:lnTo>
                    <a:pt x="91" y="331"/>
                  </a:lnTo>
                  <a:cubicBezTo>
                    <a:pt x="195" y="255"/>
                    <a:pt x="301" y="165"/>
                    <a:pt x="3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5"/>
            <p:cNvSpPr/>
            <p:nvPr/>
          </p:nvSpPr>
          <p:spPr>
            <a:xfrm rot="1242556">
              <a:off x="-425044" y="3998829"/>
              <a:ext cx="17113" cy="7353"/>
            </a:xfrm>
            <a:custGeom>
              <a:rect b="b" l="l" r="r" t="t"/>
              <a:pathLst>
                <a:path extrusionOk="0" h="168" w="391">
                  <a:moveTo>
                    <a:pt x="199" y="1"/>
                  </a:moveTo>
                  <a:cubicBezTo>
                    <a:pt x="130" y="1"/>
                    <a:pt x="63" y="22"/>
                    <a:pt x="0" y="93"/>
                  </a:cubicBezTo>
                  <a:cubicBezTo>
                    <a:pt x="20" y="93"/>
                    <a:pt x="40" y="92"/>
                    <a:pt x="61" y="92"/>
                  </a:cubicBezTo>
                  <a:cubicBezTo>
                    <a:pt x="120" y="92"/>
                    <a:pt x="181" y="100"/>
                    <a:pt x="226" y="167"/>
                  </a:cubicBezTo>
                  <a:cubicBezTo>
                    <a:pt x="286" y="167"/>
                    <a:pt x="376" y="167"/>
                    <a:pt x="390" y="33"/>
                  </a:cubicBezTo>
                  <a:cubicBezTo>
                    <a:pt x="326" y="19"/>
                    <a:pt x="261" y="1"/>
                    <a:pt x="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5"/>
            <p:cNvSpPr/>
            <p:nvPr/>
          </p:nvSpPr>
          <p:spPr>
            <a:xfrm rot="1242556">
              <a:off x="-717779" y="4070904"/>
              <a:ext cx="9235" cy="14487"/>
            </a:xfrm>
            <a:custGeom>
              <a:rect b="b" l="l" r="r" t="t"/>
              <a:pathLst>
                <a:path extrusionOk="0" h="331" w="211">
                  <a:moveTo>
                    <a:pt x="210" y="0"/>
                  </a:moveTo>
                  <a:cubicBezTo>
                    <a:pt x="90" y="60"/>
                    <a:pt x="0" y="150"/>
                    <a:pt x="0" y="330"/>
                  </a:cubicBezTo>
                  <a:cubicBezTo>
                    <a:pt x="106" y="254"/>
                    <a:pt x="196" y="150"/>
                    <a:pt x="2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5"/>
            <p:cNvSpPr/>
            <p:nvPr/>
          </p:nvSpPr>
          <p:spPr>
            <a:xfrm rot="1242556">
              <a:off x="-1096111" y="3801440"/>
              <a:ext cx="9235" cy="11861"/>
            </a:xfrm>
            <a:custGeom>
              <a:rect b="b" l="l" r="r" t="t"/>
              <a:pathLst>
                <a:path extrusionOk="0" h="271" w="211">
                  <a:moveTo>
                    <a:pt x="1" y="1"/>
                  </a:moveTo>
                  <a:cubicBezTo>
                    <a:pt x="31" y="121"/>
                    <a:pt x="61" y="211"/>
                    <a:pt x="135" y="271"/>
                  </a:cubicBezTo>
                  <a:cubicBezTo>
                    <a:pt x="135" y="211"/>
                    <a:pt x="151" y="151"/>
                    <a:pt x="211" y="105"/>
                  </a:cubicBezTo>
                  <a:cubicBezTo>
                    <a:pt x="165" y="15"/>
                    <a:pt x="9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5"/>
            <p:cNvSpPr/>
            <p:nvPr/>
          </p:nvSpPr>
          <p:spPr>
            <a:xfrm rot="1242556">
              <a:off x="-1307700" y="4015888"/>
              <a:ext cx="16501" cy="9279"/>
            </a:xfrm>
            <a:custGeom>
              <a:rect b="b" l="l" r="r" t="t"/>
              <a:pathLst>
                <a:path extrusionOk="0" h="212" w="377">
                  <a:moveTo>
                    <a:pt x="166" y="0"/>
                  </a:moveTo>
                  <a:cubicBezTo>
                    <a:pt x="106" y="0"/>
                    <a:pt x="67" y="52"/>
                    <a:pt x="1" y="169"/>
                  </a:cubicBezTo>
                  <a:lnTo>
                    <a:pt x="1" y="184"/>
                  </a:lnTo>
                  <a:cubicBezTo>
                    <a:pt x="42" y="203"/>
                    <a:pt x="82" y="211"/>
                    <a:pt x="120" y="211"/>
                  </a:cubicBezTo>
                  <a:cubicBezTo>
                    <a:pt x="208" y="211"/>
                    <a:pt x="288" y="167"/>
                    <a:pt x="361" y="94"/>
                  </a:cubicBezTo>
                  <a:lnTo>
                    <a:pt x="376" y="94"/>
                  </a:lnTo>
                  <a:cubicBezTo>
                    <a:pt x="276" y="34"/>
                    <a:pt x="214" y="0"/>
                    <a:pt x="16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5"/>
            <p:cNvSpPr/>
            <p:nvPr/>
          </p:nvSpPr>
          <p:spPr>
            <a:xfrm rot="1242556">
              <a:off x="-405782" y="4032359"/>
              <a:ext cx="7922" cy="22365"/>
            </a:xfrm>
            <a:custGeom>
              <a:rect b="b" l="l" r="r" t="t"/>
              <a:pathLst>
                <a:path extrusionOk="0" h="511" w="181">
                  <a:moveTo>
                    <a:pt x="136" y="0"/>
                  </a:moveTo>
                  <a:cubicBezTo>
                    <a:pt x="0" y="150"/>
                    <a:pt x="76" y="346"/>
                    <a:pt x="60" y="510"/>
                  </a:cubicBezTo>
                  <a:cubicBezTo>
                    <a:pt x="180" y="360"/>
                    <a:pt x="120" y="180"/>
                    <a:pt x="1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5"/>
            <p:cNvSpPr/>
            <p:nvPr/>
          </p:nvSpPr>
          <p:spPr>
            <a:xfrm rot="1242556">
              <a:off x="-401520" y="4013082"/>
              <a:ext cx="9892" cy="16457"/>
            </a:xfrm>
            <a:custGeom>
              <a:rect b="b" l="l" r="r" t="t"/>
              <a:pathLst>
                <a:path extrusionOk="0" h="376" w="226">
                  <a:moveTo>
                    <a:pt x="196" y="0"/>
                  </a:moveTo>
                  <a:lnTo>
                    <a:pt x="150" y="46"/>
                  </a:lnTo>
                  <a:cubicBezTo>
                    <a:pt x="106" y="150"/>
                    <a:pt x="0" y="226"/>
                    <a:pt x="0" y="376"/>
                  </a:cubicBezTo>
                  <a:cubicBezTo>
                    <a:pt x="120" y="300"/>
                    <a:pt x="210" y="210"/>
                    <a:pt x="226" y="46"/>
                  </a:cubicBezTo>
                  <a:cubicBezTo>
                    <a:pt x="210" y="30"/>
                    <a:pt x="210" y="16"/>
                    <a:pt x="19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5"/>
            <p:cNvSpPr/>
            <p:nvPr/>
          </p:nvSpPr>
          <p:spPr>
            <a:xfrm rot="1242556">
              <a:off x="-838397" y="4154288"/>
              <a:ext cx="13174" cy="11248"/>
            </a:xfrm>
            <a:custGeom>
              <a:rect b="b" l="l" r="r" t="t"/>
              <a:pathLst>
                <a:path extrusionOk="0" h="257" w="301">
                  <a:moveTo>
                    <a:pt x="1" y="1"/>
                  </a:moveTo>
                  <a:cubicBezTo>
                    <a:pt x="76" y="137"/>
                    <a:pt x="151" y="241"/>
                    <a:pt x="301" y="257"/>
                  </a:cubicBezTo>
                  <a:cubicBezTo>
                    <a:pt x="226" y="107"/>
                    <a:pt x="151" y="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5"/>
            <p:cNvSpPr/>
            <p:nvPr/>
          </p:nvSpPr>
          <p:spPr>
            <a:xfrm rot="1242556">
              <a:off x="-1375860" y="3861018"/>
              <a:ext cx="13130" cy="7397"/>
            </a:xfrm>
            <a:custGeom>
              <a:rect b="b" l="l" r="r" t="t"/>
              <a:pathLst>
                <a:path extrusionOk="0" h="169" w="300">
                  <a:moveTo>
                    <a:pt x="248" y="0"/>
                  </a:moveTo>
                  <a:cubicBezTo>
                    <a:pt x="147" y="0"/>
                    <a:pt x="51" y="41"/>
                    <a:pt x="0" y="169"/>
                  </a:cubicBezTo>
                  <a:cubicBezTo>
                    <a:pt x="120" y="169"/>
                    <a:pt x="224" y="109"/>
                    <a:pt x="300" y="3"/>
                  </a:cubicBezTo>
                  <a:cubicBezTo>
                    <a:pt x="283" y="1"/>
                    <a:pt x="265" y="0"/>
                    <a:pt x="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5"/>
            <p:cNvSpPr/>
            <p:nvPr/>
          </p:nvSpPr>
          <p:spPr>
            <a:xfrm rot="1242556">
              <a:off x="-1503805" y="3562348"/>
              <a:ext cx="9892" cy="7397"/>
            </a:xfrm>
            <a:custGeom>
              <a:rect b="b" l="l" r="r" t="t"/>
              <a:pathLst>
                <a:path extrusionOk="0" h="169" w="226">
                  <a:moveTo>
                    <a:pt x="226" y="0"/>
                  </a:moveTo>
                  <a:cubicBezTo>
                    <a:pt x="120" y="0"/>
                    <a:pt x="46" y="76"/>
                    <a:pt x="0" y="166"/>
                  </a:cubicBezTo>
                  <a:cubicBezTo>
                    <a:pt x="11" y="167"/>
                    <a:pt x="21" y="168"/>
                    <a:pt x="30" y="168"/>
                  </a:cubicBezTo>
                  <a:cubicBezTo>
                    <a:pt x="120" y="168"/>
                    <a:pt x="185" y="109"/>
                    <a:pt x="2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5"/>
            <p:cNvSpPr/>
            <p:nvPr/>
          </p:nvSpPr>
          <p:spPr>
            <a:xfrm rot="1242556">
              <a:off x="-1523053" y="3524193"/>
              <a:ext cx="9935" cy="7309"/>
            </a:xfrm>
            <a:custGeom>
              <a:rect b="b" l="l" r="r" t="t"/>
              <a:pathLst>
                <a:path extrusionOk="0" h="167" w="227">
                  <a:moveTo>
                    <a:pt x="226" y="1"/>
                  </a:moveTo>
                  <a:cubicBezTo>
                    <a:pt x="106" y="1"/>
                    <a:pt x="31" y="60"/>
                    <a:pt x="1" y="166"/>
                  </a:cubicBezTo>
                  <a:cubicBezTo>
                    <a:pt x="91" y="166"/>
                    <a:pt x="166" y="106"/>
                    <a:pt x="2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5"/>
            <p:cNvSpPr/>
            <p:nvPr/>
          </p:nvSpPr>
          <p:spPr>
            <a:xfrm rot="1242556">
              <a:off x="-463035" y="4373230"/>
              <a:ext cx="9848" cy="4027"/>
            </a:xfrm>
            <a:custGeom>
              <a:rect b="b" l="l" r="r" t="t"/>
              <a:pathLst>
                <a:path extrusionOk="0" h="92" w="225">
                  <a:moveTo>
                    <a:pt x="60" y="0"/>
                  </a:moveTo>
                  <a:cubicBezTo>
                    <a:pt x="41" y="0"/>
                    <a:pt x="21" y="1"/>
                    <a:pt x="0" y="1"/>
                  </a:cubicBezTo>
                  <a:cubicBezTo>
                    <a:pt x="60" y="91"/>
                    <a:pt x="135" y="91"/>
                    <a:pt x="225" y="91"/>
                  </a:cubicBezTo>
                  <a:cubicBezTo>
                    <a:pt x="178" y="10"/>
                    <a:pt x="124" y="0"/>
                    <a:pt x="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5"/>
            <p:cNvSpPr/>
            <p:nvPr/>
          </p:nvSpPr>
          <p:spPr>
            <a:xfrm rot="1242556">
              <a:off x="-1545093" y="3901561"/>
              <a:ext cx="9235" cy="3983"/>
            </a:xfrm>
            <a:custGeom>
              <a:rect b="b" l="l" r="r" t="t"/>
              <a:pathLst>
                <a:path extrusionOk="0" h="91" w="211">
                  <a:moveTo>
                    <a:pt x="50" y="0"/>
                  </a:moveTo>
                  <a:cubicBezTo>
                    <a:pt x="34" y="0"/>
                    <a:pt x="17" y="1"/>
                    <a:pt x="1" y="1"/>
                  </a:cubicBezTo>
                  <a:cubicBezTo>
                    <a:pt x="45" y="91"/>
                    <a:pt x="135" y="76"/>
                    <a:pt x="211" y="91"/>
                  </a:cubicBezTo>
                  <a:cubicBezTo>
                    <a:pt x="175" y="9"/>
                    <a:pt x="112" y="0"/>
                    <a:pt x="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5"/>
            <p:cNvSpPr/>
            <p:nvPr/>
          </p:nvSpPr>
          <p:spPr>
            <a:xfrm rot="1242556">
              <a:off x="-778575" y="4065850"/>
              <a:ext cx="4683" cy="11205"/>
            </a:xfrm>
            <a:custGeom>
              <a:rect b="b" l="l" r="r" t="t"/>
              <a:pathLst>
                <a:path extrusionOk="0" h="256" w="107">
                  <a:moveTo>
                    <a:pt x="16" y="0"/>
                  </a:moveTo>
                  <a:cubicBezTo>
                    <a:pt x="16" y="90"/>
                    <a:pt x="1" y="196"/>
                    <a:pt x="91" y="256"/>
                  </a:cubicBezTo>
                  <a:cubicBezTo>
                    <a:pt x="91" y="166"/>
                    <a:pt x="106" y="60"/>
                    <a:pt x="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5"/>
            <p:cNvSpPr/>
            <p:nvPr/>
          </p:nvSpPr>
          <p:spPr>
            <a:xfrm rot="1242556">
              <a:off x="-826039" y="4137615"/>
              <a:ext cx="3983" cy="11205"/>
            </a:xfrm>
            <a:custGeom>
              <a:rect b="b" l="l" r="r" t="t"/>
              <a:pathLst>
                <a:path extrusionOk="0" h="256" w="91">
                  <a:moveTo>
                    <a:pt x="15" y="0"/>
                  </a:moveTo>
                  <a:cubicBezTo>
                    <a:pt x="15" y="90"/>
                    <a:pt x="0" y="196"/>
                    <a:pt x="90" y="256"/>
                  </a:cubicBezTo>
                  <a:cubicBezTo>
                    <a:pt x="90" y="166"/>
                    <a:pt x="90" y="60"/>
                    <a:pt x="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5"/>
            <p:cNvSpPr/>
            <p:nvPr/>
          </p:nvSpPr>
          <p:spPr>
            <a:xfrm rot="1242556">
              <a:off x="-1517408" y="3603371"/>
              <a:ext cx="4639" cy="11205"/>
            </a:xfrm>
            <a:custGeom>
              <a:rect b="b" l="l" r="r" t="t"/>
              <a:pathLst>
                <a:path extrusionOk="0" h="256" w="106">
                  <a:moveTo>
                    <a:pt x="90" y="1"/>
                  </a:moveTo>
                  <a:lnTo>
                    <a:pt x="90" y="1"/>
                  </a:lnTo>
                  <a:cubicBezTo>
                    <a:pt x="0" y="61"/>
                    <a:pt x="16" y="165"/>
                    <a:pt x="16" y="255"/>
                  </a:cubicBezTo>
                  <a:cubicBezTo>
                    <a:pt x="106" y="195"/>
                    <a:pt x="90" y="91"/>
                    <a:pt x="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5"/>
            <p:cNvSpPr/>
            <p:nvPr/>
          </p:nvSpPr>
          <p:spPr>
            <a:xfrm rot="1242556">
              <a:off x="-389343" y="4022239"/>
              <a:ext cx="5952" cy="7265"/>
            </a:xfrm>
            <a:custGeom>
              <a:rect b="b" l="l" r="r" t="t"/>
              <a:pathLst>
                <a:path extrusionOk="0" h="166" w="136">
                  <a:moveTo>
                    <a:pt x="136" y="0"/>
                  </a:moveTo>
                  <a:cubicBezTo>
                    <a:pt x="46" y="0"/>
                    <a:pt x="0" y="60"/>
                    <a:pt x="0" y="166"/>
                  </a:cubicBezTo>
                  <a:lnTo>
                    <a:pt x="60" y="166"/>
                  </a:lnTo>
                  <a:cubicBezTo>
                    <a:pt x="90" y="136"/>
                    <a:pt x="120" y="106"/>
                    <a:pt x="136" y="76"/>
                  </a:cubicBezTo>
                  <a:lnTo>
                    <a:pt x="1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5"/>
            <p:cNvSpPr/>
            <p:nvPr/>
          </p:nvSpPr>
          <p:spPr>
            <a:xfrm rot="1242556">
              <a:off x="-1312493" y="4075085"/>
              <a:ext cx="6609" cy="3545"/>
            </a:xfrm>
            <a:custGeom>
              <a:rect b="b" l="l" r="r" t="t"/>
              <a:pathLst>
                <a:path extrusionOk="0" h="81" w="151">
                  <a:moveTo>
                    <a:pt x="41" y="1"/>
                  </a:moveTo>
                  <a:cubicBezTo>
                    <a:pt x="28" y="1"/>
                    <a:pt x="14" y="3"/>
                    <a:pt x="1" y="6"/>
                  </a:cubicBezTo>
                  <a:cubicBezTo>
                    <a:pt x="46" y="66"/>
                    <a:pt x="91" y="81"/>
                    <a:pt x="151" y="81"/>
                  </a:cubicBezTo>
                  <a:cubicBezTo>
                    <a:pt x="128" y="23"/>
                    <a:pt x="86" y="1"/>
                    <a:pt x="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5"/>
            <p:cNvSpPr/>
            <p:nvPr/>
          </p:nvSpPr>
          <p:spPr>
            <a:xfrm rot="1242556">
              <a:off x="-1478545" y="3613490"/>
              <a:ext cx="3326" cy="7922"/>
            </a:xfrm>
            <a:custGeom>
              <a:rect b="b" l="l" r="r" t="t"/>
              <a:pathLst>
                <a:path extrusionOk="0" h="181" w="76">
                  <a:moveTo>
                    <a:pt x="0" y="1"/>
                  </a:moveTo>
                  <a:cubicBezTo>
                    <a:pt x="0" y="75"/>
                    <a:pt x="16" y="135"/>
                    <a:pt x="76" y="181"/>
                  </a:cubicBezTo>
                  <a:cubicBezTo>
                    <a:pt x="76" y="105"/>
                    <a:pt x="60" y="45"/>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5"/>
            <p:cNvSpPr/>
            <p:nvPr/>
          </p:nvSpPr>
          <p:spPr>
            <a:xfrm rot="1242556">
              <a:off x="-1181260" y="4101236"/>
              <a:ext cx="7265" cy="3458"/>
            </a:xfrm>
            <a:custGeom>
              <a:rect b="b" l="l" r="r" t="t"/>
              <a:pathLst>
                <a:path extrusionOk="0" h="79" w="166">
                  <a:moveTo>
                    <a:pt x="165" y="0"/>
                  </a:moveTo>
                  <a:cubicBezTo>
                    <a:pt x="105" y="0"/>
                    <a:pt x="45" y="15"/>
                    <a:pt x="1" y="75"/>
                  </a:cubicBezTo>
                  <a:cubicBezTo>
                    <a:pt x="14" y="77"/>
                    <a:pt x="26" y="79"/>
                    <a:pt x="38" y="79"/>
                  </a:cubicBezTo>
                  <a:cubicBezTo>
                    <a:pt x="91" y="79"/>
                    <a:pt x="129" y="50"/>
                    <a:pt x="1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5"/>
            <p:cNvSpPr/>
            <p:nvPr/>
          </p:nvSpPr>
          <p:spPr>
            <a:xfrm rot="1242556">
              <a:off x="-394882" y="4027369"/>
              <a:ext cx="3326" cy="7265"/>
            </a:xfrm>
            <a:custGeom>
              <a:rect b="b" l="l" r="r" t="t"/>
              <a:pathLst>
                <a:path extrusionOk="0" h="166" w="76">
                  <a:moveTo>
                    <a:pt x="75" y="1"/>
                  </a:moveTo>
                  <a:lnTo>
                    <a:pt x="75" y="1"/>
                  </a:lnTo>
                  <a:cubicBezTo>
                    <a:pt x="15" y="45"/>
                    <a:pt x="1" y="105"/>
                    <a:pt x="1" y="165"/>
                  </a:cubicBezTo>
                  <a:cubicBezTo>
                    <a:pt x="61" y="135"/>
                    <a:pt x="75" y="75"/>
                    <a:pt x="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5"/>
            <p:cNvSpPr/>
            <p:nvPr/>
          </p:nvSpPr>
          <p:spPr>
            <a:xfrm rot="1242556">
              <a:off x="-431802" y="4017428"/>
              <a:ext cx="6609" cy="3983"/>
            </a:xfrm>
            <a:custGeom>
              <a:rect b="b" l="l" r="r" t="t"/>
              <a:pathLst>
                <a:path extrusionOk="0" h="91" w="151">
                  <a:moveTo>
                    <a:pt x="150" y="0"/>
                  </a:moveTo>
                  <a:lnTo>
                    <a:pt x="150" y="0"/>
                  </a:lnTo>
                  <a:cubicBezTo>
                    <a:pt x="90" y="16"/>
                    <a:pt x="30" y="30"/>
                    <a:pt x="0" y="90"/>
                  </a:cubicBezTo>
                  <a:cubicBezTo>
                    <a:pt x="60" y="90"/>
                    <a:pt x="120" y="76"/>
                    <a:pt x="1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5"/>
            <p:cNvSpPr/>
            <p:nvPr/>
          </p:nvSpPr>
          <p:spPr>
            <a:xfrm rot="1242556">
              <a:off x="-446213" y="4374695"/>
              <a:ext cx="5996" cy="3983"/>
            </a:xfrm>
            <a:custGeom>
              <a:rect b="b" l="l" r="r" t="t"/>
              <a:pathLst>
                <a:path extrusionOk="0" h="91" w="137">
                  <a:moveTo>
                    <a:pt x="1" y="0"/>
                  </a:moveTo>
                  <a:cubicBezTo>
                    <a:pt x="16" y="75"/>
                    <a:pt x="76" y="90"/>
                    <a:pt x="136" y="90"/>
                  </a:cubicBezTo>
                  <a:cubicBezTo>
                    <a:pt x="106" y="30"/>
                    <a:pt x="61" y="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5"/>
            <p:cNvSpPr/>
            <p:nvPr/>
          </p:nvSpPr>
          <p:spPr>
            <a:xfrm rot="1242556">
              <a:off x="-831750" y="4228562"/>
              <a:ext cx="3283" cy="7922"/>
            </a:xfrm>
            <a:custGeom>
              <a:rect b="b" l="l" r="r" t="t"/>
              <a:pathLst>
                <a:path extrusionOk="0" h="181" w="75">
                  <a:moveTo>
                    <a:pt x="75" y="0"/>
                  </a:moveTo>
                  <a:lnTo>
                    <a:pt x="75" y="0"/>
                  </a:lnTo>
                  <a:cubicBezTo>
                    <a:pt x="15" y="45"/>
                    <a:pt x="0" y="105"/>
                    <a:pt x="0" y="180"/>
                  </a:cubicBezTo>
                  <a:cubicBezTo>
                    <a:pt x="60" y="135"/>
                    <a:pt x="75" y="75"/>
                    <a:pt x="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5"/>
            <p:cNvSpPr/>
            <p:nvPr/>
          </p:nvSpPr>
          <p:spPr>
            <a:xfrm rot="1242556">
              <a:off x="-424457" y="4023909"/>
              <a:ext cx="3326" cy="7265"/>
            </a:xfrm>
            <a:custGeom>
              <a:rect b="b" l="l" r="r" t="t"/>
              <a:pathLst>
                <a:path extrusionOk="0" h="166" w="76">
                  <a:moveTo>
                    <a:pt x="75" y="0"/>
                  </a:moveTo>
                  <a:cubicBezTo>
                    <a:pt x="15" y="46"/>
                    <a:pt x="1" y="106"/>
                    <a:pt x="1" y="166"/>
                  </a:cubicBezTo>
                  <a:cubicBezTo>
                    <a:pt x="61" y="136"/>
                    <a:pt x="75" y="76"/>
                    <a:pt x="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5"/>
            <p:cNvSpPr/>
            <p:nvPr/>
          </p:nvSpPr>
          <p:spPr>
            <a:xfrm rot="1242556">
              <a:off x="-795423" y="4195947"/>
              <a:ext cx="3283" cy="7222"/>
            </a:xfrm>
            <a:custGeom>
              <a:rect b="b" l="l" r="r" t="t"/>
              <a:pathLst>
                <a:path extrusionOk="0" h="165" w="75">
                  <a:moveTo>
                    <a:pt x="74" y="0"/>
                  </a:moveTo>
                  <a:cubicBezTo>
                    <a:pt x="14" y="30"/>
                    <a:pt x="0" y="90"/>
                    <a:pt x="0" y="165"/>
                  </a:cubicBezTo>
                  <a:cubicBezTo>
                    <a:pt x="60" y="135"/>
                    <a:pt x="74" y="60"/>
                    <a:pt x="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5"/>
            <p:cNvSpPr/>
            <p:nvPr/>
          </p:nvSpPr>
          <p:spPr>
            <a:xfrm rot="1242556">
              <a:off x="-1552444" y="3911174"/>
              <a:ext cx="6609" cy="4596"/>
            </a:xfrm>
            <a:custGeom>
              <a:rect b="b" l="l" r="r" t="t"/>
              <a:pathLst>
                <a:path extrusionOk="0" h="105" w="151">
                  <a:moveTo>
                    <a:pt x="75" y="0"/>
                  </a:moveTo>
                  <a:cubicBezTo>
                    <a:pt x="49" y="0"/>
                    <a:pt x="23" y="19"/>
                    <a:pt x="0" y="56"/>
                  </a:cubicBezTo>
                  <a:lnTo>
                    <a:pt x="0" y="71"/>
                  </a:lnTo>
                  <a:cubicBezTo>
                    <a:pt x="23" y="94"/>
                    <a:pt x="45" y="105"/>
                    <a:pt x="68" y="105"/>
                  </a:cubicBezTo>
                  <a:cubicBezTo>
                    <a:pt x="90" y="105"/>
                    <a:pt x="113" y="94"/>
                    <a:pt x="136" y="71"/>
                  </a:cubicBezTo>
                  <a:lnTo>
                    <a:pt x="150" y="56"/>
                  </a:lnTo>
                  <a:cubicBezTo>
                    <a:pt x="128" y="19"/>
                    <a:pt x="102" y="0"/>
                    <a:pt x="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5"/>
            <p:cNvSpPr/>
            <p:nvPr/>
          </p:nvSpPr>
          <p:spPr>
            <a:xfrm rot="1242556">
              <a:off x="-825574" y="4149453"/>
              <a:ext cx="3283" cy="7222"/>
            </a:xfrm>
            <a:custGeom>
              <a:rect b="b" l="l" r="r" t="t"/>
              <a:pathLst>
                <a:path extrusionOk="0" h="165" w="75">
                  <a:moveTo>
                    <a:pt x="0" y="1"/>
                  </a:moveTo>
                  <a:cubicBezTo>
                    <a:pt x="0" y="61"/>
                    <a:pt x="15" y="135"/>
                    <a:pt x="75" y="165"/>
                  </a:cubicBezTo>
                  <a:cubicBezTo>
                    <a:pt x="75" y="91"/>
                    <a:pt x="60" y="3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5"/>
            <p:cNvSpPr/>
            <p:nvPr/>
          </p:nvSpPr>
          <p:spPr>
            <a:xfrm rot="1242556">
              <a:off x="-1093752" y="3813689"/>
              <a:ext cx="3326" cy="7222"/>
            </a:xfrm>
            <a:custGeom>
              <a:rect b="b" l="l" r="r" t="t"/>
              <a:pathLst>
                <a:path extrusionOk="0" h="165" w="76">
                  <a:moveTo>
                    <a:pt x="0" y="1"/>
                  </a:moveTo>
                  <a:cubicBezTo>
                    <a:pt x="0" y="75"/>
                    <a:pt x="16" y="135"/>
                    <a:pt x="76" y="165"/>
                  </a:cubicBezTo>
                  <a:cubicBezTo>
                    <a:pt x="76" y="105"/>
                    <a:pt x="60" y="45"/>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5"/>
            <p:cNvSpPr/>
            <p:nvPr/>
          </p:nvSpPr>
          <p:spPr>
            <a:xfrm rot="1242556">
              <a:off x="-1095381" y="3836213"/>
              <a:ext cx="3326" cy="7922"/>
            </a:xfrm>
            <a:custGeom>
              <a:rect b="b" l="l" r="r" t="t"/>
              <a:pathLst>
                <a:path extrusionOk="0" h="181" w="76">
                  <a:moveTo>
                    <a:pt x="0" y="1"/>
                  </a:moveTo>
                  <a:cubicBezTo>
                    <a:pt x="0" y="76"/>
                    <a:pt x="16" y="136"/>
                    <a:pt x="76" y="181"/>
                  </a:cubicBezTo>
                  <a:cubicBezTo>
                    <a:pt x="76" y="106"/>
                    <a:pt x="60" y="46"/>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5"/>
            <p:cNvSpPr/>
            <p:nvPr/>
          </p:nvSpPr>
          <p:spPr>
            <a:xfrm rot="1242556">
              <a:off x="-1424026" y="3833378"/>
              <a:ext cx="3370" cy="7265"/>
            </a:xfrm>
            <a:custGeom>
              <a:rect b="b" l="l" r="r" t="t"/>
              <a:pathLst>
                <a:path extrusionOk="0" h="166" w="77">
                  <a:moveTo>
                    <a:pt x="1" y="1"/>
                  </a:moveTo>
                  <a:cubicBezTo>
                    <a:pt x="1" y="75"/>
                    <a:pt x="16" y="135"/>
                    <a:pt x="76" y="165"/>
                  </a:cubicBezTo>
                  <a:cubicBezTo>
                    <a:pt x="76" y="91"/>
                    <a:pt x="61" y="31"/>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5"/>
            <p:cNvSpPr/>
            <p:nvPr/>
          </p:nvSpPr>
          <p:spPr>
            <a:xfrm rot="1242556">
              <a:off x="-1451520" y="3815246"/>
              <a:ext cx="3283" cy="7265"/>
            </a:xfrm>
            <a:custGeom>
              <a:rect b="b" l="l" r="r" t="t"/>
              <a:pathLst>
                <a:path extrusionOk="0" h="166" w="75">
                  <a:moveTo>
                    <a:pt x="0" y="0"/>
                  </a:moveTo>
                  <a:cubicBezTo>
                    <a:pt x="0" y="76"/>
                    <a:pt x="15" y="136"/>
                    <a:pt x="60" y="166"/>
                  </a:cubicBezTo>
                  <a:cubicBezTo>
                    <a:pt x="75" y="90"/>
                    <a:pt x="60" y="30"/>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5"/>
            <p:cNvSpPr/>
            <p:nvPr/>
          </p:nvSpPr>
          <p:spPr>
            <a:xfrm rot="1242556">
              <a:off x="-742038" y="4017629"/>
              <a:ext cx="3983" cy="7309"/>
            </a:xfrm>
            <a:custGeom>
              <a:rect b="b" l="l" r="r" t="t"/>
              <a:pathLst>
                <a:path extrusionOk="0" h="167" w="91">
                  <a:moveTo>
                    <a:pt x="0" y="1"/>
                  </a:moveTo>
                  <a:cubicBezTo>
                    <a:pt x="15" y="61"/>
                    <a:pt x="15" y="121"/>
                    <a:pt x="74" y="166"/>
                  </a:cubicBezTo>
                  <a:cubicBezTo>
                    <a:pt x="90" y="91"/>
                    <a:pt x="74" y="3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5"/>
            <p:cNvSpPr/>
            <p:nvPr/>
          </p:nvSpPr>
          <p:spPr>
            <a:xfrm rot="1242556">
              <a:off x="-1452089" y="3807372"/>
              <a:ext cx="3370" cy="7222"/>
            </a:xfrm>
            <a:custGeom>
              <a:rect b="b" l="l" r="r" t="t"/>
              <a:pathLst>
                <a:path extrusionOk="0" h="165" w="77">
                  <a:moveTo>
                    <a:pt x="1" y="0"/>
                  </a:moveTo>
                  <a:cubicBezTo>
                    <a:pt x="1" y="60"/>
                    <a:pt x="16" y="120"/>
                    <a:pt x="76" y="164"/>
                  </a:cubicBezTo>
                  <a:cubicBezTo>
                    <a:pt x="76" y="90"/>
                    <a:pt x="61" y="3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5"/>
            <p:cNvSpPr/>
            <p:nvPr/>
          </p:nvSpPr>
          <p:spPr>
            <a:xfrm rot="1242556">
              <a:off x="-787963" y="4077907"/>
              <a:ext cx="3283" cy="3326"/>
            </a:xfrm>
            <a:custGeom>
              <a:rect b="b" l="l" r="r" t="t"/>
              <a:pathLst>
                <a:path extrusionOk="0" h="76" w="75">
                  <a:moveTo>
                    <a:pt x="0" y="1"/>
                  </a:moveTo>
                  <a:cubicBezTo>
                    <a:pt x="30" y="31"/>
                    <a:pt x="45" y="61"/>
                    <a:pt x="75" y="75"/>
                  </a:cubicBezTo>
                  <a:cubicBezTo>
                    <a:pt x="60" y="31"/>
                    <a:pt x="30" y="15"/>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5"/>
            <p:cNvSpPr/>
            <p:nvPr/>
          </p:nvSpPr>
          <p:spPr>
            <a:xfrm rot="1242556">
              <a:off x="-786213" y="4082117"/>
              <a:ext cx="3370" cy="3983"/>
            </a:xfrm>
            <a:custGeom>
              <a:rect b="b" l="l" r="r" t="t"/>
              <a:pathLst>
                <a:path extrusionOk="0" h="91" w="77">
                  <a:moveTo>
                    <a:pt x="1" y="0"/>
                  </a:moveTo>
                  <a:lnTo>
                    <a:pt x="1" y="0"/>
                  </a:lnTo>
                  <a:cubicBezTo>
                    <a:pt x="31" y="30"/>
                    <a:pt x="46" y="60"/>
                    <a:pt x="76" y="90"/>
                  </a:cubicBezTo>
                  <a:cubicBezTo>
                    <a:pt x="61" y="46"/>
                    <a:pt x="46" y="16"/>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5"/>
            <p:cNvSpPr/>
            <p:nvPr/>
          </p:nvSpPr>
          <p:spPr>
            <a:xfrm rot="1242556">
              <a:off x="-1085754" y="3813023"/>
              <a:ext cx="3326" cy="3370"/>
            </a:xfrm>
            <a:custGeom>
              <a:rect b="b" l="l" r="r" t="t"/>
              <a:pathLst>
                <a:path extrusionOk="0" h="77" w="76">
                  <a:moveTo>
                    <a:pt x="0" y="1"/>
                  </a:moveTo>
                  <a:cubicBezTo>
                    <a:pt x="16" y="31"/>
                    <a:pt x="46" y="47"/>
                    <a:pt x="76" y="77"/>
                  </a:cubicBezTo>
                  <a:cubicBezTo>
                    <a:pt x="46" y="47"/>
                    <a:pt x="16" y="31"/>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5"/>
            <p:cNvSpPr/>
            <p:nvPr/>
          </p:nvSpPr>
          <p:spPr>
            <a:xfrm rot="1242556">
              <a:off x="-1087547" y="3808200"/>
              <a:ext cx="3326" cy="3939"/>
            </a:xfrm>
            <a:custGeom>
              <a:rect b="b" l="l" r="r" t="t"/>
              <a:pathLst>
                <a:path extrusionOk="0" h="90" w="76">
                  <a:moveTo>
                    <a:pt x="1" y="0"/>
                  </a:moveTo>
                  <a:cubicBezTo>
                    <a:pt x="15" y="30"/>
                    <a:pt x="45" y="60"/>
                    <a:pt x="75" y="90"/>
                  </a:cubicBezTo>
                  <a:cubicBezTo>
                    <a:pt x="45" y="60"/>
                    <a:pt x="15" y="3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5"/>
            <p:cNvSpPr/>
            <p:nvPr/>
          </p:nvSpPr>
          <p:spPr>
            <a:xfrm rot="1242556">
              <a:off x="-824382" y="4157329"/>
              <a:ext cx="2670" cy="3370"/>
            </a:xfrm>
            <a:custGeom>
              <a:rect b="b" l="l" r="r" t="t"/>
              <a:pathLst>
                <a:path extrusionOk="0" h="77" w="61">
                  <a:moveTo>
                    <a:pt x="1" y="1"/>
                  </a:moveTo>
                  <a:lnTo>
                    <a:pt x="1" y="1"/>
                  </a:lnTo>
                  <a:cubicBezTo>
                    <a:pt x="16" y="31"/>
                    <a:pt x="46" y="47"/>
                    <a:pt x="61" y="77"/>
                  </a:cubicBezTo>
                  <a:cubicBezTo>
                    <a:pt x="61" y="47"/>
                    <a:pt x="31" y="17"/>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5"/>
            <p:cNvSpPr/>
            <p:nvPr/>
          </p:nvSpPr>
          <p:spPr>
            <a:xfrm rot="1242556">
              <a:off x="-1512644" y="3589078"/>
              <a:ext cx="2626" cy="3326"/>
            </a:xfrm>
            <a:custGeom>
              <a:rect b="b" l="l" r="r" t="t"/>
              <a:pathLst>
                <a:path extrusionOk="0" h="76" w="60">
                  <a:moveTo>
                    <a:pt x="60" y="1"/>
                  </a:moveTo>
                  <a:lnTo>
                    <a:pt x="60" y="1"/>
                  </a:lnTo>
                  <a:cubicBezTo>
                    <a:pt x="30" y="15"/>
                    <a:pt x="0" y="31"/>
                    <a:pt x="0" y="75"/>
                  </a:cubicBezTo>
                  <a:cubicBezTo>
                    <a:pt x="14" y="45"/>
                    <a:pt x="44" y="15"/>
                    <a:pt x="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5"/>
            <p:cNvSpPr/>
            <p:nvPr/>
          </p:nvSpPr>
          <p:spPr>
            <a:xfrm rot="1242556">
              <a:off x="-1440281" y="3577453"/>
              <a:ext cx="3983" cy="3939"/>
            </a:xfrm>
            <a:custGeom>
              <a:rect b="b" l="l" r="r" t="t"/>
              <a:pathLst>
                <a:path extrusionOk="0" h="90" w="91">
                  <a:moveTo>
                    <a:pt x="90" y="90"/>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5"/>
            <p:cNvSpPr/>
            <p:nvPr/>
          </p:nvSpPr>
          <p:spPr>
            <a:xfrm rot="1242556">
              <a:off x="-429502" y="4029609"/>
              <a:ext cx="3326" cy="3983"/>
            </a:xfrm>
            <a:custGeom>
              <a:rect b="b" l="l" r="r" t="t"/>
              <a:pathLst>
                <a:path extrusionOk="0" h="91" w="76">
                  <a:moveTo>
                    <a:pt x="76" y="1"/>
                  </a:moveTo>
                  <a:cubicBezTo>
                    <a:pt x="46" y="31"/>
                    <a:pt x="30" y="61"/>
                    <a:pt x="0" y="91"/>
                  </a:cubicBezTo>
                  <a:cubicBezTo>
                    <a:pt x="30" y="61"/>
                    <a:pt x="46" y="31"/>
                    <a:pt x="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5"/>
            <p:cNvSpPr/>
            <p:nvPr/>
          </p:nvSpPr>
          <p:spPr>
            <a:xfrm rot="1242556">
              <a:off x="-440638" y="4341080"/>
              <a:ext cx="2670" cy="3983"/>
            </a:xfrm>
            <a:custGeom>
              <a:rect b="b" l="l" r="r" t="t"/>
              <a:pathLst>
                <a:path extrusionOk="0" h="91" w="61">
                  <a:moveTo>
                    <a:pt x="1" y="0"/>
                  </a:moveTo>
                  <a:cubicBezTo>
                    <a:pt x="16" y="30"/>
                    <a:pt x="46" y="60"/>
                    <a:pt x="61" y="90"/>
                  </a:cubicBezTo>
                  <a:cubicBezTo>
                    <a:pt x="46" y="60"/>
                    <a:pt x="16" y="3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5"/>
            <p:cNvSpPr/>
            <p:nvPr/>
          </p:nvSpPr>
          <p:spPr>
            <a:xfrm rot="1242556">
              <a:off x="-449464" y="4346274"/>
              <a:ext cx="3370" cy="3283"/>
            </a:xfrm>
            <a:custGeom>
              <a:rect b="b" l="l" r="r" t="t"/>
              <a:pathLst>
                <a:path extrusionOk="0" h="75" w="77">
                  <a:moveTo>
                    <a:pt x="76" y="75"/>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5"/>
            <p:cNvSpPr/>
            <p:nvPr/>
          </p:nvSpPr>
          <p:spPr>
            <a:xfrm rot="1242556">
              <a:off x="-1185339" y="4094632"/>
              <a:ext cx="2670" cy="3983"/>
            </a:xfrm>
            <a:custGeom>
              <a:rect b="b" l="l" r="r" t="t"/>
              <a:pathLst>
                <a:path extrusionOk="0" h="91" w="61">
                  <a:moveTo>
                    <a:pt x="60" y="0"/>
                  </a:moveTo>
                  <a:cubicBezTo>
                    <a:pt x="46" y="30"/>
                    <a:pt x="16" y="60"/>
                    <a:pt x="0" y="90"/>
                  </a:cubicBezTo>
                  <a:cubicBezTo>
                    <a:pt x="16" y="60"/>
                    <a:pt x="46" y="30"/>
                    <a:pt x="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5"/>
            <p:cNvSpPr/>
            <p:nvPr/>
          </p:nvSpPr>
          <p:spPr>
            <a:xfrm rot="1242556">
              <a:off x="-407745" y="4025902"/>
              <a:ext cx="3326" cy="3983"/>
            </a:xfrm>
            <a:custGeom>
              <a:rect b="b" l="l" r="r" t="t"/>
              <a:pathLst>
                <a:path extrusionOk="0" h="91" w="76">
                  <a:moveTo>
                    <a:pt x="1" y="90"/>
                  </a:moveTo>
                  <a:cubicBezTo>
                    <a:pt x="31" y="60"/>
                    <a:pt x="61" y="30"/>
                    <a:pt x="75" y="0"/>
                  </a:cubicBezTo>
                  <a:cubicBezTo>
                    <a:pt x="61" y="30"/>
                    <a:pt x="31" y="60"/>
                    <a:pt x="1" y="9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5"/>
            <p:cNvSpPr/>
            <p:nvPr/>
          </p:nvSpPr>
          <p:spPr>
            <a:xfrm rot="1242556">
              <a:off x="-419529" y="4022126"/>
              <a:ext cx="3326" cy="3326"/>
            </a:xfrm>
            <a:custGeom>
              <a:rect b="b" l="l" r="r" t="t"/>
              <a:pathLst>
                <a:path extrusionOk="0" h="76" w="76">
                  <a:moveTo>
                    <a:pt x="76" y="1"/>
                  </a:moveTo>
                  <a:cubicBezTo>
                    <a:pt x="46" y="31"/>
                    <a:pt x="30" y="61"/>
                    <a:pt x="0" y="75"/>
                  </a:cubicBezTo>
                  <a:cubicBezTo>
                    <a:pt x="30" y="61"/>
                    <a:pt x="46" y="31"/>
                    <a:pt x="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5"/>
            <p:cNvSpPr/>
            <p:nvPr/>
          </p:nvSpPr>
          <p:spPr>
            <a:xfrm rot="1242556">
              <a:off x="-424510" y="4016734"/>
              <a:ext cx="3326" cy="3326"/>
            </a:xfrm>
            <a:custGeom>
              <a:rect b="b" l="l" r="r" t="t"/>
              <a:pathLst>
                <a:path extrusionOk="0" h="76" w="76">
                  <a:moveTo>
                    <a:pt x="0" y="76"/>
                  </a:moveTo>
                  <a:cubicBezTo>
                    <a:pt x="30" y="46"/>
                    <a:pt x="46" y="16"/>
                    <a:pt x="76" y="0"/>
                  </a:cubicBezTo>
                  <a:cubicBezTo>
                    <a:pt x="46" y="16"/>
                    <a:pt x="30" y="46"/>
                    <a:pt x="0" y="7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5"/>
            <p:cNvSpPr/>
            <p:nvPr/>
          </p:nvSpPr>
          <p:spPr>
            <a:xfrm rot="1242556">
              <a:off x="-441827" y="4380028"/>
              <a:ext cx="3283" cy="3283"/>
            </a:xfrm>
            <a:custGeom>
              <a:rect b="b" l="l" r="r" t="t"/>
              <a:pathLst>
                <a:path extrusionOk="0" h="75" w="75">
                  <a:moveTo>
                    <a:pt x="0" y="0"/>
                  </a:moveTo>
                  <a:lnTo>
                    <a:pt x="75" y="75"/>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5"/>
            <p:cNvSpPr/>
            <p:nvPr/>
          </p:nvSpPr>
          <p:spPr>
            <a:xfrm rot="1242556">
              <a:off x="-827555" y="4238295"/>
              <a:ext cx="2670" cy="3283"/>
            </a:xfrm>
            <a:custGeom>
              <a:rect b="b" l="l" r="r" t="t"/>
              <a:pathLst>
                <a:path extrusionOk="0" h="75" w="61">
                  <a:moveTo>
                    <a:pt x="0" y="75"/>
                  </a:moveTo>
                  <a:cubicBezTo>
                    <a:pt x="15" y="45"/>
                    <a:pt x="45" y="15"/>
                    <a:pt x="60" y="0"/>
                  </a:cubicBezTo>
                  <a:cubicBezTo>
                    <a:pt x="45" y="15"/>
                    <a:pt x="15" y="45"/>
                    <a:pt x="0" y="7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5"/>
            <p:cNvSpPr/>
            <p:nvPr/>
          </p:nvSpPr>
          <p:spPr>
            <a:xfrm rot="1242556">
              <a:off x="-397279" y="4408029"/>
              <a:ext cx="2670" cy="4596"/>
            </a:xfrm>
            <a:custGeom>
              <a:rect b="b" l="l" r="r" t="t"/>
              <a:pathLst>
                <a:path extrusionOk="0" h="105" w="61">
                  <a:moveTo>
                    <a:pt x="0" y="0"/>
                  </a:moveTo>
                  <a:cubicBezTo>
                    <a:pt x="16" y="45"/>
                    <a:pt x="46" y="75"/>
                    <a:pt x="60" y="105"/>
                  </a:cubicBezTo>
                  <a:cubicBezTo>
                    <a:pt x="46" y="75"/>
                    <a:pt x="16" y="45"/>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5"/>
            <p:cNvSpPr/>
            <p:nvPr/>
          </p:nvSpPr>
          <p:spPr>
            <a:xfrm rot="1242556">
              <a:off x="-1314192" y="4069898"/>
              <a:ext cx="3283" cy="3983"/>
            </a:xfrm>
            <a:custGeom>
              <a:rect b="b" l="l" r="r" t="t"/>
              <a:pathLst>
                <a:path extrusionOk="0" h="91" w="75">
                  <a:moveTo>
                    <a:pt x="0" y="0"/>
                  </a:moveTo>
                  <a:cubicBezTo>
                    <a:pt x="30" y="30"/>
                    <a:pt x="60" y="60"/>
                    <a:pt x="75" y="90"/>
                  </a:cubicBezTo>
                  <a:cubicBezTo>
                    <a:pt x="60" y="60"/>
                    <a:pt x="30" y="30"/>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5"/>
            <p:cNvSpPr/>
            <p:nvPr/>
          </p:nvSpPr>
          <p:spPr>
            <a:xfrm rot="1242556">
              <a:off x="-384731" y="4011441"/>
              <a:ext cx="3326" cy="3983"/>
            </a:xfrm>
            <a:custGeom>
              <a:rect b="b" l="l" r="r" t="t"/>
              <a:pathLst>
                <a:path extrusionOk="0" h="91" w="76">
                  <a:moveTo>
                    <a:pt x="0" y="91"/>
                  </a:moveTo>
                  <a:cubicBezTo>
                    <a:pt x="30" y="61"/>
                    <a:pt x="46" y="31"/>
                    <a:pt x="76" y="1"/>
                  </a:cubicBezTo>
                  <a:cubicBezTo>
                    <a:pt x="46" y="31"/>
                    <a:pt x="30" y="61"/>
                    <a:pt x="0" y="9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5"/>
            <p:cNvSpPr/>
            <p:nvPr/>
          </p:nvSpPr>
          <p:spPr>
            <a:xfrm rot="1242556">
              <a:off x="-403900" y="4433689"/>
              <a:ext cx="3370" cy="3283"/>
            </a:xfrm>
            <a:custGeom>
              <a:rect b="b" l="l" r="r" t="t"/>
              <a:pathLst>
                <a:path extrusionOk="0" h="75" w="77">
                  <a:moveTo>
                    <a:pt x="76" y="74"/>
                  </a:moveTo>
                  <a:cubicBezTo>
                    <a:pt x="60" y="44"/>
                    <a:pt x="30" y="30"/>
                    <a:pt x="0" y="0"/>
                  </a:cubicBezTo>
                  <a:cubicBezTo>
                    <a:pt x="30" y="30"/>
                    <a:pt x="60" y="44"/>
                    <a:pt x="76" y="7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5"/>
            <p:cNvSpPr/>
            <p:nvPr/>
          </p:nvSpPr>
          <p:spPr>
            <a:xfrm rot="1242556">
              <a:off x="-389829" y="4013848"/>
              <a:ext cx="3983" cy="3983"/>
            </a:xfrm>
            <a:custGeom>
              <a:rect b="b" l="l" r="r" t="t"/>
              <a:pathLst>
                <a:path extrusionOk="0" h="91" w="91">
                  <a:moveTo>
                    <a:pt x="16" y="1"/>
                  </a:moveTo>
                  <a:cubicBezTo>
                    <a:pt x="16" y="1"/>
                    <a:pt x="16" y="15"/>
                    <a:pt x="0" y="31"/>
                  </a:cubicBezTo>
                  <a:cubicBezTo>
                    <a:pt x="0" y="45"/>
                    <a:pt x="0" y="61"/>
                    <a:pt x="16" y="75"/>
                  </a:cubicBezTo>
                  <a:lnTo>
                    <a:pt x="16" y="91"/>
                  </a:lnTo>
                  <a:cubicBezTo>
                    <a:pt x="46" y="61"/>
                    <a:pt x="60" y="31"/>
                    <a:pt x="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5"/>
            <p:cNvSpPr/>
            <p:nvPr/>
          </p:nvSpPr>
          <p:spPr>
            <a:xfrm rot="1242556">
              <a:off x="-402055" y="4437857"/>
              <a:ext cx="3283" cy="3983"/>
            </a:xfrm>
            <a:custGeom>
              <a:rect b="b" l="l" r="r" t="t"/>
              <a:pathLst>
                <a:path extrusionOk="0" h="91" w="75">
                  <a:moveTo>
                    <a:pt x="74" y="90"/>
                  </a:moveTo>
                  <a:cubicBezTo>
                    <a:pt x="60" y="60"/>
                    <a:pt x="30" y="30"/>
                    <a:pt x="0" y="0"/>
                  </a:cubicBezTo>
                  <a:cubicBezTo>
                    <a:pt x="30" y="30"/>
                    <a:pt x="60" y="60"/>
                    <a:pt x="74" y="9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5"/>
            <p:cNvSpPr/>
            <p:nvPr/>
          </p:nvSpPr>
          <p:spPr>
            <a:xfrm rot="1242556">
              <a:off x="-438563" y="4362241"/>
              <a:ext cx="5909" cy="7222"/>
            </a:xfrm>
            <a:custGeom>
              <a:rect b="b" l="l" r="r" t="t"/>
              <a:pathLst>
                <a:path extrusionOk="0" h="165" w="135">
                  <a:moveTo>
                    <a:pt x="75" y="0"/>
                  </a:moveTo>
                  <a:cubicBezTo>
                    <a:pt x="45" y="30"/>
                    <a:pt x="15" y="60"/>
                    <a:pt x="0" y="90"/>
                  </a:cubicBezTo>
                  <a:cubicBezTo>
                    <a:pt x="30" y="150"/>
                    <a:pt x="75" y="165"/>
                    <a:pt x="135" y="165"/>
                  </a:cubicBezTo>
                  <a:cubicBezTo>
                    <a:pt x="135" y="105"/>
                    <a:pt x="120" y="45"/>
                    <a:pt x="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5"/>
            <p:cNvSpPr/>
            <p:nvPr/>
          </p:nvSpPr>
          <p:spPr>
            <a:xfrm rot="1242556">
              <a:off x="-441591" y="4360488"/>
              <a:ext cx="3283" cy="3983"/>
            </a:xfrm>
            <a:custGeom>
              <a:rect b="b" l="l" r="r" t="t"/>
              <a:pathLst>
                <a:path extrusionOk="0" h="91" w="75">
                  <a:moveTo>
                    <a:pt x="0" y="0"/>
                  </a:moveTo>
                  <a:cubicBezTo>
                    <a:pt x="30" y="30"/>
                    <a:pt x="60" y="60"/>
                    <a:pt x="75" y="90"/>
                  </a:cubicBezTo>
                  <a:cubicBezTo>
                    <a:pt x="60" y="60"/>
                    <a:pt x="30" y="30"/>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5"/>
            <p:cNvSpPr/>
            <p:nvPr/>
          </p:nvSpPr>
          <p:spPr>
            <a:xfrm rot="1242556">
              <a:off x="-434509" y="4370400"/>
              <a:ext cx="1357" cy="1794"/>
            </a:xfrm>
            <a:custGeom>
              <a:rect b="b" l="l" r="r" t="t"/>
              <a:pathLst>
                <a:path extrusionOk="0" h="41" w="31">
                  <a:moveTo>
                    <a:pt x="1" y="1"/>
                  </a:moveTo>
                  <a:lnTo>
                    <a:pt x="1" y="1"/>
                  </a:lnTo>
                  <a:cubicBezTo>
                    <a:pt x="11" y="29"/>
                    <a:pt x="20" y="40"/>
                    <a:pt x="25" y="40"/>
                  </a:cubicBezTo>
                  <a:cubicBezTo>
                    <a:pt x="29" y="40"/>
                    <a:pt x="31" y="36"/>
                    <a:pt x="31" y="31"/>
                  </a:cubicBezTo>
                  <a:cubicBezTo>
                    <a:pt x="31" y="16"/>
                    <a:pt x="16" y="16"/>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5"/>
            <p:cNvSpPr/>
            <p:nvPr/>
          </p:nvSpPr>
          <p:spPr>
            <a:xfrm rot="1242556">
              <a:off x="-408280" y="4010937"/>
              <a:ext cx="3326" cy="3326"/>
            </a:xfrm>
            <a:custGeom>
              <a:rect b="b" l="l" r="r" t="t"/>
              <a:pathLst>
                <a:path extrusionOk="0" h="76" w="76">
                  <a:moveTo>
                    <a:pt x="76" y="1"/>
                  </a:moveTo>
                  <a:cubicBezTo>
                    <a:pt x="46" y="31"/>
                    <a:pt x="16" y="45"/>
                    <a:pt x="0" y="75"/>
                  </a:cubicBezTo>
                  <a:cubicBezTo>
                    <a:pt x="16" y="45"/>
                    <a:pt x="46" y="31"/>
                    <a:pt x="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5"/>
            <p:cNvSpPr/>
            <p:nvPr/>
          </p:nvSpPr>
          <p:spPr>
            <a:xfrm rot="1242556">
              <a:off x="-392265" y="4012804"/>
              <a:ext cx="3326" cy="3983"/>
            </a:xfrm>
            <a:custGeom>
              <a:rect b="b" l="l" r="r" t="t"/>
              <a:pathLst>
                <a:path extrusionOk="0" h="91" w="76">
                  <a:moveTo>
                    <a:pt x="76" y="1"/>
                  </a:moveTo>
                  <a:cubicBezTo>
                    <a:pt x="60" y="31"/>
                    <a:pt x="30" y="61"/>
                    <a:pt x="0" y="91"/>
                  </a:cubicBezTo>
                  <a:cubicBezTo>
                    <a:pt x="30" y="91"/>
                    <a:pt x="46" y="91"/>
                    <a:pt x="76" y="75"/>
                  </a:cubicBezTo>
                  <a:lnTo>
                    <a:pt x="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5"/>
            <p:cNvSpPr/>
            <p:nvPr/>
          </p:nvSpPr>
          <p:spPr>
            <a:xfrm rot="1242556">
              <a:off x="-1150260" y="4123776"/>
              <a:ext cx="2013" cy="1357"/>
            </a:xfrm>
            <a:custGeom>
              <a:rect b="b" l="l" r="r" t="t"/>
              <a:pathLst>
                <a:path extrusionOk="0" h="31" w="46">
                  <a:moveTo>
                    <a:pt x="45" y="1"/>
                  </a:moveTo>
                  <a:lnTo>
                    <a:pt x="45" y="1"/>
                  </a:lnTo>
                  <a:cubicBezTo>
                    <a:pt x="15" y="16"/>
                    <a:pt x="1" y="16"/>
                    <a:pt x="31" y="31"/>
                  </a:cubicBezTo>
                  <a:lnTo>
                    <a:pt x="4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5"/>
            <p:cNvSpPr/>
            <p:nvPr/>
          </p:nvSpPr>
          <p:spPr>
            <a:xfrm rot="1242556">
              <a:off x="-1496332" y="3571535"/>
              <a:ext cx="3326" cy="3983"/>
            </a:xfrm>
            <a:custGeom>
              <a:rect b="b" l="l" r="r" t="t"/>
              <a:pathLst>
                <a:path extrusionOk="0" h="91" w="76">
                  <a:moveTo>
                    <a:pt x="75" y="1"/>
                  </a:moveTo>
                  <a:cubicBezTo>
                    <a:pt x="45" y="31"/>
                    <a:pt x="31" y="61"/>
                    <a:pt x="1" y="91"/>
                  </a:cubicBezTo>
                  <a:cubicBezTo>
                    <a:pt x="31" y="61"/>
                    <a:pt x="45" y="31"/>
                    <a:pt x="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5"/>
            <p:cNvSpPr/>
            <p:nvPr/>
          </p:nvSpPr>
          <p:spPr>
            <a:xfrm rot="1242556">
              <a:off x="-1500795" y="3574059"/>
              <a:ext cx="3326" cy="3983"/>
            </a:xfrm>
            <a:custGeom>
              <a:rect b="b" l="l" r="r" t="t"/>
              <a:pathLst>
                <a:path extrusionOk="0" h="91" w="76">
                  <a:moveTo>
                    <a:pt x="76" y="1"/>
                  </a:moveTo>
                  <a:cubicBezTo>
                    <a:pt x="60" y="31"/>
                    <a:pt x="30" y="61"/>
                    <a:pt x="0" y="91"/>
                  </a:cubicBezTo>
                  <a:cubicBezTo>
                    <a:pt x="30" y="61"/>
                    <a:pt x="60" y="31"/>
                    <a:pt x="7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5"/>
            <p:cNvSpPr/>
            <p:nvPr/>
          </p:nvSpPr>
          <p:spPr>
            <a:xfrm rot="1242556">
              <a:off x="-387382" y="4025880"/>
              <a:ext cx="3326" cy="3983"/>
            </a:xfrm>
            <a:custGeom>
              <a:rect b="b" l="l" r="r" t="t"/>
              <a:pathLst>
                <a:path extrusionOk="0" h="91" w="76">
                  <a:moveTo>
                    <a:pt x="0" y="91"/>
                  </a:moveTo>
                  <a:cubicBezTo>
                    <a:pt x="30" y="61"/>
                    <a:pt x="60" y="31"/>
                    <a:pt x="76" y="1"/>
                  </a:cubicBezTo>
                  <a:cubicBezTo>
                    <a:pt x="60" y="31"/>
                    <a:pt x="30" y="61"/>
                    <a:pt x="0" y="9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5"/>
            <p:cNvSpPr/>
            <p:nvPr/>
          </p:nvSpPr>
          <p:spPr>
            <a:xfrm rot="1242556">
              <a:off x="-1309387" y="4019475"/>
              <a:ext cx="16501" cy="11030"/>
            </a:xfrm>
            <a:custGeom>
              <a:rect b="b" l="l" r="r" t="t"/>
              <a:pathLst>
                <a:path extrusionOk="0" h="252" w="377">
                  <a:moveTo>
                    <a:pt x="283" y="0"/>
                  </a:moveTo>
                  <a:cubicBezTo>
                    <a:pt x="189" y="0"/>
                    <a:pt x="95" y="25"/>
                    <a:pt x="1" y="95"/>
                  </a:cubicBezTo>
                  <a:cubicBezTo>
                    <a:pt x="13" y="222"/>
                    <a:pt x="87" y="251"/>
                    <a:pt x="168" y="251"/>
                  </a:cubicBezTo>
                  <a:cubicBezTo>
                    <a:pt x="192" y="251"/>
                    <a:pt x="217" y="249"/>
                    <a:pt x="241" y="245"/>
                  </a:cubicBezTo>
                  <a:cubicBezTo>
                    <a:pt x="376" y="230"/>
                    <a:pt x="376" y="125"/>
                    <a:pt x="361" y="5"/>
                  </a:cubicBezTo>
                  <a:cubicBezTo>
                    <a:pt x="335" y="2"/>
                    <a:pt x="309" y="0"/>
                    <a:pt x="2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5"/>
            <p:cNvSpPr/>
            <p:nvPr/>
          </p:nvSpPr>
          <p:spPr>
            <a:xfrm rot="1242556">
              <a:off x="-1560371" y="3913785"/>
              <a:ext cx="16413" cy="17113"/>
            </a:xfrm>
            <a:custGeom>
              <a:rect b="b" l="l" r="r" t="t"/>
              <a:pathLst>
                <a:path extrusionOk="0" h="391" w="375">
                  <a:moveTo>
                    <a:pt x="105" y="0"/>
                  </a:moveTo>
                  <a:cubicBezTo>
                    <a:pt x="1" y="135"/>
                    <a:pt x="91" y="255"/>
                    <a:pt x="105" y="390"/>
                  </a:cubicBezTo>
                  <a:cubicBezTo>
                    <a:pt x="255" y="300"/>
                    <a:pt x="375" y="210"/>
                    <a:pt x="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6" name="Google Shape;1256;p35"/>
          <p:cNvSpPr txBox="1"/>
          <p:nvPr/>
        </p:nvSpPr>
        <p:spPr>
          <a:xfrm>
            <a:off x="814450" y="4191925"/>
            <a:ext cx="2432400" cy="39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Our client’s profile</a:t>
            </a:r>
            <a:endParaRPr sz="2400">
              <a:solidFill>
                <a:srgbClr val="9C786B"/>
              </a:solidFill>
              <a:latin typeface="Bellefair"/>
              <a:ea typeface="Bellefair"/>
              <a:cs typeface="Bellefair"/>
              <a:sym typeface="Bellefair"/>
            </a:endParaRPr>
          </a:p>
        </p:txBody>
      </p:sp>
      <p:graphicFrame>
        <p:nvGraphicFramePr>
          <p:cNvPr id="1257" name="Google Shape;1257;p35"/>
          <p:cNvGraphicFramePr/>
          <p:nvPr/>
        </p:nvGraphicFramePr>
        <p:xfrm>
          <a:off x="3704000" y="1516463"/>
          <a:ext cx="3000000" cy="3000000"/>
        </p:xfrm>
        <a:graphic>
          <a:graphicData uri="http://schemas.openxmlformats.org/drawingml/2006/table">
            <a:tbl>
              <a:tblPr>
                <a:noFill/>
                <a:tableStyleId>{A07CC36E-2856-4431-A14F-A24156B9966F}</a:tableStyleId>
              </a:tblPr>
              <a:tblGrid>
                <a:gridCol w="2263900"/>
                <a:gridCol w="2263900"/>
              </a:tblGrid>
              <a:tr h="538475">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Name</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Gender</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r>
              <a:tr h="388875">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Anne Williams</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Female</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538475">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Age</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Category</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388875">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25-35</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Mars is very cold</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538475">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Audience</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rPr lang="en" sz="2400">
                          <a:solidFill>
                            <a:schemeClr val="dk1"/>
                          </a:solidFill>
                          <a:latin typeface="Bellefair"/>
                          <a:ea typeface="Bellefair"/>
                          <a:cs typeface="Bellefair"/>
                          <a:sym typeface="Bellefair"/>
                        </a:rPr>
                        <a:t>Social network</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388875">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Venus is very hot</a:t>
                      </a:r>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alpha val="0"/>
                        </a:schemeClr>
                      </a:solidFill>
                      <a:prstDash val="dash"/>
                      <a:round/>
                      <a:headEnd len="sm" w="sm" type="none"/>
                      <a:tailEnd len="sm" w="sm" type="none"/>
                    </a:lnB>
                  </a:tcPr>
                </a:tc>
                <a:tc>
                  <a:txBody>
                    <a:bodyPr/>
                    <a:lstStyle/>
                    <a:p>
                      <a:pPr indent="0" lvl="0" marL="0" rtl="0" algn="l">
                        <a:spcBef>
                          <a:spcPts val="0"/>
                        </a:spcBef>
                        <a:spcAft>
                          <a:spcPts val="0"/>
                        </a:spcAft>
                        <a:buNone/>
                      </a:pPr>
                      <a:r>
                        <a:rPr lang="en">
                          <a:solidFill>
                            <a:schemeClr val="dk1"/>
                          </a:solidFill>
                          <a:latin typeface="Bellota Text"/>
                          <a:ea typeface="Bellota Text"/>
                          <a:cs typeface="Bellota Text"/>
                          <a:sym typeface="Bellota Text"/>
                        </a:rPr>
                        <a:t>Mercury is small</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alpha val="0"/>
                        </a:schemeClr>
                      </a:solidFill>
                      <a:prstDash val="dash"/>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36"/>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263" name="Google Shape;1263;p36"/>
          <p:cNvGrpSpPr/>
          <p:nvPr/>
        </p:nvGrpSpPr>
        <p:grpSpPr>
          <a:xfrm>
            <a:off x="2600564" y="1207009"/>
            <a:ext cx="3944786" cy="2101531"/>
            <a:chOff x="233350" y="949250"/>
            <a:chExt cx="7137300" cy="3802300"/>
          </a:xfrm>
        </p:grpSpPr>
        <p:sp>
          <p:nvSpPr>
            <p:cNvPr id="1264" name="Google Shape;1264;p36"/>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6"/>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6"/>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6"/>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6"/>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6"/>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6"/>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6"/>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6"/>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6"/>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6"/>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6"/>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6"/>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6"/>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6"/>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6"/>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6"/>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6"/>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6"/>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6"/>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6"/>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6"/>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6"/>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6"/>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6"/>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6"/>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6"/>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6"/>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6"/>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6"/>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6"/>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6"/>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6"/>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6"/>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6"/>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6"/>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6"/>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6"/>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6"/>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6"/>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6"/>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6"/>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6"/>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6"/>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6"/>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6"/>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6"/>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6"/>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6"/>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6"/>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6"/>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5" name="Google Shape;1315;p36"/>
          <p:cNvGrpSpPr/>
          <p:nvPr/>
        </p:nvGrpSpPr>
        <p:grpSpPr>
          <a:xfrm>
            <a:off x="714375" y="3385350"/>
            <a:ext cx="2428800" cy="1183675"/>
            <a:chOff x="714375" y="3385350"/>
            <a:chExt cx="2428800" cy="1183675"/>
          </a:xfrm>
        </p:grpSpPr>
        <p:sp>
          <p:nvSpPr>
            <p:cNvPr id="1316" name="Google Shape;1316;p36"/>
            <p:cNvSpPr txBox="1"/>
            <p:nvPr/>
          </p:nvSpPr>
          <p:spPr>
            <a:xfrm>
              <a:off x="714375" y="3385350"/>
              <a:ext cx="2428800" cy="42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Susan James</a:t>
              </a:r>
              <a:r>
                <a:rPr lang="en" sz="2400">
                  <a:solidFill>
                    <a:srgbClr val="9C786B"/>
                  </a:solidFill>
                  <a:latin typeface="Bellefair"/>
                  <a:ea typeface="Bellefair"/>
                  <a:cs typeface="Bellefair"/>
                  <a:sym typeface="Bellefair"/>
                </a:rPr>
                <a:t>, 35</a:t>
              </a:r>
              <a:endParaRPr sz="2400">
                <a:solidFill>
                  <a:srgbClr val="9C786B"/>
                </a:solidFill>
                <a:latin typeface="Bellefair"/>
                <a:ea typeface="Bellefair"/>
                <a:cs typeface="Bellefair"/>
                <a:sym typeface="Bellefair"/>
              </a:endParaRPr>
            </a:p>
          </p:txBody>
        </p:sp>
        <p:sp>
          <p:nvSpPr>
            <p:cNvPr id="1317" name="Google Shape;1317;p36"/>
            <p:cNvSpPr txBox="1"/>
            <p:nvPr/>
          </p:nvSpPr>
          <p:spPr>
            <a:xfrm>
              <a:off x="714375" y="3811825"/>
              <a:ext cx="2428800" cy="7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“Despite being red, Mars is actually a cold place. It's full of iron oxide dust”</a:t>
              </a:r>
              <a:endParaRPr>
                <a:solidFill>
                  <a:srgbClr val="9C786B"/>
                </a:solidFill>
                <a:latin typeface="Bellota Text"/>
                <a:ea typeface="Bellota Text"/>
                <a:cs typeface="Bellota Text"/>
                <a:sym typeface="Bellota Text"/>
              </a:endParaRPr>
            </a:p>
          </p:txBody>
        </p:sp>
      </p:grpSp>
      <p:grpSp>
        <p:nvGrpSpPr>
          <p:cNvPr id="1318" name="Google Shape;1318;p36"/>
          <p:cNvGrpSpPr/>
          <p:nvPr/>
        </p:nvGrpSpPr>
        <p:grpSpPr>
          <a:xfrm>
            <a:off x="3358575" y="3385350"/>
            <a:ext cx="2428800" cy="1183675"/>
            <a:chOff x="3358588" y="3385350"/>
            <a:chExt cx="2428800" cy="1183675"/>
          </a:xfrm>
        </p:grpSpPr>
        <p:sp>
          <p:nvSpPr>
            <p:cNvPr id="1319" name="Google Shape;1319;p36"/>
            <p:cNvSpPr txBox="1"/>
            <p:nvPr/>
          </p:nvSpPr>
          <p:spPr>
            <a:xfrm>
              <a:off x="3358588" y="3385350"/>
              <a:ext cx="2428800" cy="42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John Travis, 54</a:t>
              </a:r>
              <a:endParaRPr sz="2400">
                <a:solidFill>
                  <a:srgbClr val="9C786B"/>
                </a:solidFill>
                <a:latin typeface="Bellefair"/>
                <a:ea typeface="Bellefair"/>
                <a:cs typeface="Bellefair"/>
                <a:sym typeface="Bellefair"/>
              </a:endParaRPr>
            </a:p>
          </p:txBody>
        </p:sp>
        <p:sp>
          <p:nvSpPr>
            <p:cNvPr id="1320" name="Google Shape;1320;p36"/>
            <p:cNvSpPr txBox="1"/>
            <p:nvPr/>
          </p:nvSpPr>
          <p:spPr>
            <a:xfrm>
              <a:off x="3358588" y="3811825"/>
              <a:ext cx="2428800" cy="7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“Mercury is the closest planet to the Sun and the smallest in the Solar System”</a:t>
              </a:r>
              <a:endParaRPr>
                <a:solidFill>
                  <a:srgbClr val="9C786B"/>
                </a:solidFill>
                <a:latin typeface="Bellota Text"/>
                <a:ea typeface="Bellota Text"/>
                <a:cs typeface="Bellota Text"/>
                <a:sym typeface="Bellota Text"/>
              </a:endParaRPr>
            </a:p>
          </p:txBody>
        </p:sp>
      </p:grpSp>
      <p:grpSp>
        <p:nvGrpSpPr>
          <p:cNvPr id="1321" name="Google Shape;1321;p36"/>
          <p:cNvGrpSpPr/>
          <p:nvPr/>
        </p:nvGrpSpPr>
        <p:grpSpPr>
          <a:xfrm>
            <a:off x="6002776" y="3385350"/>
            <a:ext cx="2428800" cy="1183675"/>
            <a:chOff x="6002776" y="3385350"/>
            <a:chExt cx="2428800" cy="1183675"/>
          </a:xfrm>
        </p:grpSpPr>
        <p:sp>
          <p:nvSpPr>
            <p:cNvPr id="1322" name="Google Shape;1322;p36"/>
            <p:cNvSpPr txBox="1"/>
            <p:nvPr/>
          </p:nvSpPr>
          <p:spPr>
            <a:xfrm>
              <a:off x="6002776" y="3385350"/>
              <a:ext cx="2428800" cy="42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Erica</a:t>
              </a:r>
              <a:r>
                <a:rPr lang="en" sz="2400">
                  <a:solidFill>
                    <a:srgbClr val="9C786B"/>
                  </a:solidFill>
                  <a:latin typeface="Bellefair"/>
                  <a:ea typeface="Bellefair"/>
                  <a:cs typeface="Bellefair"/>
                  <a:sym typeface="Bellefair"/>
                </a:rPr>
                <a:t> James, 28</a:t>
              </a:r>
              <a:endParaRPr sz="2400">
                <a:solidFill>
                  <a:srgbClr val="9C786B"/>
                </a:solidFill>
                <a:latin typeface="Bellefair"/>
                <a:ea typeface="Bellefair"/>
                <a:cs typeface="Bellefair"/>
                <a:sym typeface="Bellefair"/>
              </a:endParaRPr>
            </a:p>
          </p:txBody>
        </p:sp>
        <p:sp>
          <p:nvSpPr>
            <p:cNvPr id="1323" name="Google Shape;1323;p36"/>
            <p:cNvSpPr txBox="1"/>
            <p:nvPr/>
          </p:nvSpPr>
          <p:spPr>
            <a:xfrm>
              <a:off x="6002776" y="3811825"/>
              <a:ext cx="2428800" cy="7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9C786B"/>
                  </a:solidFill>
                  <a:latin typeface="Bellota Text"/>
                  <a:ea typeface="Bellota Text"/>
                  <a:cs typeface="Bellota Text"/>
                  <a:sym typeface="Bellota Text"/>
                </a:rPr>
                <a:t>“Venus has a beautiful name and is the second planet from the Sun”</a:t>
              </a:r>
              <a:endParaRPr>
                <a:solidFill>
                  <a:srgbClr val="9C786B"/>
                </a:solidFill>
                <a:latin typeface="Bellota Text"/>
                <a:ea typeface="Bellota Text"/>
                <a:cs typeface="Bellota Text"/>
                <a:sym typeface="Bellota Text"/>
              </a:endParaRPr>
            </a:p>
          </p:txBody>
        </p:sp>
      </p:grpSp>
      <p:sp>
        <p:nvSpPr>
          <p:cNvPr id="1324" name="Google Shape;1324;p36"/>
          <p:cNvSpPr/>
          <p:nvPr/>
        </p:nvSpPr>
        <p:spPr>
          <a:xfrm>
            <a:off x="3223250" y="2571750"/>
            <a:ext cx="446100" cy="446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6"/>
          <p:cNvSpPr/>
          <p:nvPr/>
        </p:nvSpPr>
        <p:spPr>
          <a:xfrm>
            <a:off x="4173450" y="1459700"/>
            <a:ext cx="446100" cy="446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6"/>
          <p:cNvSpPr/>
          <p:nvPr/>
        </p:nvSpPr>
        <p:spPr>
          <a:xfrm>
            <a:off x="5995200" y="2659550"/>
            <a:ext cx="446100" cy="446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7" name="Google Shape;1327;p36"/>
          <p:cNvCxnSpPr>
            <a:stCxn id="1324" idx="2"/>
            <a:endCxn id="1316" idx="0"/>
          </p:cNvCxnSpPr>
          <p:nvPr/>
        </p:nvCxnSpPr>
        <p:spPr>
          <a:xfrm flipH="1">
            <a:off x="1928750" y="2794800"/>
            <a:ext cx="1294500" cy="590700"/>
          </a:xfrm>
          <a:prstGeom prst="bentConnector2">
            <a:avLst/>
          </a:prstGeom>
          <a:noFill/>
          <a:ln cap="flat" cmpd="sng" w="19050">
            <a:solidFill>
              <a:schemeClr val="lt2"/>
            </a:solidFill>
            <a:prstDash val="solid"/>
            <a:round/>
            <a:headEnd len="med" w="med" type="none"/>
            <a:tailEnd len="med" w="med" type="none"/>
          </a:ln>
        </p:spPr>
      </p:cxnSp>
      <p:cxnSp>
        <p:nvCxnSpPr>
          <p:cNvPr id="1328" name="Google Shape;1328;p36"/>
          <p:cNvCxnSpPr>
            <a:stCxn id="1325" idx="4"/>
            <a:endCxn id="1319" idx="0"/>
          </p:cNvCxnSpPr>
          <p:nvPr/>
        </p:nvCxnSpPr>
        <p:spPr>
          <a:xfrm flipH="1" rot="-5400000">
            <a:off x="3744900" y="2557400"/>
            <a:ext cx="1479600" cy="176400"/>
          </a:xfrm>
          <a:prstGeom prst="bentConnector3">
            <a:avLst>
              <a:gd fmla="val 49998" name="adj1"/>
            </a:avLst>
          </a:prstGeom>
          <a:noFill/>
          <a:ln cap="flat" cmpd="sng" w="19050">
            <a:solidFill>
              <a:schemeClr val="lt2"/>
            </a:solidFill>
            <a:prstDash val="solid"/>
            <a:round/>
            <a:headEnd len="med" w="med" type="none"/>
            <a:tailEnd len="med" w="med" type="none"/>
          </a:ln>
        </p:spPr>
      </p:cxnSp>
      <p:cxnSp>
        <p:nvCxnSpPr>
          <p:cNvPr id="1329" name="Google Shape;1329;p36"/>
          <p:cNvCxnSpPr>
            <a:stCxn id="1326" idx="6"/>
            <a:endCxn id="1322" idx="0"/>
          </p:cNvCxnSpPr>
          <p:nvPr/>
        </p:nvCxnSpPr>
        <p:spPr>
          <a:xfrm>
            <a:off x="6441300" y="2882600"/>
            <a:ext cx="775800" cy="502800"/>
          </a:xfrm>
          <a:prstGeom prst="bentConnector2">
            <a:avLst/>
          </a:prstGeom>
          <a:noFill/>
          <a:ln cap="flat" cmpd="sng" w="19050">
            <a:solidFill>
              <a:schemeClr val="lt2"/>
            </a:solidFill>
            <a:prstDash val="solid"/>
            <a:round/>
            <a:headEnd len="med" w="med" type="none"/>
            <a:tailEnd len="med" w="med" type="none"/>
          </a:ln>
        </p:spPr>
      </p:cxnSp>
      <p:grpSp>
        <p:nvGrpSpPr>
          <p:cNvPr id="1330" name="Google Shape;1330;p36"/>
          <p:cNvGrpSpPr/>
          <p:nvPr/>
        </p:nvGrpSpPr>
        <p:grpSpPr>
          <a:xfrm>
            <a:off x="4259968" y="1566072"/>
            <a:ext cx="273362" cy="233263"/>
            <a:chOff x="5645200" y="879425"/>
            <a:chExt cx="478575" cy="407375"/>
          </a:xfrm>
        </p:grpSpPr>
        <p:sp>
          <p:nvSpPr>
            <p:cNvPr id="1331" name="Google Shape;1331;p36"/>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2" name="Google Shape;1332;p36"/>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3" name="Google Shape;1333;p36"/>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4" name="Google Shape;1334;p36"/>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5" name="Google Shape;1335;p36"/>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6" name="Google Shape;1336;p36"/>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337" name="Google Shape;1337;p36"/>
          <p:cNvGrpSpPr/>
          <p:nvPr/>
        </p:nvGrpSpPr>
        <p:grpSpPr>
          <a:xfrm>
            <a:off x="6099752" y="2747372"/>
            <a:ext cx="237160" cy="270545"/>
            <a:chOff x="6264525" y="842250"/>
            <a:chExt cx="423500" cy="481825"/>
          </a:xfrm>
        </p:grpSpPr>
        <p:sp>
          <p:nvSpPr>
            <p:cNvPr id="1338" name="Google Shape;1338;p36"/>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39" name="Google Shape;1339;p36"/>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0" name="Google Shape;1340;p36"/>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1" name="Google Shape;1341;p36"/>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2" name="Google Shape;1342;p36"/>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3" name="Google Shape;1343;p36"/>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4" name="Google Shape;1344;p36"/>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1345" name="Google Shape;1345;p36"/>
          <p:cNvGrpSpPr/>
          <p:nvPr/>
        </p:nvGrpSpPr>
        <p:grpSpPr>
          <a:xfrm>
            <a:off x="3309554" y="2659582"/>
            <a:ext cx="273357" cy="270511"/>
            <a:chOff x="6232000" y="1435050"/>
            <a:chExt cx="488225" cy="481850"/>
          </a:xfrm>
        </p:grpSpPr>
        <p:sp>
          <p:nvSpPr>
            <p:cNvPr id="1346" name="Google Shape;1346;p36"/>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7" name="Google Shape;1347;p36"/>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8" name="Google Shape;1348;p36"/>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49" name="Google Shape;1349;p36"/>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350" name="Google Shape;1350;p36"/>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cxnSp>
        <p:nvCxnSpPr>
          <p:cNvPr id="1355" name="Google Shape;1355;p37"/>
          <p:cNvCxnSpPr>
            <a:stCxn id="1356" idx="2"/>
            <a:endCxn id="1357" idx="0"/>
          </p:cNvCxnSpPr>
          <p:nvPr/>
        </p:nvCxnSpPr>
        <p:spPr>
          <a:xfrm flipH="1" rot="-5400000">
            <a:off x="4373108" y="2075341"/>
            <a:ext cx="398400" cy="600"/>
          </a:xfrm>
          <a:prstGeom prst="bentConnector3">
            <a:avLst>
              <a:gd fmla="val 50009" name="adj1"/>
            </a:avLst>
          </a:prstGeom>
          <a:noFill/>
          <a:ln cap="flat" cmpd="sng" w="19050">
            <a:solidFill>
              <a:schemeClr val="dk1"/>
            </a:solidFill>
            <a:prstDash val="solid"/>
            <a:round/>
            <a:headEnd len="med" w="med" type="none"/>
            <a:tailEnd len="med" w="med" type="oval"/>
          </a:ln>
        </p:spPr>
      </p:cxnSp>
      <p:cxnSp>
        <p:nvCxnSpPr>
          <p:cNvPr id="1358" name="Google Shape;1358;p37"/>
          <p:cNvCxnSpPr>
            <a:stCxn id="1356" idx="1"/>
            <a:endCxn id="1359" idx="0"/>
          </p:cNvCxnSpPr>
          <p:nvPr/>
        </p:nvCxnSpPr>
        <p:spPr>
          <a:xfrm flipH="1">
            <a:off x="2124758" y="1675741"/>
            <a:ext cx="1280700" cy="599100"/>
          </a:xfrm>
          <a:prstGeom prst="bentConnector2">
            <a:avLst/>
          </a:prstGeom>
          <a:noFill/>
          <a:ln cap="flat" cmpd="sng" w="19050">
            <a:solidFill>
              <a:schemeClr val="dk1"/>
            </a:solidFill>
            <a:prstDash val="solid"/>
            <a:round/>
            <a:headEnd len="med" w="med" type="none"/>
            <a:tailEnd len="med" w="med" type="oval"/>
          </a:ln>
        </p:spPr>
      </p:cxnSp>
      <p:cxnSp>
        <p:nvCxnSpPr>
          <p:cNvPr id="1360" name="Google Shape;1360;p37"/>
          <p:cNvCxnSpPr>
            <a:stCxn id="1356" idx="3"/>
            <a:endCxn id="1361" idx="0"/>
          </p:cNvCxnSpPr>
          <p:nvPr/>
        </p:nvCxnSpPr>
        <p:spPr>
          <a:xfrm>
            <a:off x="5738558" y="1675741"/>
            <a:ext cx="1280700" cy="599100"/>
          </a:xfrm>
          <a:prstGeom prst="bentConnector2">
            <a:avLst/>
          </a:prstGeom>
          <a:noFill/>
          <a:ln cap="flat" cmpd="sng" w="19050">
            <a:solidFill>
              <a:schemeClr val="dk1"/>
            </a:solidFill>
            <a:prstDash val="solid"/>
            <a:round/>
            <a:headEnd len="med" w="med" type="none"/>
            <a:tailEnd len="med" w="med" type="oval"/>
          </a:ln>
        </p:spPr>
      </p:cxnSp>
      <p:sp>
        <p:nvSpPr>
          <p:cNvPr id="1361" name="Google Shape;1361;p37"/>
          <p:cNvSpPr/>
          <p:nvPr/>
        </p:nvSpPr>
        <p:spPr>
          <a:xfrm>
            <a:off x="6714325" y="2274913"/>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7"/>
          <p:cNvSpPr/>
          <p:nvPr/>
        </p:nvSpPr>
        <p:spPr>
          <a:xfrm>
            <a:off x="4267200" y="2274913"/>
            <a:ext cx="609600" cy="609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7"/>
          <p:cNvSpPr/>
          <p:nvPr/>
        </p:nvSpPr>
        <p:spPr>
          <a:xfrm>
            <a:off x="1820075" y="2274913"/>
            <a:ext cx="609600" cy="609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7"/>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363" name="Google Shape;1363;p37"/>
          <p:cNvSpPr/>
          <p:nvPr/>
        </p:nvSpPr>
        <p:spPr>
          <a:xfrm>
            <a:off x="3225941" y="1435600"/>
            <a:ext cx="26921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7"/>
          <p:cNvSpPr txBox="1"/>
          <p:nvPr/>
        </p:nvSpPr>
        <p:spPr>
          <a:xfrm>
            <a:off x="3405458" y="1475041"/>
            <a:ext cx="23331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Case studies</a:t>
            </a:r>
            <a:endParaRPr sz="2400">
              <a:solidFill>
                <a:schemeClr val="accent4"/>
              </a:solidFill>
              <a:latin typeface="Bellefair"/>
              <a:ea typeface="Bellefair"/>
              <a:cs typeface="Bellefair"/>
              <a:sym typeface="Bellefair"/>
            </a:endParaRPr>
          </a:p>
        </p:txBody>
      </p:sp>
      <p:sp>
        <p:nvSpPr>
          <p:cNvPr id="1364" name="Google Shape;1364;p37"/>
          <p:cNvSpPr/>
          <p:nvPr/>
        </p:nvSpPr>
        <p:spPr>
          <a:xfrm>
            <a:off x="3455429" y="2978650"/>
            <a:ext cx="2235079"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7"/>
          <p:cNvSpPr/>
          <p:nvPr/>
        </p:nvSpPr>
        <p:spPr>
          <a:xfrm>
            <a:off x="1009225" y="2978650"/>
            <a:ext cx="2235079"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7"/>
          <p:cNvSpPr/>
          <p:nvPr/>
        </p:nvSpPr>
        <p:spPr>
          <a:xfrm>
            <a:off x="5901625" y="2978650"/>
            <a:ext cx="2235079"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7" name="Google Shape;1367;p37"/>
          <p:cNvGrpSpPr/>
          <p:nvPr/>
        </p:nvGrpSpPr>
        <p:grpSpPr>
          <a:xfrm>
            <a:off x="5901625" y="3018093"/>
            <a:ext cx="2235000" cy="1452382"/>
            <a:chOff x="5901625" y="3018093"/>
            <a:chExt cx="2235000" cy="1452382"/>
          </a:xfrm>
        </p:grpSpPr>
        <p:sp>
          <p:nvSpPr>
            <p:cNvPr id="1368" name="Google Shape;1368;p37"/>
            <p:cNvSpPr txBox="1"/>
            <p:nvPr/>
          </p:nvSpPr>
          <p:spPr>
            <a:xfrm>
              <a:off x="6050675" y="3018093"/>
              <a:ext cx="19368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Implantation</a:t>
              </a:r>
              <a:endParaRPr sz="2400">
                <a:solidFill>
                  <a:schemeClr val="dk1"/>
                </a:solidFill>
                <a:latin typeface="Bellefair"/>
                <a:ea typeface="Bellefair"/>
                <a:cs typeface="Bellefair"/>
                <a:sym typeface="Bellefair"/>
              </a:endParaRPr>
            </a:p>
          </p:txBody>
        </p:sp>
        <p:sp>
          <p:nvSpPr>
            <p:cNvPr id="1369" name="Google Shape;1369;p37"/>
            <p:cNvSpPr txBox="1"/>
            <p:nvPr/>
          </p:nvSpPr>
          <p:spPr>
            <a:xfrm>
              <a:off x="5901625" y="3553075"/>
              <a:ext cx="2235000" cy="917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has a beautiful name and is the second planet from the Sun. It’s terribly hot</a:t>
              </a:r>
              <a:endParaRPr>
                <a:solidFill>
                  <a:schemeClr val="dk1"/>
                </a:solidFill>
                <a:latin typeface="Bellota Text"/>
                <a:ea typeface="Bellota Text"/>
                <a:cs typeface="Bellota Text"/>
                <a:sym typeface="Bellota Text"/>
              </a:endParaRPr>
            </a:p>
          </p:txBody>
        </p:sp>
      </p:grpSp>
      <p:grpSp>
        <p:nvGrpSpPr>
          <p:cNvPr id="1370" name="Google Shape;1370;p37"/>
          <p:cNvGrpSpPr/>
          <p:nvPr/>
        </p:nvGrpSpPr>
        <p:grpSpPr>
          <a:xfrm>
            <a:off x="3454500" y="3018093"/>
            <a:ext cx="2235000" cy="1452382"/>
            <a:chOff x="3454500" y="3018093"/>
            <a:chExt cx="2235000" cy="1452382"/>
          </a:xfrm>
        </p:grpSpPr>
        <p:sp>
          <p:nvSpPr>
            <p:cNvPr id="1371" name="Google Shape;1371;p37"/>
            <p:cNvSpPr txBox="1"/>
            <p:nvPr/>
          </p:nvSpPr>
          <p:spPr>
            <a:xfrm>
              <a:off x="3604480" y="3018093"/>
              <a:ext cx="19368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Proffer</a:t>
              </a:r>
              <a:endParaRPr sz="2400">
                <a:solidFill>
                  <a:schemeClr val="dk1"/>
                </a:solidFill>
                <a:latin typeface="Bellefair"/>
                <a:ea typeface="Bellefair"/>
                <a:cs typeface="Bellefair"/>
                <a:sym typeface="Bellefair"/>
              </a:endParaRPr>
            </a:p>
          </p:txBody>
        </p:sp>
        <p:sp>
          <p:nvSpPr>
            <p:cNvPr id="1372" name="Google Shape;1372;p37"/>
            <p:cNvSpPr txBox="1"/>
            <p:nvPr/>
          </p:nvSpPr>
          <p:spPr>
            <a:xfrm>
              <a:off x="3454500" y="3553075"/>
              <a:ext cx="2235000" cy="917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Despite being red, Mars is actually a very cold place. This planet is full of iron oxide dust</a:t>
              </a:r>
              <a:endParaRPr>
                <a:solidFill>
                  <a:schemeClr val="dk1"/>
                </a:solidFill>
                <a:latin typeface="Bellota Text"/>
                <a:ea typeface="Bellota Text"/>
                <a:cs typeface="Bellota Text"/>
                <a:sym typeface="Bellota Text"/>
              </a:endParaRPr>
            </a:p>
          </p:txBody>
        </p:sp>
      </p:grpSp>
      <p:grpSp>
        <p:nvGrpSpPr>
          <p:cNvPr id="1373" name="Google Shape;1373;p37"/>
          <p:cNvGrpSpPr/>
          <p:nvPr/>
        </p:nvGrpSpPr>
        <p:grpSpPr>
          <a:xfrm>
            <a:off x="1007375" y="3018093"/>
            <a:ext cx="2235000" cy="1452382"/>
            <a:chOff x="1007375" y="3018093"/>
            <a:chExt cx="2235000" cy="1452382"/>
          </a:xfrm>
        </p:grpSpPr>
        <p:sp>
          <p:nvSpPr>
            <p:cNvPr id="1374" name="Google Shape;1374;p37"/>
            <p:cNvSpPr txBox="1"/>
            <p:nvPr/>
          </p:nvSpPr>
          <p:spPr>
            <a:xfrm>
              <a:off x="1158275" y="3018093"/>
              <a:ext cx="19368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Opportunity</a:t>
              </a:r>
              <a:endParaRPr sz="2400">
                <a:solidFill>
                  <a:schemeClr val="dk1"/>
                </a:solidFill>
                <a:latin typeface="Bellefair"/>
                <a:ea typeface="Bellefair"/>
                <a:cs typeface="Bellefair"/>
                <a:sym typeface="Bellefair"/>
              </a:endParaRPr>
            </a:p>
          </p:txBody>
        </p:sp>
        <p:sp>
          <p:nvSpPr>
            <p:cNvPr id="1375" name="Google Shape;1375;p37"/>
            <p:cNvSpPr txBox="1"/>
            <p:nvPr/>
          </p:nvSpPr>
          <p:spPr>
            <a:xfrm>
              <a:off x="1007375" y="3553075"/>
              <a:ext cx="2235000" cy="917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Mercury is the closest planet to the Sun and the smallest one in the entire Solar System</a:t>
              </a:r>
              <a:endParaRPr>
                <a:solidFill>
                  <a:schemeClr val="dk1"/>
                </a:solidFill>
                <a:latin typeface="Bellota Text"/>
                <a:ea typeface="Bellota Text"/>
                <a:cs typeface="Bellota Text"/>
                <a:sym typeface="Bellota Text"/>
              </a:endParaRPr>
            </a:p>
          </p:txBody>
        </p:sp>
      </p:grpSp>
      <p:grpSp>
        <p:nvGrpSpPr>
          <p:cNvPr id="1376" name="Google Shape;1376;p37"/>
          <p:cNvGrpSpPr/>
          <p:nvPr/>
        </p:nvGrpSpPr>
        <p:grpSpPr>
          <a:xfrm>
            <a:off x="4395568" y="2406062"/>
            <a:ext cx="352857" cy="347301"/>
            <a:chOff x="2404875" y="3592725"/>
            <a:chExt cx="298525" cy="293825"/>
          </a:xfrm>
        </p:grpSpPr>
        <p:sp>
          <p:nvSpPr>
            <p:cNvPr id="1377" name="Google Shape;1377;p37"/>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7"/>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7"/>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37"/>
          <p:cNvGrpSpPr/>
          <p:nvPr/>
        </p:nvGrpSpPr>
        <p:grpSpPr>
          <a:xfrm>
            <a:off x="1950316" y="2404688"/>
            <a:ext cx="352886" cy="350049"/>
            <a:chOff x="946175" y="3253275"/>
            <a:chExt cx="298550" cy="296150"/>
          </a:xfrm>
        </p:grpSpPr>
        <p:sp>
          <p:nvSpPr>
            <p:cNvPr id="1381" name="Google Shape;1381;p37"/>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7"/>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7"/>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7"/>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7"/>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6" name="Google Shape;1386;p37"/>
          <p:cNvGrpSpPr/>
          <p:nvPr/>
        </p:nvGrpSpPr>
        <p:grpSpPr>
          <a:xfrm>
            <a:off x="6840804" y="2404673"/>
            <a:ext cx="351024" cy="350079"/>
            <a:chOff x="3859600" y="3591950"/>
            <a:chExt cx="296975" cy="296175"/>
          </a:xfrm>
        </p:grpSpPr>
        <p:sp>
          <p:nvSpPr>
            <p:cNvPr id="1387" name="Google Shape;1387;p37"/>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7"/>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7"/>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38"/>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395" name="Google Shape;1395;p38"/>
          <p:cNvGrpSpPr/>
          <p:nvPr/>
        </p:nvGrpSpPr>
        <p:grpSpPr>
          <a:xfrm>
            <a:off x="715099" y="1349527"/>
            <a:ext cx="7715690" cy="3175454"/>
            <a:chOff x="990529" y="1533002"/>
            <a:chExt cx="7078614" cy="3346106"/>
          </a:xfrm>
        </p:grpSpPr>
        <p:sp>
          <p:nvSpPr>
            <p:cNvPr id="1396" name="Google Shape;1396;p38"/>
            <p:cNvSpPr/>
            <p:nvPr/>
          </p:nvSpPr>
          <p:spPr>
            <a:xfrm rot="5400000">
              <a:off x="1156452" y="1367089"/>
              <a:ext cx="3346096" cy="3677943"/>
            </a:xfrm>
            <a:custGeom>
              <a:rect b="b" l="l" r="r" t="t"/>
              <a:pathLst>
                <a:path extrusionOk="0" h="37150" w="32484">
                  <a:moveTo>
                    <a:pt x="21100" y="1"/>
                  </a:moveTo>
                  <a:cubicBezTo>
                    <a:pt x="20816" y="1"/>
                    <a:pt x="20816" y="316"/>
                    <a:pt x="20516" y="316"/>
                  </a:cubicBezTo>
                  <a:cubicBezTo>
                    <a:pt x="20231" y="316"/>
                    <a:pt x="20231" y="106"/>
                    <a:pt x="19946" y="106"/>
                  </a:cubicBezTo>
                  <a:cubicBezTo>
                    <a:pt x="19661" y="106"/>
                    <a:pt x="19661" y="391"/>
                    <a:pt x="19361" y="391"/>
                  </a:cubicBezTo>
                  <a:cubicBezTo>
                    <a:pt x="19076" y="391"/>
                    <a:pt x="19076" y="721"/>
                    <a:pt x="18791" y="721"/>
                  </a:cubicBezTo>
                  <a:cubicBezTo>
                    <a:pt x="18506" y="721"/>
                    <a:pt x="18506" y="391"/>
                    <a:pt x="18221" y="391"/>
                  </a:cubicBezTo>
                  <a:cubicBezTo>
                    <a:pt x="17921" y="391"/>
                    <a:pt x="17921" y="166"/>
                    <a:pt x="17637" y="166"/>
                  </a:cubicBezTo>
                  <a:cubicBezTo>
                    <a:pt x="17351" y="166"/>
                    <a:pt x="17351" y="76"/>
                    <a:pt x="17067" y="76"/>
                  </a:cubicBezTo>
                  <a:cubicBezTo>
                    <a:pt x="16781" y="76"/>
                    <a:pt x="16781" y="196"/>
                    <a:pt x="16481" y="196"/>
                  </a:cubicBezTo>
                  <a:cubicBezTo>
                    <a:pt x="16197" y="196"/>
                    <a:pt x="16197" y="121"/>
                    <a:pt x="15911" y="121"/>
                  </a:cubicBezTo>
                  <a:cubicBezTo>
                    <a:pt x="15627" y="121"/>
                    <a:pt x="15627" y="541"/>
                    <a:pt x="15341" y="541"/>
                  </a:cubicBezTo>
                  <a:cubicBezTo>
                    <a:pt x="15042" y="541"/>
                    <a:pt x="15042" y="256"/>
                    <a:pt x="14757" y="256"/>
                  </a:cubicBezTo>
                  <a:cubicBezTo>
                    <a:pt x="14472" y="256"/>
                    <a:pt x="14472" y="241"/>
                    <a:pt x="14187" y="241"/>
                  </a:cubicBezTo>
                  <a:cubicBezTo>
                    <a:pt x="13902" y="241"/>
                    <a:pt x="13902" y="331"/>
                    <a:pt x="13602" y="331"/>
                  </a:cubicBezTo>
                  <a:cubicBezTo>
                    <a:pt x="13317" y="331"/>
                    <a:pt x="13317" y="436"/>
                    <a:pt x="13032" y="436"/>
                  </a:cubicBezTo>
                  <a:cubicBezTo>
                    <a:pt x="12748" y="436"/>
                    <a:pt x="12748" y="721"/>
                    <a:pt x="12462" y="721"/>
                  </a:cubicBezTo>
                  <a:cubicBezTo>
                    <a:pt x="12162" y="721"/>
                    <a:pt x="12162" y="241"/>
                    <a:pt x="11878" y="241"/>
                  </a:cubicBezTo>
                  <a:cubicBezTo>
                    <a:pt x="11592" y="241"/>
                    <a:pt x="11592" y="286"/>
                    <a:pt x="11308" y="286"/>
                  </a:cubicBezTo>
                  <a:cubicBezTo>
                    <a:pt x="11022" y="286"/>
                    <a:pt x="11022" y="421"/>
                    <a:pt x="10738" y="421"/>
                  </a:cubicBezTo>
                  <a:cubicBezTo>
                    <a:pt x="10438" y="421"/>
                    <a:pt x="10438" y="151"/>
                    <a:pt x="10152" y="151"/>
                  </a:cubicBezTo>
                  <a:cubicBezTo>
                    <a:pt x="9868" y="151"/>
                    <a:pt x="9868" y="496"/>
                    <a:pt x="9583" y="496"/>
                  </a:cubicBezTo>
                  <a:cubicBezTo>
                    <a:pt x="9298" y="496"/>
                    <a:pt x="9298" y="181"/>
                    <a:pt x="8998" y="181"/>
                  </a:cubicBezTo>
                  <a:cubicBezTo>
                    <a:pt x="8713" y="181"/>
                    <a:pt x="8713" y="526"/>
                    <a:pt x="8428" y="526"/>
                  </a:cubicBezTo>
                  <a:cubicBezTo>
                    <a:pt x="8143" y="526"/>
                    <a:pt x="8143" y="466"/>
                    <a:pt x="7859" y="466"/>
                  </a:cubicBezTo>
                  <a:cubicBezTo>
                    <a:pt x="7559" y="466"/>
                    <a:pt x="7559" y="331"/>
                    <a:pt x="7273" y="331"/>
                  </a:cubicBezTo>
                  <a:cubicBezTo>
                    <a:pt x="6989" y="331"/>
                    <a:pt x="6989" y="661"/>
                    <a:pt x="6703" y="661"/>
                  </a:cubicBezTo>
                  <a:cubicBezTo>
                    <a:pt x="6419" y="661"/>
                    <a:pt x="6419" y="391"/>
                    <a:pt x="6133" y="391"/>
                  </a:cubicBezTo>
                  <a:cubicBezTo>
                    <a:pt x="5833" y="391"/>
                    <a:pt x="5833" y="61"/>
                    <a:pt x="5549" y="61"/>
                  </a:cubicBezTo>
                  <a:cubicBezTo>
                    <a:pt x="5263" y="61"/>
                    <a:pt x="5263" y="451"/>
                    <a:pt x="4979" y="451"/>
                  </a:cubicBezTo>
                  <a:cubicBezTo>
                    <a:pt x="4694" y="451"/>
                    <a:pt x="4694" y="181"/>
                    <a:pt x="4394" y="181"/>
                  </a:cubicBezTo>
                  <a:cubicBezTo>
                    <a:pt x="4109" y="181"/>
                    <a:pt x="4109" y="556"/>
                    <a:pt x="3824" y="556"/>
                  </a:cubicBezTo>
                  <a:cubicBezTo>
                    <a:pt x="3539" y="556"/>
                    <a:pt x="3539" y="46"/>
                    <a:pt x="3254" y="46"/>
                  </a:cubicBezTo>
                  <a:cubicBezTo>
                    <a:pt x="2969" y="46"/>
                    <a:pt x="2969" y="31"/>
                    <a:pt x="2670" y="31"/>
                  </a:cubicBezTo>
                  <a:cubicBezTo>
                    <a:pt x="2384" y="31"/>
                    <a:pt x="2384" y="301"/>
                    <a:pt x="2100" y="301"/>
                  </a:cubicBezTo>
                  <a:cubicBezTo>
                    <a:pt x="1814" y="301"/>
                    <a:pt x="1814" y="121"/>
                    <a:pt x="1530" y="121"/>
                  </a:cubicBezTo>
                  <a:cubicBezTo>
                    <a:pt x="1244" y="121"/>
                    <a:pt x="1244" y="436"/>
                    <a:pt x="944" y="436"/>
                  </a:cubicBezTo>
                  <a:cubicBezTo>
                    <a:pt x="712" y="436"/>
                    <a:pt x="499" y="146"/>
                    <a:pt x="323" y="146"/>
                  </a:cubicBezTo>
                  <a:cubicBezTo>
                    <a:pt x="283" y="146"/>
                    <a:pt x="246" y="160"/>
                    <a:pt x="210" y="196"/>
                  </a:cubicBezTo>
                  <a:cubicBezTo>
                    <a:pt x="0" y="406"/>
                    <a:pt x="284" y="661"/>
                    <a:pt x="284" y="946"/>
                  </a:cubicBezTo>
                  <a:cubicBezTo>
                    <a:pt x="284" y="1231"/>
                    <a:pt x="164" y="1231"/>
                    <a:pt x="164" y="1530"/>
                  </a:cubicBezTo>
                  <a:cubicBezTo>
                    <a:pt x="164" y="1816"/>
                    <a:pt x="464" y="1816"/>
                    <a:pt x="464" y="2100"/>
                  </a:cubicBezTo>
                  <a:cubicBezTo>
                    <a:pt x="464" y="2400"/>
                    <a:pt x="180" y="2400"/>
                    <a:pt x="180" y="2686"/>
                  </a:cubicBezTo>
                  <a:cubicBezTo>
                    <a:pt x="180" y="2970"/>
                    <a:pt x="134" y="2970"/>
                    <a:pt x="134" y="3256"/>
                  </a:cubicBezTo>
                  <a:cubicBezTo>
                    <a:pt x="134" y="3556"/>
                    <a:pt x="30" y="3556"/>
                    <a:pt x="30" y="3840"/>
                  </a:cubicBezTo>
                  <a:cubicBezTo>
                    <a:pt x="30" y="4126"/>
                    <a:pt x="690" y="4126"/>
                    <a:pt x="690" y="4425"/>
                  </a:cubicBezTo>
                  <a:cubicBezTo>
                    <a:pt x="690" y="4710"/>
                    <a:pt x="614" y="4710"/>
                    <a:pt x="614" y="4995"/>
                  </a:cubicBezTo>
                  <a:cubicBezTo>
                    <a:pt x="614" y="5295"/>
                    <a:pt x="540" y="5295"/>
                    <a:pt x="540" y="5580"/>
                  </a:cubicBezTo>
                  <a:cubicBezTo>
                    <a:pt x="540" y="5865"/>
                    <a:pt x="570" y="5865"/>
                    <a:pt x="570" y="6150"/>
                  </a:cubicBezTo>
                  <a:cubicBezTo>
                    <a:pt x="570" y="6449"/>
                    <a:pt x="300" y="6449"/>
                    <a:pt x="300" y="6735"/>
                  </a:cubicBezTo>
                  <a:cubicBezTo>
                    <a:pt x="300" y="7019"/>
                    <a:pt x="44" y="7019"/>
                    <a:pt x="44" y="7319"/>
                  </a:cubicBezTo>
                  <a:cubicBezTo>
                    <a:pt x="44" y="7605"/>
                    <a:pt x="284" y="7605"/>
                    <a:pt x="284" y="7889"/>
                  </a:cubicBezTo>
                  <a:cubicBezTo>
                    <a:pt x="284" y="8175"/>
                    <a:pt x="194" y="8175"/>
                    <a:pt x="194" y="8475"/>
                  </a:cubicBezTo>
                  <a:cubicBezTo>
                    <a:pt x="194" y="8759"/>
                    <a:pt x="360" y="8759"/>
                    <a:pt x="360" y="9045"/>
                  </a:cubicBezTo>
                  <a:cubicBezTo>
                    <a:pt x="360" y="9329"/>
                    <a:pt x="554" y="9329"/>
                    <a:pt x="554" y="9629"/>
                  </a:cubicBezTo>
                  <a:cubicBezTo>
                    <a:pt x="554" y="9914"/>
                    <a:pt x="690" y="9914"/>
                    <a:pt x="690" y="10199"/>
                  </a:cubicBezTo>
                  <a:cubicBezTo>
                    <a:pt x="690" y="10499"/>
                    <a:pt x="450" y="10499"/>
                    <a:pt x="450" y="10784"/>
                  </a:cubicBezTo>
                  <a:cubicBezTo>
                    <a:pt x="450" y="11069"/>
                    <a:pt x="224" y="11069"/>
                    <a:pt x="224" y="11354"/>
                  </a:cubicBezTo>
                  <a:cubicBezTo>
                    <a:pt x="224" y="11654"/>
                    <a:pt x="704" y="11654"/>
                    <a:pt x="704" y="11938"/>
                  </a:cubicBezTo>
                  <a:cubicBezTo>
                    <a:pt x="704" y="12224"/>
                    <a:pt x="404" y="12224"/>
                    <a:pt x="404" y="12524"/>
                  </a:cubicBezTo>
                  <a:cubicBezTo>
                    <a:pt x="404" y="12808"/>
                    <a:pt x="314" y="12808"/>
                    <a:pt x="314" y="13094"/>
                  </a:cubicBezTo>
                  <a:cubicBezTo>
                    <a:pt x="314" y="13378"/>
                    <a:pt x="480" y="13378"/>
                    <a:pt x="480" y="13678"/>
                  </a:cubicBezTo>
                  <a:cubicBezTo>
                    <a:pt x="480" y="13964"/>
                    <a:pt x="390" y="13964"/>
                    <a:pt x="390" y="14248"/>
                  </a:cubicBezTo>
                  <a:cubicBezTo>
                    <a:pt x="390" y="14548"/>
                    <a:pt x="240" y="14548"/>
                    <a:pt x="240" y="14833"/>
                  </a:cubicBezTo>
                  <a:cubicBezTo>
                    <a:pt x="240" y="15118"/>
                    <a:pt x="44" y="15118"/>
                    <a:pt x="44" y="15403"/>
                  </a:cubicBezTo>
                  <a:cubicBezTo>
                    <a:pt x="44" y="15703"/>
                    <a:pt x="194" y="15703"/>
                    <a:pt x="194" y="15988"/>
                  </a:cubicBezTo>
                  <a:cubicBezTo>
                    <a:pt x="194" y="16273"/>
                    <a:pt x="450" y="16273"/>
                    <a:pt x="450" y="16573"/>
                  </a:cubicBezTo>
                  <a:cubicBezTo>
                    <a:pt x="450" y="16857"/>
                    <a:pt x="434" y="16857"/>
                    <a:pt x="434" y="17143"/>
                  </a:cubicBezTo>
                  <a:cubicBezTo>
                    <a:pt x="434" y="17427"/>
                    <a:pt x="734" y="17427"/>
                    <a:pt x="734" y="17727"/>
                  </a:cubicBezTo>
                  <a:cubicBezTo>
                    <a:pt x="734" y="18013"/>
                    <a:pt x="270" y="18013"/>
                    <a:pt x="270" y="18297"/>
                  </a:cubicBezTo>
                  <a:cubicBezTo>
                    <a:pt x="270" y="18583"/>
                    <a:pt x="134" y="18583"/>
                    <a:pt x="134" y="18883"/>
                  </a:cubicBezTo>
                  <a:cubicBezTo>
                    <a:pt x="134" y="19167"/>
                    <a:pt x="104" y="19167"/>
                    <a:pt x="104" y="19453"/>
                  </a:cubicBezTo>
                  <a:cubicBezTo>
                    <a:pt x="104" y="19752"/>
                    <a:pt x="390" y="19752"/>
                    <a:pt x="390" y="20037"/>
                  </a:cubicBezTo>
                  <a:cubicBezTo>
                    <a:pt x="390" y="20322"/>
                    <a:pt x="150" y="20322"/>
                    <a:pt x="150" y="20607"/>
                  </a:cubicBezTo>
                  <a:lnTo>
                    <a:pt x="150" y="21192"/>
                  </a:lnTo>
                  <a:cubicBezTo>
                    <a:pt x="150" y="21477"/>
                    <a:pt x="30" y="21477"/>
                    <a:pt x="30" y="21762"/>
                  </a:cubicBezTo>
                  <a:cubicBezTo>
                    <a:pt x="30" y="22062"/>
                    <a:pt x="690" y="22062"/>
                    <a:pt x="690" y="22346"/>
                  </a:cubicBezTo>
                  <a:cubicBezTo>
                    <a:pt x="690" y="22632"/>
                    <a:pt x="284" y="22632"/>
                    <a:pt x="284" y="22932"/>
                  </a:cubicBezTo>
                  <a:cubicBezTo>
                    <a:pt x="284" y="23216"/>
                    <a:pt x="450" y="23216"/>
                    <a:pt x="450" y="23502"/>
                  </a:cubicBezTo>
                  <a:cubicBezTo>
                    <a:pt x="450" y="23786"/>
                    <a:pt x="404" y="23786"/>
                    <a:pt x="404" y="24086"/>
                  </a:cubicBezTo>
                  <a:cubicBezTo>
                    <a:pt x="404" y="24372"/>
                    <a:pt x="30" y="24372"/>
                    <a:pt x="30" y="24656"/>
                  </a:cubicBezTo>
                  <a:cubicBezTo>
                    <a:pt x="30" y="24941"/>
                    <a:pt x="584" y="24941"/>
                    <a:pt x="584" y="25241"/>
                  </a:cubicBezTo>
                  <a:cubicBezTo>
                    <a:pt x="584" y="25526"/>
                    <a:pt x="704" y="25526"/>
                    <a:pt x="704" y="25811"/>
                  </a:cubicBezTo>
                  <a:cubicBezTo>
                    <a:pt x="704" y="26096"/>
                    <a:pt x="614" y="26096"/>
                    <a:pt x="614" y="26396"/>
                  </a:cubicBezTo>
                  <a:cubicBezTo>
                    <a:pt x="614" y="26681"/>
                    <a:pt x="630" y="26681"/>
                    <a:pt x="630" y="26965"/>
                  </a:cubicBezTo>
                  <a:cubicBezTo>
                    <a:pt x="630" y="27251"/>
                    <a:pt x="554" y="27251"/>
                    <a:pt x="554" y="27551"/>
                  </a:cubicBezTo>
                  <a:cubicBezTo>
                    <a:pt x="554" y="27835"/>
                    <a:pt x="300" y="27835"/>
                    <a:pt x="300" y="28121"/>
                  </a:cubicBezTo>
                  <a:cubicBezTo>
                    <a:pt x="300" y="28421"/>
                    <a:pt x="360" y="28421"/>
                    <a:pt x="360" y="28705"/>
                  </a:cubicBezTo>
                  <a:cubicBezTo>
                    <a:pt x="360" y="28991"/>
                    <a:pt x="630" y="28991"/>
                    <a:pt x="630" y="29275"/>
                  </a:cubicBezTo>
                  <a:cubicBezTo>
                    <a:pt x="630" y="29575"/>
                    <a:pt x="270" y="29575"/>
                    <a:pt x="270" y="29861"/>
                  </a:cubicBezTo>
                  <a:cubicBezTo>
                    <a:pt x="270" y="30145"/>
                    <a:pt x="194" y="30145"/>
                    <a:pt x="194" y="30430"/>
                  </a:cubicBezTo>
                  <a:cubicBezTo>
                    <a:pt x="194" y="30730"/>
                    <a:pt x="180" y="30730"/>
                    <a:pt x="180" y="31015"/>
                  </a:cubicBezTo>
                  <a:cubicBezTo>
                    <a:pt x="180" y="31300"/>
                    <a:pt x="360" y="31300"/>
                    <a:pt x="360" y="31585"/>
                  </a:cubicBezTo>
                  <a:cubicBezTo>
                    <a:pt x="360" y="31870"/>
                    <a:pt x="584" y="31870"/>
                    <a:pt x="584" y="32170"/>
                  </a:cubicBezTo>
                  <a:cubicBezTo>
                    <a:pt x="584" y="32454"/>
                    <a:pt x="704" y="32454"/>
                    <a:pt x="704" y="32740"/>
                  </a:cubicBezTo>
                  <a:cubicBezTo>
                    <a:pt x="704" y="33040"/>
                    <a:pt x="300" y="33040"/>
                    <a:pt x="300" y="33324"/>
                  </a:cubicBezTo>
                  <a:cubicBezTo>
                    <a:pt x="300" y="33610"/>
                    <a:pt x="554" y="33610"/>
                    <a:pt x="554" y="33894"/>
                  </a:cubicBezTo>
                  <a:cubicBezTo>
                    <a:pt x="554" y="34194"/>
                    <a:pt x="180" y="34194"/>
                    <a:pt x="180" y="34480"/>
                  </a:cubicBezTo>
                  <a:cubicBezTo>
                    <a:pt x="180" y="34764"/>
                    <a:pt x="690" y="34764"/>
                    <a:pt x="690" y="35050"/>
                  </a:cubicBezTo>
                  <a:cubicBezTo>
                    <a:pt x="690" y="35349"/>
                    <a:pt x="374" y="35349"/>
                    <a:pt x="374" y="35634"/>
                  </a:cubicBezTo>
                  <a:cubicBezTo>
                    <a:pt x="374" y="35919"/>
                    <a:pt x="284" y="35919"/>
                    <a:pt x="284" y="36204"/>
                  </a:cubicBezTo>
                  <a:cubicBezTo>
                    <a:pt x="284" y="36504"/>
                    <a:pt x="44" y="36699"/>
                    <a:pt x="254" y="36909"/>
                  </a:cubicBezTo>
                  <a:cubicBezTo>
                    <a:pt x="401" y="37056"/>
                    <a:pt x="540" y="37078"/>
                    <a:pt x="713" y="37078"/>
                  </a:cubicBezTo>
                  <a:cubicBezTo>
                    <a:pt x="788" y="37078"/>
                    <a:pt x="869" y="37074"/>
                    <a:pt x="960" y="37074"/>
                  </a:cubicBezTo>
                  <a:cubicBezTo>
                    <a:pt x="1244" y="37074"/>
                    <a:pt x="1244" y="36489"/>
                    <a:pt x="1530" y="36489"/>
                  </a:cubicBezTo>
                  <a:cubicBezTo>
                    <a:pt x="1814" y="36489"/>
                    <a:pt x="1814" y="36864"/>
                    <a:pt x="2114" y="36864"/>
                  </a:cubicBezTo>
                  <a:cubicBezTo>
                    <a:pt x="2400" y="36864"/>
                    <a:pt x="2400" y="36804"/>
                    <a:pt x="2684" y="36804"/>
                  </a:cubicBezTo>
                  <a:cubicBezTo>
                    <a:pt x="2969" y="36804"/>
                    <a:pt x="2969" y="36444"/>
                    <a:pt x="3254" y="36444"/>
                  </a:cubicBezTo>
                  <a:cubicBezTo>
                    <a:pt x="3554" y="36444"/>
                    <a:pt x="3554" y="36819"/>
                    <a:pt x="3839" y="36819"/>
                  </a:cubicBezTo>
                  <a:cubicBezTo>
                    <a:pt x="4124" y="36819"/>
                    <a:pt x="4124" y="36924"/>
                    <a:pt x="4409" y="36924"/>
                  </a:cubicBezTo>
                  <a:cubicBezTo>
                    <a:pt x="4709" y="36924"/>
                    <a:pt x="4709" y="36999"/>
                    <a:pt x="4993" y="36999"/>
                  </a:cubicBezTo>
                  <a:cubicBezTo>
                    <a:pt x="5279" y="36999"/>
                    <a:pt x="5279" y="36429"/>
                    <a:pt x="5563" y="36429"/>
                  </a:cubicBezTo>
                  <a:cubicBezTo>
                    <a:pt x="5849" y="36429"/>
                    <a:pt x="5849" y="36939"/>
                    <a:pt x="6149" y="36939"/>
                  </a:cubicBezTo>
                  <a:cubicBezTo>
                    <a:pt x="6433" y="36939"/>
                    <a:pt x="6433" y="36864"/>
                    <a:pt x="6719" y="36864"/>
                  </a:cubicBezTo>
                  <a:cubicBezTo>
                    <a:pt x="7003" y="36864"/>
                    <a:pt x="7003" y="37149"/>
                    <a:pt x="7289" y="37149"/>
                  </a:cubicBezTo>
                  <a:cubicBezTo>
                    <a:pt x="7589" y="37149"/>
                    <a:pt x="7589" y="36669"/>
                    <a:pt x="7873" y="36669"/>
                  </a:cubicBezTo>
                  <a:cubicBezTo>
                    <a:pt x="8158" y="36669"/>
                    <a:pt x="8158" y="36534"/>
                    <a:pt x="8443" y="36534"/>
                  </a:cubicBezTo>
                  <a:cubicBezTo>
                    <a:pt x="8728" y="36534"/>
                    <a:pt x="8728" y="36639"/>
                    <a:pt x="9028" y="36639"/>
                  </a:cubicBezTo>
                  <a:cubicBezTo>
                    <a:pt x="9313" y="36639"/>
                    <a:pt x="9313" y="36624"/>
                    <a:pt x="9598" y="36624"/>
                  </a:cubicBezTo>
                  <a:cubicBezTo>
                    <a:pt x="9883" y="36624"/>
                    <a:pt x="9883" y="36864"/>
                    <a:pt x="10168" y="36864"/>
                  </a:cubicBezTo>
                  <a:cubicBezTo>
                    <a:pt x="10468" y="36864"/>
                    <a:pt x="10468" y="36519"/>
                    <a:pt x="10752" y="36519"/>
                  </a:cubicBezTo>
                  <a:cubicBezTo>
                    <a:pt x="11038" y="36519"/>
                    <a:pt x="11038" y="36819"/>
                    <a:pt x="11322" y="36819"/>
                  </a:cubicBezTo>
                  <a:cubicBezTo>
                    <a:pt x="11622" y="36819"/>
                    <a:pt x="11622" y="36444"/>
                    <a:pt x="11908" y="36444"/>
                  </a:cubicBezTo>
                  <a:cubicBezTo>
                    <a:pt x="12192" y="36444"/>
                    <a:pt x="12192" y="37059"/>
                    <a:pt x="12478" y="37059"/>
                  </a:cubicBezTo>
                  <a:cubicBezTo>
                    <a:pt x="12762" y="37059"/>
                    <a:pt x="12762" y="36564"/>
                    <a:pt x="13062" y="36564"/>
                  </a:cubicBezTo>
                  <a:cubicBezTo>
                    <a:pt x="13347" y="36564"/>
                    <a:pt x="13347" y="36684"/>
                    <a:pt x="13632" y="36684"/>
                  </a:cubicBezTo>
                  <a:cubicBezTo>
                    <a:pt x="13917" y="36684"/>
                    <a:pt x="13917" y="36624"/>
                    <a:pt x="14202" y="36624"/>
                  </a:cubicBezTo>
                  <a:cubicBezTo>
                    <a:pt x="14502" y="36624"/>
                    <a:pt x="14502" y="36864"/>
                    <a:pt x="14787" y="36864"/>
                  </a:cubicBezTo>
                  <a:cubicBezTo>
                    <a:pt x="15072" y="36864"/>
                    <a:pt x="15072" y="36954"/>
                    <a:pt x="15357" y="36954"/>
                  </a:cubicBezTo>
                  <a:cubicBezTo>
                    <a:pt x="15641" y="36954"/>
                    <a:pt x="15641" y="37089"/>
                    <a:pt x="15941" y="37089"/>
                  </a:cubicBezTo>
                  <a:cubicBezTo>
                    <a:pt x="16227" y="37089"/>
                    <a:pt x="16227" y="36564"/>
                    <a:pt x="16511" y="36564"/>
                  </a:cubicBezTo>
                  <a:cubicBezTo>
                    <a:pt x="16797" y="36564"/>
                    <a:pt x="16797" y="37089"/>
                    <a:pt x="17081" y="37089"/>
                  </a:cubicBezTo>
                  <a:cubicBezTo>
                    <a:pt x="17381" y="37089"/>
                    <a:pt x="17381" y="36489"/>
                    <a:pt x="17667" y="36489"/>
                  </a:cubicBezTo>
                  <a:cubicBezTo>
                    <a:pt x="17951" y="36489"/>
                    <a:pt x="17951" y="36999"/>
                    <a:pt x="18237" y="36999"/>
                  </a:cubicBezTo>
                  <a:cubicBezTo>
                    <a:pt x="18521" y="36999"/>
                    <a:pt x="18521" y="36924"/>
                    <a:pt x="18821" y="36924"/>
                  </a:cubicBezTo>
                  <a:cubicBezTo>
                    <a:pt x="19106" y="36924"/>
                    <a:pt x="19106" y="36849"/>
                    <a:pt x="19391" y="36849"/>
                  </a:cubicBezTo>
                  <a:cubicBezTo>
                    <a:pt x="19676" y="36849"/>
                    <a:pt x="19676" y="36774"/>
                    <a:pt x="19961" y="36774"/>
                  </a:cubicBezTo>
                  <a:cubicBezTo>
                    <a:pt x="20261" y="36774"/>
                    <a:pt x="20261" y="36744"/>
                    <a:pt x="20546" y="36744"/>
                  </a:cubicBezTo>
                  <a:cubicBezTo>
                    <a:pt x="20830" y="36744"/>
                    <a:pt x="20830" y="37029"/>
                    <a:pt x="21116" y="37029"/>
                  </a:cubicBezTo>
                  <a:cubicBezTo>
                    <a:pt x="21400" y="37029"/>
                    <a:pt x="21400" y="36984"/>
                    <a:pt x="21700" y="36984"/>
                  </a:cubicBezTo>
                  <a:cubicBezTo>
                    <a:pt x="21986" y="36984"/>
                    <a:pt x="21986" y="36879"/>
                    <a:pt x="22270" y="36879"/>
                  </a:cubicBezTo>
                  <a:cubicBezTo>
                    <a:pt x="22556" y="36879"/>
                    <a:pt x="22556" y="36999"/>
                    <a:pt x="22840" y="36999"/>
                  </a:cubicBezTo>
                  <a:cubicBezTo>
                    <a:pt x="23126" y="36999"/>
                    <a:pt x="23126" y="36909"/>
                    <a:pt x="23425" y="36909"/>
                  </a:cubicBezTo>
                  <a:cubicBezTo>
                    <a:pt x="23710" y="36909"/>
                    <a:pt x="23710" y="36669"/>
                    <a:pt x="23995" y="36669"/>
                  </a:cubicBezTo>
                  <a:cubicBezTo>
                    <a:pt x="24280" y="36669"/>
                    <a:pt x="24280" y="37089"/>
                    <a:pt x="24565" y="37089"/>
                  </a:cubicBezTo>
                  <a:cubicBezTo>
                    <a:pt x="24865" y="37089"/>
                    <a:pt x="24865" y="36879"/>
                    <a:pt x="25150" y="36879"/>
                  </a:cubicBezTo>
                  <a:cubicBezTo>
                    <a:pt x="25435" y="36879"/>
                    <a:pt x="25435" y="36549"/>
                    <a:pt x="25719" y="36549"/>
                  </a:cubicBezTo>
                  <a:cubicBezTo>
                    <a:pt x="26005" y="36549"/>
                    <a:pt x="26005" y="36654"/>
                    <a:pt x="26289" y="36654"/>
                  </a:cubicBezTo>
                  <a:cubicBezTo>
                    <a:pt x="26589" y="36654"/>
                    <a:pt x="26589" y="36549"/>
                    <a:pt x="26875" y="36549"/>
                  </a:cubicBezTo>
                  <a:cubicBezTo>
                    <a:pt x="27159" y="36549"/>
                    <a:pt x="27159" y="37014"/>
                    <a:pt x="27445" y="37014"/>
                  </a:cubicBezTo>
                  <a:cubicBezTo>
                    <a:pt x="27729" y="37014"/>
                    <a:pt x="27729" y="36699"/>
                    <a:pt x="28029" y="36699"/>
                  </a:cubicBezTo>
                  <a:cubicBezTo>
                    <a:pt x="28315" y="36699"/>
                    <a:pt x="28315" y="36489"/>
                    <a:pt x="28599" y="36489"/>
                  </a:cubicBezTo>
                  <a:cubicBezTo>
                    <a:pt x="28884" y="36489"/>
                    <a:pt x="28884" y="36594"/>
                    <a:pt x="29169" y="36594"/>
                  </a:cubicBezTo>
                  <a:cubicBezTo>
                    <a:pt x="29469" y="36594"/>
                    <a:pt x="29469" y="36444"/>
                    <a:pt x="29754" y="36444"/>
                  </a:cubicBezTo>
                  <a:cubicBezTo>
                    <a:pt x="30039" y="36444"/>
                    <a:pt x="30039" y="36894"/>
                    <a:pt x="30324" y="36894"/>
                  </a:cubicBezTo>
                  <a:cubicBezTo>
                    <a:pt x="30608" y="36894"/>
                    <a:pt x="30608" y="37074"/>
                    <a:pt x="30894" y="37074"/>
                  </a:cubicBezTo>
                  <a:cubicBezTo>
                    <a:pt x="31178" y="37074"/>
                    <a:pt x="31178" y="36939"/>
                    <a:pt x="31478" y="36939"/>
                  </a:cubicBezTo>
                  <a:cubicBezTo>
                    <a:pt x="31764" y="36939"/>
                    <a:pt x="31598" y="36744"/>
                    <a:pt x="31794" y="36549"/>
                  </a:cubicBezTo>
                  <a:cubicBezTo>
                    <a:pt x="32004" y="36339"/>
                    <a:pt x="31688" y="36399"/>
                    <a:pt x="31704" y="36189"/>
                  </a:cubicBezTo>
                  <a:cubicBezTo>
                    <a:pt x="31718" y="35904"/>
                    <a:pt x="32274" y="35919"/>
                    <a:pt x="32274" y="35634"/>
                  </a:cubicBezTo>
                  <a:cubicBezTo>
                    <a:pt x="32274" y="35334"/>
                    <a:pt x="31748" y="35334"/>
                    <a:pt x="31748" y="35050"/>
                  </a:cubicBezTo>
                  <a:cubicBezTo>
                    <a:pt x="31748" y="34764"/>
                    <a:pt x="32048" y="34764"/>
                    <a:pt x="32048" y="34464"/>
                  </a:cubicBezTo>
                  <a:cubicBezTo>
                    <a:pt x="32048" y="34180"/>
                    <a:pt x="32394" y="34180"/>
                    <a:pt x="32394" y="33894"/>
                  </a:cubicBezTo>
                  <a:cubicBezTo>
                    <a:pt x="32394" y="33610"/>
                    <a:pt x="32288" y="33610"/>
                    <a:pt x="32288" y="33310"/>
                  </a:cubicBezTo>
                  <a:cubicBezTo>
                    <a:pt x="32288" y="33024"/>
                    <a:pt x="31838" y="33024"/>
                    <a:pt x="31838" y="32740"/>
                  </a:cubicBezTo>
                  <a:cubicBezTo>
                    <a:pt x="31838" y="32440"/>
                    <a:pt x="32108" y="32440"/>
                    <a:pt x="32108" y="32154"/>
                  </a:cubicBezTo>
                  <a:cubicBezTo>
                    <a:pt x="32108" y="31870"/>
                    <a:pt x="32018" y="31870"/>
                    <a:pt x="32018" y="31570"/>
                  </a:cubicBezTo>
                  <a:cubicBezTo>
                    <a:pt x="32018" y="31285"/>
                    <a:pt x="32378" y="31285"/>
                    <a:pt x="32378" y="31000"/>
                  </a:cubicBezTo>
                  <a:cubicBezTo>
                    <a:pt x="32378" y="30715"/>
                    <a:pt x="32168" y="30715"/>
                    <a:pt x="32168" y="30415"/>
                  </a:cubicBezTo>
                  <a:cubicBezTo>
                    <a:pt x="32168" y="30130"/>
                    <a:pt x="31958" y="30130"/>
                    <a:pt x="31958" y="29845"/>
                  </a:cubicBezTo>
                  <a:cubicBezTo>
                    <a:pt x="31958" y="29545"/>
                    <a:pt x="32018" y="29545"/>
                    <a:pt x="32018" y="29261"/>
                  </a:cubicBezTo>
                  <a:cubicBezTo>
                    <a:pt x="32018" y="28975"/>
                    <a:pt x="32288" y="28975"/>
                    <a:pt x="32288" y="28691"/>
                  </a:cubicBezTo>
                  <a:cubicBezTo>
                    <a:pt x="32288" y="28391"/>
                    <a:pt x="32138" y="28391"/>
                    <a:pt x="32138" y="28105"/>
                  </a:cubicBezTo>
                  <a:cubicBezTo>
                    <a:pt x="32138" y="27821"/>
                    <a:pt x="31898" y="27821"/>
                    <a:pt x="31898" y="27535"/>
                  </a:cubicBezTo>
                  <a:cubicBezTo>
                    <a:pt x="31898" y="27235"/>
                    <a:pt x="32004" y="27235"/>
                    <a:pt x="32004" y="26951"/>
                  </a:cubicBezTo>
                  <a:cubicBezTo>
                    <a:pt x="32004" y="26666"/>
                    <a:pt x="31838" y="26666"/>
                    <a:pt x="31838" y="26366"/>
                  </a:cubicBezTo>
                  <a:cubicBezTo>
                    <a:pt x="31838" y="26081"/>
                    <a:pt x="32378" y="26081"/>
                    <a:pt x="32378" y="25796"/>
                  </a:cubicBezTo>
                  <a:cubicBezTo>
                    <a:pt x="32378" y="25511"/>
                    <a:pt x="31688" y="25511"/>
                    <a:pt x="31688" y="25211"/>
                  </a:cubicBezTo>
                  <a:cubicBezTo>
                    <a:pt x="31688" y="24926"/>
                    <a:pt x="31838" y="24926"/>
                    <a:pt x="31838" y="24642"/>
                  </a:cubicBezTo>
                  <a:cubicBezTo>
                    <a:pt x="31838" y="24342"/>
                    <a:pt x="32198" y="24342"/>
                    <a:pt x="32198" y="24056"/>
                  </a:cubicBezTo>
                  <a:cubicBezTo>
                    <a:pt x="32198" y="23772"/>
                    <a:pt x="31778" y="23772"/>
                    <a:pt x="31778" y="23486"/>
                  </a:cubicBezTo>
                  <a:cubicBezTo>
                    <a:pt x="31778" y="23186"/>
                    <a:pt x="31988" y="23186"/>
                    <a:pt x="31988" y="22902"/>
                  </a:cubicBezTo>
                  <a:cubicBezTo>
                    <a:pt x="31988" y="22616"/>
                    <a:pt x="32304" y="22616"/>
                    <a:pt x="32304" y="22316"/>
                  </a:cubicBezTo>
                  <a:cubicBezTo>
                    <a:pt x="32304" y="22032"/>
                    <a:pt x="32184" y="22032"/>
                    <a:pt x="32184" y="21747"/>
                  </a:cubicBezTo>
                  <a:cubicBezTo>
                    <a:pt x="32184" y="21462"/>
                    <a:pt x="31748" y="21462"/>
                    <a:pt x="31748" y="21162"/>
                  </a:cubicBezTo>
                  <a:cubicBezTo>
                    <a:pt x="31748" y="20877"/>
                    <a:pt x="31884" y="20877"/>
                    <a:pt x="31884" y="20592"/>
                  </a:cubicBezTo>
                  <a:cubicBezTo>
                    <a:pt x="31884" y="20292"/>
                    <a:pt x="32244" y="20292"/>
                    <a:pt x="32244" y="20007"/>
                  </a:cubicBezTo>
                  <a:cubicBezTo>
                    <a:pt x="32244" y="19723"/>
                    <a:pt x="32018" y="19723"/>
                    <a:pt x="32018" y="19437"/>
                  </a:cubicBezTo>
                  <a:lnTo>
                    <a:pt x="32018" y="18853"/>
                  </a:lnTo>
                  <a:cubicBezTo>
                    <a:pt x="32018" y="18567"/>
                    <a:pt x="31808" y="18567"/>
                    <a:pt x="31808" y="18283"/>
                  </a:cubicBezTo>
                  <a:cubicBezTo>
                    <a:pt x="31808" y="17983"/>
                    <a:pt x="31914" y="17983"/>
                    <a:pt x="31914" y="17697"/>
                  </a:cubicBezTo>
                  <a:cubicBezTo>
                    <a:pt x="31914" y="17413"/>
                    <a:pt x="31734" y="17413"/>
                    <a:pt x="31734" y="17113"/>
                  </a:cubicBezTo>
                  <a:cubicBezTo>
                    <a:pt x="31734" y="16827"/>
                    <a:pt x="32228" y="16827"/>
                    <a:pt x="32228" y="16543"/>
                  </a:cubicBezTo>
                  <a:cubicBezTo>
                    <a:pt x="32228" y="16258"/>
                    <a:pt x="32214" y="16258"/>
                    <a:pt x="32214" y="15958"/>
                  </a:cubicBezTo>
                  <a:cubicBezTo>
                    <a:pt x="32214" y="15673"/>
                    <a:pt x="32394" y="15673"/>
                    <a:pt x="32394" y="15388"/>
                  </a:cubicBezTo>
                  <a:cubicBezTo>
                    <a:pt x="32394" y="15103"/>
                    <a:pt x="31808" y="15103"/>
                    <a:pt x="31808" y="14803"/>
                  </a:cubicBezTo>
                  <a:cubicBezTo>
                    <a:pt x="31808" y="14518"/>
                    <a:pt x="32168" y="14518"/>
                    <a:pt x="32168" y="14234"/>
                  </a:cubicBezTo>
                  <a:cubicBezTo>
                    <a:pt x="32168" y="13934"/>
                    <a:pt x="32318" y="13934"/>
                    <a:pt x="32318" y="13648"/>
                  </a:cubicBezTo>
                  <a:cubicBezTo>
                    <a:pt x="32318" y="13364"/>
                    <a:pt x="32034" y="13364"/>
                    <a:pt x="32034" y="13078"/>
                  </a:cubicBezTo>
                  <a:cubicBezTo>
                    <a:pt x="32034" y="12778"/>
                    <a:pt x="32318" y="12778"/>
                    <a:pt x="32318" y="12494"/>
                  </a:cubicBezTo>
                  <a:cubicBezTo>
                    <a:pt x="32318" y="12208"/>
                    <a:pt x="31988" y="12208"/>
                    <a:pt x="31988" y="11924"/>
                  </a:cubicBezTo>
                  <a:cubicBezTo>
                    <a:pt x="31988" y="11624"/>
                    <a:pt x="31794" y="11624"/>
                    <a:pt x="31794" y="11339"/>
                  </a:cubicBezTo>
                  <a:cubicBezTo>
                    <a:pt x="31794" y="11054"/>
                    <a:pt x="32364" y="11054"/>
                    <a:pt x="32364" y="10769"/>
                  </a:cubicBezTo>
                  <a:cubicBezTo>
                    <a:pt x="32364" y="10469"/>
                    <a:pt x="32348" y="10469"/>
                    <a:pt x="32348" y="10184"/>
                  </a:cubicBezTo>
                  <a:cubicBezTo>
                    <a:pt x="32348" y="9899"/>
                    <a:pt x="31868" y="9899"/>
                    <a:pt x="31868" y="9614"/>
                  </a:cubicBezTo>
                  <a:cubicBezTo>
                    <a:pt x="31868" y="9315"/>
                    <a:pt x="32154" y="9315"/>
                    <a:pt x="32154" y="9029"/>
                  </a:cubicBezTo>
                  <a:cubicBezTo>
                    <a:pt x="32154" y="8745"/>
                    <a:pt x="31974" y="8745"/>
                    <a:pt x="31974" y="8445"/>
                  </a:cubicBezTo>
                  <a:cubicBezTo>
                    <a:pt x="31974" y="8159"/>
                    <a:pt x="32348" y="8159"/>
                    <a:pt x="32348" y="7875"/>
                  </a:cubicBezTo>
                  <a:cubicBezTo>
                    <a:pt x="32348" y="7589"/>
                    <a:pt x="32168" y="7589"/>
                    <a:pt x="32168" y="7289"/>
                  </a:cubicBezTo>
                  <a:cubicBezTo>
                    <a:pt x="32168" y="7005"/>
                    <a:pt x="32198" y="7005"/>
                    <a:pt x="32198" y="6719"/>
                  </a:cubicBezTo>
                  <a:cubicBezTo>
                    <a:pt x="32198" y="6435"/>
                    <a:pt x="32334" y="6435"/>
                    <a:pt x="32334" y="6150"/>
                  </a:cubicBezTo>
                  <a:cubicBezTo>
                    <a:pt x="32334" y="5850"/>
                    <a:pt x="31794" y="5850"/>
                    <a:pt x="31794" y="5565"/>
                  </a:cubicBezTo>
                  <a:cubicBezTo>
                    <a:pt x="31794" y="5280"/>
                    <a:pt x="32228" y="5280"/>
                    <a:pt x="32228" y="4995"/>
                  </a:cubicBezTo>
                  <a:cubicBezTo>
                    <a:pt x="32228" y="4695"/>
                    <a:pt x="32394" y="4695"/>
                    <a:pt x="32394" y="4410"/>
                  </a:cubicBezTo>
                  <a:cubicBezTo>
                    <a:pt x="32394" y="4126"/>
                    <a:pt x="31778" y="4126"/>
                    <a:pt x="31778" y="3826"/>
                  </a:cubicBezTo>
                  <a:cubicBezTo>
                    <a:pt x="31778" y="3540"/>
                    <a:pt x="32154" y="3540"/>
                    <a:pt x="32154" y="3256"/>
                  </a:cubicBezTo>
                  <a:cubicBezTo>
                    <a:pt x="32154" y="2970"/>
                    <a:pt x="32048" y="2970"/>
                    <a:pt x="32048" y="2670"/>
                  </a:cubicBezTo>
                  <a:cubicBezTo>
                    <a:pt x="32048" y="2386"/>
                    <a:pt x="32258" y="2386"/>
                    <a:pt x="32258" y="2100"/>
                  </a:cubicBezTo>
                  <a:cubicBezTo>
                    <a:pt x="32258" y="1816"/>
                    <a:pt x="31944" y="1816"/>
                    <a:pt x="31944" y="1516"/>
                  </a:cubicBezTo>
                  <a:cubicBezTo>
                    <a:pt x="31944" y="1231"/>
                    <a:pt x="32334" y="1231"/>
                    <a:pt x="32334" y="946"/>
                  </a:cubicBezTo>
                  <a:cubicBezTo>
                    <a:pt x="32334" y="661"/>
                    <a:pt x="32484" y="331"/>
                    <a:pt x="32274" y="136"/>
                  </a:cubicBezTo>
                  <a:cubicBezTo>
                    <a:pt x="32211" y="69"/>
                    <a:pt x="32137" y="47"/>
                    <a:pt x="32055" y="47"/>
                  </a:cubicBezTo>
                  <a:cubicBezTo>
                    <a:pt x="31879" y="47"/>
                    <a:pt x="31668" y="151"/>
                    <a:pt x="31464" y="151"/>
                  </a:cubicBezTo>
                  <a:cubicBezTo>
                    <a:pt x="31178" y="151"/>
                    <a:pt x="31178" y="526"/>
                    <a:pt x="30894" y="526"/>
                  </a:cubicBezTo>
                  <a:cubicBezTo>
                    <a:pt x="30608" y="526"/>
                    <a:pt x="30608" y="676"/>
                    <a:pt x="30309" y="676"/>
                  </a:cubicBezTo>
                  <a:cubicBezTo>
                    <a:pt x="30024" y="676"/>
                    <a:pt x="30024" y="661"/>
                    <a:pt x="29739" y="661"/>
                  </a:cubicBezTo>
                  <a:cubicBezTo>
                    <a:pt x="29454" y="661"/>
                    <a:pt x="29454" y="466"/>
                    <a:pt x="29169" y="466"/>
                  </a:cubicBezTo>
                  <a:lnTo>
                    <a:pt x="28584" y="466"/>
                  </a:lnTo>
                  <a:cubicBezTo>
                    <a:pt x="28299" y="466"/>
                    <a:pt x="28299" y="541"/>
                    <a:pt x="28015" y="541"/>
                  </a:cubicBezTo>
                  <a:cubicBezTo>
                    <a:pt x="27729" y="541"/>
                    <a:pt x="27729" y="166"/>
                    <a:pt x="27429" y="166"/>
                  </a:cubicBezTo>
                  <a:cubicBezTo>
                    <a:pt x="27145" y="166"/>
                    <a:pt x="27145" y="601"/>
                    <a:pt x="26859" y="601"/>
                  </a:cubicBezTo>
                  <a:cubicBezTo>
                    <a:pt x="26575" y="601"/>
                    <a:pt x="26575" y="91"/>
                    <a:pt x="26275" y="91"/>
                  </a:cubicBezTo>
                  <a:cubicBezTo>
                    <a:pt x="25989" y="91"/>
                    <a:pt x="25989" y="631"/>
                    <a:pt x="25705" y="631"/>
                  </a:cubicBezTo>
                  <a:cubicBezTo>
                    <a:pt x="25420" y="631"/>
                    <a:pt x="25420" y="511"/>
                    <a:pt x="25135" y="511"/>
                  </a:cubicBezTo>
                  <a:cubicBezTo>
                    <a:pt x="24835" y="511"/>
                    <a:pt x="24835" y="676"/>
                    <a:pt x="24550" y="676"/>
                  </a:cubicBezTo>
                  <a:cubicBezTo>
                    <a:pt x="24265" y="676"/>
                    <a:pt x="24265" y="226"/>
                    <a:pt x="23980" y="226"/>
                  </a:cubicBezTo>
                  <a:cubicBezTo>
                    <a:pt x="23695" y="226"/>
                    <a:pt x="23695" y="61"/>
                    <a:pt x="23396" y="61"/>
                  </a:cubicBezTo>
                  <a:cubicBezTo>
                    <a:pt x="23110" y="61"/>
                    <a:pt x="23110" y="121"/>
                    <a:pt x="22826" y="121"/>
                  </a:cubicBezTo>
                  <a:cubicBezTo>
                    <a:pt x="22540" y="121"/>
                    <a:pt x="22540" y="151"/>
                    <a:pt x="22256" y="151"/>
                  </a:cubicBezTo>
                  <a:cubicBezTo>
                    <a:pt x="21956" y="151"/>
                    <a:pt x="21956" y="586"/>
                    <a:pt x="21670" y="586"/>
                  </a:cubicBezTo>
                  <a:cubicBezTo>
                    <a:pt x="21386" y="586"/>
                    <a:pt x="21386" y="1"/>
                    <a:pt x="211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8"/>
            <p:cNvSpPr/>
            <p:nvPr/>
          </p:nvSpPr>
          <p:spPr>
            <a:xfrm rot="5400000">
              <a:off x="4596039" y="1405993"/>
              <a:ext cx="3346096" cy="3600114"/>
            </a:xfrm>
            <a:custGeom>
              <a:rect b="b" l="l" r="r" t="t"/>
              <a:pathLst>
                <a:path extrusionOk="0" h="37150" w="32484">
                  <a:moveTo>
                    <a:pt x="21100" y="1"/>
                  </a:moveTo>
                  <a:cubicBezTo>
                    <a:pt x="20816" y="1"/>
                    <a:pt x="20816" y="316"/>
                    <a:pt x="20516" y="316"/>
                  </a:cubicBezTo>
                  <a:cubicBezTo>
                    <a:pt x="20231" y="316"/>
                    <a:pt x="20231" y="106"/>
                    <a:pt x="19946" y="106"/>
                  </a:cubicBezTo>
                  <a:cubicBezTo>
                    <a:pt x="19661" y="106"/>
                    <a:pt x="19661" y="391"/>
                    <a:pt x="19361" y="391"/>
                  </a:cubicBezTo>
                  <a:cubicBezTo>
                    <a:pt x="19076" y="391"/>
                    <a:pt x="19076" y="721"/>
                    <a:pt x="18791" y="721"/>
                  </a:cubicBezTo>
                  <a:cubicBezTo>
                    <a:pt x="18506" y="721"/>
                    <a:pt x="18506" y="391"/>
                    <a:pt x="18221" y="391"/>
                  </a:cubicBezTo>
                  <a:cubicBezTo>
                    <a:pt x="17921" y="391"/>
                    <a:pt x="17921" y="166"/>
                    <a:pt x="17637" y="166"/>
                  </a:cubicBezTo>
                  <a:cubicBezTo>
                    <a:pt x="17351" y="166"/>
                    <a:pt x="17351" y="76"/>
                    <a:pt x="17067" y="76"/>
                  </a:cubicBezTo>
                  <a:cubicBezTo>
                    <a:pt x="16781" y="76"/>
                    <a:pt x="16781" y="196"/>
                    <a:pt x="16481" y="196"/>
                  </a:cubicBezTo>
                  <a:cubicBezTo>
                    <a:pt x="16197" y="196"/>
                    <a:pt x="16197" y="121"/>
                    <a:pt x="15911" y="121"/>
                  </a:cubicBezTo>
                  <a:cubicBezTo>
                    <a:pt x="15627" y="121"/>
                    <a:pt x="15627" y="541"/>
                    <a:pt x="15341" y="541"/>
                  </a:cubicBezTo>
                  <a:cubicBezTo>
                    <a:pt x="15042" y="541"/>
                    <a:pt x="15042" y="256"/>
                    <a:pt x="14757" y="256"/>
                  </a:cubicBezTo>
                  <a:cubicBezTo>
                    <a:pt x="14472" y="256"/>
                    <a:pt x="14472" y="241"/>
                    <a:pt x="14187" y="241"/>
                  </a:cubicBezTo>
                  <a:cubicBezTo>
                    <a:pt x="13902" y="241"/>
                    <a:pt x="13902" y="331"/>
                    <a:pt x="13602" y="331"/>
                  </a:cubicBezTo>
                  <a:cubicBezTo>
                    <a:pt x="13317" y="331"/>
                    <a:pt x="13317" y="436"/>
                    <a:pt x="13032" y="436"/>
                  </a:cubicBezTo>
                  <a:cubicBezTo>
                    <a:pt x="12748" y="436"/>
                    <a:pt x="12748" y="721"/>
                    <a:pt x="12462" y="721"/>
                  </a:cubicBezTo>
                  <a:cubicBezTo>
                    <a:pt x="12162" y="721"/>
                    <a:pt x="12162" y="241"/>
                    <a:pt x="11878" y="241"/>
                  </a:cubicBezTo>
                  <a:cubicBezTo>
                    <a:pt x="11592" y="241"/>
                    <a:pt x="11592" y="286"/>
                    <a:pt x="11308" y="286"/>
                  </a:cubicBezTo>
                  <a:cubicBezTo>
                    <a:pt x="11022" y="286"/>
                    <a:pt x="11022" y="421"/>
                    <a:pt x="10738" y="421"/>
                  </a:cubicBezTo>
                  <a:cubicBezTo>
                    <a:pt x="10438" y="421"/>
                    <a:pt x="10438" y="151"/>
                    <a:pt x="10152" y="151"/>
                  </a:cubicBezTo>
                  <a:cubicBezTo>
                    <a:pt x="9868" y="151"/>
                    <a:pt x="9868" y="496"/>
                    <a:pt x="9583" y="496"/>
                  </a:cubicBezTo>
                  <a:cubicBezTo>
                    <a:pt x="9298" y="496"/>
                    <a:pt x="9298" y="181"/>
                    <a:pt x="8998" y="181"/>
                  </a:cubicBezTo>
                  <a:cubicBezTo>
                    <a:pt x="8713" y="181"/>
                    <a:pt x="8713" y="526"/>
                    <a:pt x="8428" y="526"/>
                  </a:cubicBezTo>
                  <a:cubicBezTo>
                    <a:pt x="8143" y="526"/>
                    <a:pt x="8143" y="466"/>
                    <a:pt x="7859" y="466"/>
                  </a:cubicBezTo>
                  <a:cubicBezTo>
                    <a:pt x="7559" y="466"/>
                    <a:pt x="7559" y="331"/>
                    <a:pt x="7273" y="331"/>
                  </a:cubicBezTo>
                  <a:cubicBezTo>
                    <a:pt x="6989" y="331"/>
                    <a:pt x="6989" y="661"/>
                    <a:pt x="6703" y="661"/>
                  </a:cubicBezTo>
                  <a:cubicBezTo>
                    <a:pt x="6419" y="661"/>
                    <a:pt x="6419" y="391"/>
                    <a:pt x="6133" y="391"/>
                  </a:cubicBezTo>
                  <a:cubicBezTo>
                    <a:pt x="5833" y="391"/>
                    <a:pt x="5833" y="61"/>
                    <a:pt x="5549" y="61"/>
                  </a:cubicBezTo>
                  <a:cubicBezTo>
                    <a:pt x="5263" y="61"/>
                    <a:pt x="5263" y="451"/>
                    <a:pt x="4979" y="451"/>
                  </a:cubicBezTo>
                  <a:cubicBezTo>
                    <a:pt x="4694" y="451"/>
                    <a:pt x="4694" y="181"/>
                    <a:pt x="4394" y="181"/>
                  </a:cubicBezTo>
                  <a:cubicBezTo>
                    <a:pt x="4109" y="181"/>
                    <a:pt x="4109" y="556"/>
                    <a:pt x="3824" y="556"/>
                  </a:cubicBezTo>
                  <a:cubicBezTo>
                    <a:pt x="3539" y="556"/>
                    <a:pt x="3539" y="46"/>
                    <a:pt x="3254" y="46"/>
                  </a:cubicBezTo>
                  <a:cubicBezTo>
                    <a:pt x="2969" y="46"/>
                    <a:pt x="2969" y="31"/>
                    <a:pt x="2670" y="31"/>
                  </a:cubicBezTo>
                  <a:cubicBezTo>
                    <a:pt x="2384" y="31"/>
                    <a:pt x="2384" y="301"/>
                    <a:pt x="2100" y="301"/>
                  </a:cubicBezTo>
                  <a:cubicBezTo>
                    <a:pt x="1814" y="301"/>
                    <a:pt x="1814" y="121"/>
                    <a:pt x="1530" y="121"/>
                  </a:cubicBezTo>
                  <a:cubicBezTo>
                    <a:pt x="1244" y="121"/>
                    <a:pt x="1244" y="436"/>
                    <a:pt x="944" y="436"/>
                  </a:cubicBezTo>
                  <a:cubicBezTo>
                    <a:pt x="712" y="436"/>
                    <a:pt x="499" y="146"/>
                    <a:pt x="323" y="146"/>
                  </a:cubicBezTo>
                  <a:cubicBezTo>
                    <a:pt x="283" y="146"/>
                    <a:pt x="246" y="160"/>
                    <a:pt x="210" y="196"/>
                  </a:cubicBezTo>
                  <a:cubicBezTo>
                    <a:pt x="0" y="406"/>
                    <a:pt x="284" y="661"/>
                    <a:pt x="284" y="946"/>
                  </a:cubicBezTo>
                  <a:cubicBezTo>
                    <a:pt x="284" y="1231"/>
                    <a:pt x="164" y="1231"/>
                    <a:pt x="164" y="1530"/>
                  </a:cubicBezTo>
                  <a:cubicBezTo>
                    <a:pt x="164" y="1816"/>
                    <a:pt x="464" y="1816"/>
                    <a:pt x="464" y="2100"/>
                  </a:cubicBezTo>
                  <a:cubicBezTo>
                    <a:pt x="464" y="2400"/>
                    <a:pt x="180" y="2400"/>
                    <a:pt x="180" y="2686"/>
                  </a:cubicBezTo>
                  <a:cubicBezTo>
                    <a:pt x="180" y="2970"/>
                    <a:pt x="134" y="2970"/>
                    <a:pt x="134" y="3256"/>
                  </a:cubicBezTo>
                  <a:cubicBezTo>
                    <a:pt x="134" y="3556"/>
                    <a:pt x="30" y="3556"/>
                    <a:pt x="30" y="3840"/>
                  </a:cubicBezTo>
                  <a:cubicBezTo>
                    <a:pt x="30" y="4126"/>
                    <a:pt x="690" y="4126"/>
                    <a:pt x="690" y="4425"/>
                  </a:cubicBezTo>
                  <a:cubicBezTo>
                    <a:pt x="690" y="4710"/>
                    <a:pt x="614" y="4710"/>
                    <a:pt x="614" y="4995"/>
                  </a:cubicBezTo>
                  <a:cubicBezTo>
                    <a:pt x="614" y="5295"/>
                    <a:pt x="540" y="5295"/>
                    <a:pt x="540" y="5580"/>
                  </a:cubicBezTo>
                  <a:cubicBezTo>
                    <a:pt x="540" y="5865"/>
                    <a:pt x="570" y="5865"/>
                    <a:pt x="570" y="6150"/>
                  </a:cubicBezTo>
                  <a:cubicBezTo>
                    <a:pt x="570" y="6449"/>
                    <a:pt x="300" y="6449"/>
                    <a:pt x="300" y="6735"/>
                  </a:cubicBezTo>
                  <a:cubicBezTo>
                    <a:pt x="300" y="7019"/>
                    <a:pt x="44" y="7019"/>
                    <a:pt x="44" y="7319"/>
                  </a:cubicBezTo>
                  <a:cubicBezTo>
                    <a:pt x="44" y="7605"/>
                    <a:pt x="284" y="7605"/>
                    <a:pt x="284" y="7889"/>
                  </a:cubicBezTo>
                  <a:cubicBezTo>
                    <a:pt x="284" y="8175"/>
                    <a:pt x="194" y="8175"/>
                    <a:pt x="194" y="8475"/>
                  </a:cubicBezTo>
                  <a:cubicBezTo>
                    <a:pt x="194" y="8759"/>
                    <a:pt x="360" y="8759"/>
                    <a:pt x="360" y="9045"/>
                  </a:cubicBezTo>
                  <a:cubicBezTo>
                    <a:pt x="360" y="9329"/>
                    <a:pt x="554" y="9329"/>
                    <a:pt x="554" y="9629"/>
                  </a:cubicBezTo>
                  <a:cubicBezTo>
                    <a:pt x="554" y="9914"/>
                    <a:pt x="690" y="9914"/>
                    <a:pt x="690" y="10199"/>
                  </a:cubicBezTo>
                  <a:cubicBezTo>
                    <a:pt x="690" y="10499"/>
                    <a:pt x="450" y="10499"/>
                    <a:pt x="450" y="10784"/>
                  </a:cubicBezTo>
                  <a:cubicBezTo>
                    <a:pt x="450" y="11069"/>
                    <a:pt x="224" y="11069"/>
                    <a:pt x="224" y="11354"/>
                  </a:cubicBezTo>
                  <a:cubicBezTo>
                    <a:pt x="224" y="11654"/>
                    <a:pt x="704" y="11654"/>
                    <a:pt x="704" y="11938"/>
                  </a:cubicBezTo>
                  <a:cubicBezTo>
                    <a:pt x="704" y="12224"/>
                    <a:pt x="404" y="12224"/>
                    <a:pt x="404" y="12524"/>
                  </a:cubicBezTo>
                  <a:cubicBezTo>
                    <a:pt x="404" y="12808"/>
                    <a:pt x="314" y="12808"/>
                    <a:pt x="314" y="13094"/>
                  </a:cubicBezTo>
                  <a:cubicBezTo>
                    <a:pt x="314" y="13378"/>
                    <a:pt x="480" y="13378"/>
                    <a:pt x="480" y="13678"/>
                  </a:cubicBezTo>
                  <a:cubicBezTo>
                    <a:pt x="480" y="13964"/>
                    <a:pt x="390" y="13964"/>
                    <a:pt x="390" y="14248"/>
                  </a:cubicBezTo>
                  <a:cubicBezTo>
                    <a:pt x="390" y="14548"/>
                    <a:pt x="240" y="14548"/>
                    <a:pt x="240" y="14833"/>
                  </a:cubicBezTo>
                  <a:cubicBezTo>
                    <a:pt x="240" y="15118"/>
                    <a:pt x="44" y="15118"/>
                    <a:pt x="44" y="15403"/>
                  </a:cubicBezTo>
                  <a:cubicBezTo>
                    <a:pt x="44" y="15703"/>
                    <a:pt x="194" y="15703"/>
                    <a:pt x="194" y="15988"/>
                  </a:cubicBezTo>
                  <a:cubicBezTo>
                    <a:pt x="194" y="16273"/>
                    <a:pt x="450" y="16273"/>
                    <a:pt x="450" y="16573"/>
                  </a:cubicBezTo>
                  <a:cubicBezTo>
                    <a:pt x="450" y="16857"/>
                    <a:pt x="434" y="16857"/>
                    <a:pt x="434" y="17143"/>
                  </a:cubicBezTo>
                  <a:cubicBezTo>
                    <a:pt x="434" y="17427"/>
                    <a:pt x="734" y="17427"/>
                    <a:pt x="734" y="17727"/>
                  </a:cubicBezTo>
                  <a:cubicBezTo>
                    <a:pt x="734" y="18013"/>
                    <a:pt x="270" y="18013"/>
                    <a:pt x="270" y="18297"/>
                  </a:cubicBezTo>
                  <a:cubicBezTo>
                    <a:pt x="270" y="18583"/>
                    <a:pt x="134" y="18583"/>
                    <a:pt x="134" y="18883"/>
                  </a:cubicBezTo>
                  <a:cubicBezTo>
                    <a:pt x="134" y="19167"/>
                    <a:pt x="104" y="19167"/>
                    <a:pt x="104" y="19453"/>
                  </a:cubicBezTo>
                  <a:cubicBezTo>
                    <a:pt x="104" y="19752"/>
                    <a:pt x="390" y="19752"/>
                    <a:pt x="390" y="20037"/>
                  </a:cubicBezTo>
                  <a:cubicBezTo>
                    <a:pt x="390" y="20322"/>
                    <a:pt x="150" y="20322"/>
                    <a:pt x="150" y="20607"/>
                  </a:cubicBezTo>
                  <a:lnTo>
                    <a:pt x="150" y="21192"/>
                  </a:lnTo>
                  <a:cubicBezTo>
                    <a:pt x="150" y="21477"/>
                    <a:pt x="30" y="21477"/>
                    <a:pt x="30" y="21762"/>
                  </a:cubicBezTo>
                  <a:cubicBezTo>
                    <a:pt x="30" y="22062"/>
                    <a:pt x="690" y="22062"/>
                    <a:pt x="690" y="22346"/>
                  </a:cubicBezTo>
                  <a:cubicBezTo>
                    <a:pt x="690" y="22632"/>
                    <a:pt x="284" y="22632"/>
                    <a:pt x="284" y="22932"/>
                  </a:cubicBezTo>
                  <a:cubicBezTo>
                    <a:pt x="284" y="23216"/>
                    <a:pt x="450" y="23216"/>
                    <a:pt x="450" y="23502"/>
                  </a:cubicBezTo>
                  <a:cubicBezTo>
                    <a:pt x="450" y="23786"/>
                    <a:pt x="404" y="23786"/>
                    <a:pt x="404" y="24086"/>
                  </a:cubicBezTo>
                  <a:cubicBezTo>
                    <a:pt x="404" y="24372"/>
                    <a:pt x="30" y="24372"/>
                    <a:pt x="30" y="24656"/>
                  </a:cubicBezTo>
                  <a:cubicBezTo>
                    <a:pt x="30" y="24941"/>
                    <a:pt x="584" y="24941"/>
                    <a:pt x="584" y="25241"/>
                  </a:cubicBezTo>
                  <a:cubicBezTo>
                    <a:pt x="584" y="25526"/>
                    <a:pt x="704" y="25526"/>
                    <a:pt x="704" y="25811"/>
                  </a:cubicBezTo>
                  <a:cubicBezTo>
                    <a:pt x="704" y="26096"/>
                    <a:pt x="614" y="26096"/>
                    <a:pt x="614" y="26396"/>
                  </a:cubicBezTo>
                  <a:cubicBezTo>
                    <a:pt x="614" y="26681"/>
                    <a:pt x="630" y="26681"/>
                    <a:pt x="630" y="26965"/>
                  </a:cubicBezTo>
                  <a:cubicBezTo>
                    <a:pt x="630" y="27251"/>
                    <a:pt x="554" y="27251"/>
                    <a:pt x="554" y="27551"/>
                  </a:cubicBezTo>
                  <a:cubicBezTo>
                    <a:pt x="554" y="27835"/>
                    <a:pt x="300" y="27835"/>
                    <a:pt x="300" y="28121"/>
                  </a:cubicBezTo>
                  <a:cubicBezTo>
                    <a:pt x="300" y="28421"/>
                    <a:pt x="360" y="28421"/>
                    <a:pt x="360" y="28705"/>
                  </a:cubicBezTo>
                  <a:cubicBezTo>
                    <a:pt x="360" y="28991"/>
                    <a:pt x="630" y="28991"/>
                    <a:pt x="630" y="29275"/>
                  </a:cubicBezTo>
                  <a:cubicBezTo>
                    <a:pt x="630" y="29575"/>
                    <a:pt x="270" y="29575"/>
                    <a:pt x="270" y="29861"/>
                  </a:cubicBezTo>
                  <a:cubicBezTo>
                    <a:pt x="270" y="30145"/>
                    <a:pt x="194" y="30145"/>
                    <a:pt x="194" y="30430"/>
                  </a:cubicBezTo>
                  <a:cubicBezTo>
                    <a:pt x="194" y="30730"/>
                    <a:pt x="180" y="30730"/>
                    <a:pt x="180" y="31015"/>
                  </a:cubicBezTo>
                  <a:cubicBezTo>
                    <a:pt x="180" y="31300"/>
                    <a:pt x="360" y="31300"/>
                    <a:pt x="360" y="31585"/>
                  </a:cubicBezTo>
                  <a:cubicBezTo>
                    <a:pt x="360" y="31870"/>
                    <a:pt x="584" y="31870"/>
                    <a:pt x="584" y="32170"/>
                  </a:cubicBezTo>
                  <a:cubicBezTo>
                    <a:pt x="584" y="32454"/>
                    <a:pt x="704" y="32454"/>
                    <a:pt x="704" y="32740"/>
                  </a:cubicBezTo>
                  <a:cubicBezTo>
                    <a:pt x="704" y="33040"/>
                    <a:pt x="300" y="33040"/>
                    <a:pt x="300" y="33324"/>
                  </a:cubicBezTo>
                  <a:cubicBezTo>
                    <a:pt x="300" y="33610"/>
                    <a:pt x="554" y="33610"/>
                    <a:pt x="554" y="33894"/>
                  </a:cubicBezTo>
                  <a:cubicBezTo>
                    <a:pt x="554" y="34194"/>
                    <a:pt x="180" y="34194"/>
                    <a:pt x="180" y="34480"/>
                  </a:cubicBezTo>
                  <a:cubicBezTo>
                    <a:pt x="180" y="34764"/>
                    <a:pt x="690" y="34764"/>
                    <a:pt x="690" y="35050"/>
                  </a:cubicBezTo>
                  <a:cubicBezTo>
                    <a:pt x="690" y="35349"/>
                    <a:pt x="374" y="35349"/>
                    <a:pt x="374" y="35634"/>
                  </a:cubicBezTo>
                  <a:cubicBezTo>
                    <a:pt x="374" y="35919"/>
                    <a:pt x="284" y="35919"/>
                    <a:pt x="284" y="36204"/>
                  </a:cubicBezTo>
                  <a:cubicBezTo>
                    <a:pt x="284" y="36504"/>
                    <a:pt x="44" y="36699"/>
                    <a:pt x="254" y="36909"/>
                  </a:cubicBezTo>
                  <a:cubicBezTo>
                    <a:pt x="401" y="37056"/>
                    <a:pt x="540" y="37078"/>
                    <a:pt x="713" y="37078"/>
                  </a:cubicBezTo>
                  <a:cubicBezTo>
                    <a:pt x="788" y="37078"/>
                    <a:pt x="869" y="37074"/>
                    <a:pt x="960" y="37074"/>
                  </a:cubicBezTo>
                  <a:cubicBezTo>
                    <a:pt x="1244" y="37074"/>
                    <a:pt x="1244" y="36489"/>
                    <a:pt x="1530" y="36489"/>
                  </a:cubicBezTo>
                  <a:cubicBezTo>
                    <a:pt x="1814" y="36489"/>
                    <a:pt x="1814" y="36864"/>
                    <a:pt x="2114" y="36864"/>
                  </a:cubicBezTo>
                  <a:cubicBezTo>
                    <a:pt x="2400" y="36864"/>
                    <a:pt x="2400" y="36804"/>
                    <a:pt x="2684" y="36804"/>
                  </a:cubicBezTo>
                  <a:cubicBezTo>
                    <a:pt x="2969" y="36804"/>
                    <a:pt x="2969" y="36444"/>
                    <a:pt x="3254" y="36444"/>
                  </a:cubicBezTo>
                  <a:cubicBezTo>
                    <a:pt x="3554" y="36444"/>
                    <a:pt x="3554" y="36819"/>
                    <a:pt x="3839" y="36819"/>
                  </a:cubicBezTo>
                  <a:cubicBezTo>
                    <a:pt x="4124" y="36819"/>
                    <a:pt x="4124" y="36924"/>
                    <a:pt x="4409" y="36924"/>
                  </a:cubicBezTo>
                  <a:cubicBezTo>
                    <a:pt x="4709" y="36924"/>
                    <a:pt x="4709" y="36999"/>
                    <a:pt x="4993" y="36999"/>
                  </a:cubicBezTo>
                  <a:cubicBezTo>
                    <a:pt x="5279" y="36999"/>
                    <a:pt x="5279" y="36429"/>
                    <a:pt x="5563" y="36429"/>
                  </a:cubicBezTo>
                  <a:cubicBezTo>
                    <a:pt x="5849" y="36429"/>
                    <a:pt x="5849" y="36939"/>
                    <a:pt x="6149" y="36939"/>
                  </a:cubicBezTo>
                  <a:cubicBezTo>
                    <a:pt x="6433" y="36939"/>
                    <a:pt x="6433" y="36864"/>
                    <a:pt x="6719" y="36864"/>
                  </a:cubicBezTo>
                  <a:cubicBezTo>
                    <a:pt x="7003" y="36864"/>
                    <a:pt x="7003" y="37149"/>
                    <a:pt x="7289" y="37149"/>
                  </a:cubicBezTo>
                  <a:cubicBezTo>
                    <a:pt x="7589" y="37149"/>
                    <a:pt x="7589" y="36669"/>
                    <a:pt x="7873" y="36669"/>
                  </a:cubicBezTo>
                  <a:cubicBezTo>
                    <a:pt x="8158" y="36669"/>
                    <a:pt x="8158" y="36534"/>
                    <a:pt x="8443" y="36534"/>
                  </a:cubicBezTo>
                  <a:cubicBezTo>
                    <a:pt x="8728" y="36534"/>
                    <a:pt x="8728" y="36639"/>
                    <a:pt x="9028" y="36639"/>
                  </a:cubicBezTo>
                  <a:cubicBezTo>
                    <a:pt x="9313" y="36639"/>
                    <a:pt x="9313" y="36624"/>
                    <a:pt x="9598" y="36624"/>
                  </a:cubicBezTo>
                  <a:cubicBezTo>
                    <a:pt x="9883" y="36624"/>
                    <a:pt x="9883" y="36864"/>
                    <a:pt x="10168" y="36864"/>
                  </a:cubicBezTo>
                  <a:cubicBezTo>
                    <a:pt x="10468" y="36864"/>
                    <a:pt x="10468" y="36519"/>
                    <a:pt x="10752" y="36519"/>
                  </a:cubicBezTo>
                  <a:cubicBezTo>
                    <a:pt x="11038" y="36519"/>
                    <a:pt x="11038" y="36819"/>
                    <a:pt x="11322" y="36819"/>
                  </a:cubicBezTo>
                  <a:cubicBezTo>
                    <a:pt x="11622" y="36819"/>
                    <a:pt x="11622" y="36444"/>
                    <a:pt x="11908" y="36444"/>
                  </a:cubicBezTo>
                  <a:cubicBezTo>
                    <a:pt x="12192" y="36444"/>
                    <a:pt x="12192" y="37059"/>
                    <a:pt x="12478" y="37059"/>
                  </a:cubicBezTo>
                  <a:cubicBezTo>
                    <a:pt x="12762" y="37059"/>
                    <a:pt x="12762" y="36564"/>
                    <a:pt x="13062" y="36564"/>
                  </a:cubicBezTo>
                  <a:cubicBezTo>
                    <a:pt x="13347" y="36564"/>
                    <a:pt x="13347" y="36684"/>
                    <a:pt x="13632" y="36684"/>
                  </a:cubicBezTo>
                  <a:cubicBezTo>
                    <a:pt x="13917" y="36684"/>
                    <a:pt x="13917" y="36624"/>
                    <a:pt x="14202" y="36624"/>
                  </a:cubicBezTo>
                  <a:cubicBezTo>
                    <a:pt x="14502" y="36624"/>
                    <a:pt x="14502" y="36864"/>
                    <a:pt x="14787" y="36864"/>
                  </a:cubicBezTo>
                  <a:cubicBezTo>
                    <a:pt x="15072" y="36864"/>
                    <a:pt x="15072" y="36954"/>
                    <a:pt x="15357" y="36954"/>
                  </a:cubicBezTo>
                  <a:cubicBezTo>
                    <a:pt x="15641" y="36954"/>
                    <a:pt x="15641" y="37089"/>
                    <a:pt x="15941" y="37089"/>
                  </a:cubicBezTo>
                  <a:cubicBezTo>
                    <a:pt x="16227" y="37089"/>
                    <a:pt x="16227" y="36564"/>
                    <a:pt x="16511" y="36564"/>
                  </a:cubicBezTo>
                  <a:cubicBezTo>
                    <a:pt x="16797" y="36564"/>
                    <a:pt x="16797" y="37089"/>
                    <a:pt x="17081" y="37089"/>
                  </a:cubicBezTo>
                  <a:cubicBezTo>
                    <a:pt x="17381" y="37089"/>
                    <a:pt x="17381" y="36489"/>
                    <a:pt x="17667" y="36489"/>
                  </a:cubicBezTo>
                  <a:cubicBezTo>
                    <a:pt x="17951" y="36489"/>
                    <a:pt x="17951" y="36999"/>
                    <a:pt x="18237" y="36999"/>
                  </a:cubicBezTo>
                  <a:cubicBezTo>
                    <a:pt x="18521" y="36999"/>
                    <a:pt x="18521" y="36924"/>
                    <a:pt x="18821" y="36924"/>
                  </a:cubicBezTo>
                  <a:cubicBezTo>
                    <a:pt x="19106" y="36924"/>
                    <a:pt x="19106" y="36849"/>
                    <a:pt x="19391" y="36849"/>
                  </a:cubicBezTo>
                  <a:cubicBezTo>
                    <a:pt x="19676" y="36849"/>
                    <a:pt x="19676" y="36774"/>
                    <a:pt x="19961" y="36774"/>
                  </a:cubicBezTo>
                  <a:cubicBezTo>
                    <a:pt x="20261" y="36774"/>
                    <a:pt x="20261" y="36744"/>
                    <a:pt x="20546" y="36744"/>
                  </a:cubicBezTo>
                  <a:cubicBezTo>
                    <a:pt x="20830" y="36744"/>
                    <a:pt x="20830" y="37029"/>
                    <a:pt x="21116" y="37029"/>
                  </a:cubicBezTo>
                  <a:cubicBezTo>
                    <a:pt x="21400" y="37029"/>
                    <a:pt x="21400" y="36984"/>
                    <a:pt x="21700" y="36984"/>
                  </a:cubicBezTo>
                  <a:cubicBezTo>
                    <a:pt x="21986" y="36984"/>
                    <a:pt x="21986" y="36879"/>
                    <a:pt x="22270" y="36879"/>
                  </a:cubicBezTo>
                  <a:cubicBezTo>
                    <a:pt x="22556" y="36879"/>
                    <a:pt x="22556" y="36999"/>
                    <a:pt x="22840" y="36999"/>
                  </a:cubicBezTo>
                  <a:cubicBezTo>
                    <a:pt x="23126" y="36999"/>
                    <a:pt x="23126" y="36909"/>
                    <a:pt x="23425" y="36909"/>
                  </a:cubicBezTo>
                  <a:cubicBezTo>
                    <a:pt x="23710" y="36909"/>
                    <a:pt x="23710" y="36669"/>
                    <a:pt x="23995" y="36669"/>
                  </a:cubicBezTo>
                  <a:cubicBezTo>
                    <a:pt x="24280" y="36669"/>
                    <a:pt x="24280" y="37089"/>
                    <a:pt x="24565" y="37089"/>
                  </a:cubicBezTo>
                  <a:cubicBezTo>
                    <a:pt x="24865" y="37089"/>
                    <a:pt x="24865" y="36879"/>
                    <a:pt x="25150" y="36879"/>
                  </a:cubicBezTo>
                  <a:cubicBezTo>
                    <a:pt x="25435" y="36879"/>
                    <a:pt x="25435" y="36549"/>
                    <a:pt x="25719" y="36549"/>
                  </a:cubicBezTo>
                  <a:cubicBezTo>
                    <a:pt x="26005" y="36549"/>
                    <a:pt x="26005" y="36654"/>
                    <a:pt x="26289" y="36654"/>
                  </a:cubicBezTo>
                  <a:cubicBezTo>
                    <a:pt x="26589" y="36654"/>
                    <a:pt x="26589" y="36549"/>
                    <a:pt x="26875" y="36549"/>
                  </a:cubicBezTo>
                  <a:cubicBezTo>
                    <a:pt x="27159" y="36549"/>
                    <a:pt x="27159" y="37014"/>
                    <a:pt x="27445" y="37014"/>
                  </a:cubicBezTo>
                  <a:cubicBezTo>
                    <a:pt x="27729" y="37014"/>
                    <a:pt x="27729" y="36699"/>
                    <a:pt x="28029" y="36699"/>
                  </a:cubicBezTo>
                  <a:cubicBezTo>
                    <a:pt x="28315" y="36699"/>
                    <a:pt x="28315" y="36489"/>
                    <a:pt x="28599" y="36489"/>
                  </a:cubicBezTo>
                  <a:cubicBezTo>
                    <a:pt x="28884" y="36489"/>
                    <a:pt x="28884" y="36594"/>
                    <a:pt x="29169" y="36594"/>
                  </a:cubicBezTo>
                  <a:cubicBezTo>
                    <a:pt x="29469" y="36594"/>
                    <a:pt x="29469" y="36444"/>
                    <a:pt x="29754" y="36444"/>
                  </a:cubicBezTo>
                  <a:cubicBezTo>
                    <a:pt x="30039" y="36444"/>
                    <a:pt x="30039" y="36894"/>
                    <a:pt x="30324" y="36894"/>
                  </a:cubicBezTo>
                  <a:cubicBezTo>
                    <a:pt x="30608" y="36894"/>
                    <a:pt x="30608" y="37074"/>
                    <a:pt x="30894" y="37074"/>
                  </a:cubicBezTo>
                  <a:cubicBezTo>
                    <a:pt x="31178" y="37074"/>
                    <a:pt x="31178" y="36939"/>
                    <a:pt x="31478" y="36939"/>
                  </a:cubicBezTo>
                  <a:cubicBezTo>
                    <a:pt x="31764" y="36939"/>
                    <a:pt x="31598" y="36744"/>
                    <a:pt x="31794" y="36549"/>
                  </a:cubicBezTo>
                  <a:cubicBezTo>
                    <a:pt x="32004" y="36339"/>
                    <a:pt x="31688" y="36399"/>
                    <a:pt x="31704" y="36189"/>
                  </a:cubicBezTo>
                  <a:cubicBezTo>
                    <a:pt x="31718" y="35904"/>
                    <a:pt x="32274" y="35919"/>
                    <a:pt x="32274" y="35634"/>
                  </a:cubicBezTo>
                  <a:cubicBezTo>
                    <a:pt x="32274" y="35334"/>
                    <a:pt x="31748" y="35334"/>
                    <a:pt x="31748" y="35050"/>
                  </a:cubicBezTo>
                  <a:cubicBezTo>
                    <a:pt x="31748" y="34764"/>
                    <a:pt x="32048" y="34764"/>
                    <a:pt x="32048" y="34464"/>
                  </a:cubicBezTo>
                  <a:cubicBezTo>
                    <a:pt x="32048" y="34180"/>
                    <a:pt x="32394" y="34180"/>
                    <a:pt x="32394" y="33894"/>
                  </a:cubicBezTo>
                  <a:cubicBezTo>
                    <a:pt x="32394" y="33610"/>
                    <a:pt x="32288" y="33610"/>
                    <a:pt x="32288" y="33310"/>
                  </a:cubicBezTo>
                  <a:cubicBezTo>
                    <a:pt x="32288" y="33024"/>
                    <a:pt x="31838" y="33024"/>
                    <a:pt x="31838" y="32740"/>
                  </a:cubicBezTo>
                  <a:cubicBezTo>
                    <a:pt x="31838" y="32440"/>
                    <a:pt x="32108" y="32440"/>
                    <a:pt x="32108" y="32154"/>
                  </a:cubicBezTo>
                  <a:cubicBezTo>
                    <a:pt x="32108" y="31870"/>
                    <a:pt x="32018" y="31870"/>
                    <a:pt x="32018" y="31570"/>
                  </a:cubicBezTo>
                  <a:cubicBezTo>
                    <a:pt x="32018" y="31285"/>
                    <a:pt x="32378" y="31285"/>
                    <a:pt x="32378" y="31000"/>
                  </a:cubicBezTo>
                  <a:cubicBezTo>
                    <a:pt x="32378" y="30715"/>
                    <a:pt x="32168" y="30715"/>
                    <a:pt x="32168" y="30415"/>
                  </a:cubicBezTo>
                  <a:cubicBezTo>
                    <a:pt x="32168" y="30130"/>
                    <a:pt x="31958" y="30130"/>
                    <a:pt x="31958" y="29845"/>
                  </a:cubicBezTo>
                  <a:cubicBezTo>
                    <a:pt x="31958" y="29545"/>
                    <a:pt x="32018" y="29545"/>
                    <a:pt x="32018" y="29261"/>
                  </a:cubicBezTo>
                  <a:cubicBezTo>
                    <a:pt x="32018" y="28975"/>
                    <a:pt x="32288" y="28975"/>
                    <a:pt x="32288" y="28691"/>
                  </a:cubicBezTo>
                  <a:cubicBezTo>
                    <a:pt x="32288" y="28391"/>
                    <a:pt x="32138" y="28391"/>
                    <a:pt x="32138" y="28105"/>
                  </a:cubicBezTo>
                  <a:cubicBezTo>
                    <a:pt x="32138" y="27821"/>
                    <a:pt x="31898" y="27821"/>
                    <a:pt x="31898" y="27535"/>
                  </a:cubicBezTo>
                  <a:cubicBezTo>
                    <a:pt x="31898" y="27235"/>
                    <a:pt x="32004" y="27235"/>
                    <a:pt x="32004" y="26951"/>
                  </a:cubicBezTo>
                  <a:cubicBezTo>
                    <a:pt x="32004" y="26666"/>
                    <a:pt x="31838" y="26666"/>
                    <a:pt x="31838" y="26366"/>
                  </a:cubicBezTo>
                  <a:cubicBezTo>
                    <a:pt x="31838" y="26081"/>
                    <a:pt x="32378" y="26081"/>
                    <a:pt x="32378" y="25796"/>
                  </a:cubicBezTo>
                  <a:cubicBezTo>
                    <a:pt x="32378" y="25511"/>
                    <a:pt x="31688" y="25511"/>
                    <a:pt x="31688" y="25211"/>
                  </a:cubicBezTo>
                  <a:cubicBezTo>
                    <a:pt x="31688" y="24926"/>
                    <a:pt x="31838" y="24926"/>
                    <a:pt x="31838" y="24642"/>
                  </a:cubicBezTo>
                  <a:cubicBezTo>
                    <a:pt x="31838" y="24342"/>
                    <a:pt x="32198" y="24342"/>
                    <a:pt x="32198" y="24056"/>
                  </a:cubicBezTo>
                  <a:cubicBezTo>
                    <a:pt x="32198" y="23772"/>
                    <a:pt x="31778" y="23772"/>
                    <a:pt x="31778" y="23486"/>
                  </a:cubicBezTo>
                  <a:cubicBezTo>
                    <a:pt x="31778" y="23186"/>
                    <a:pt x="31988" y="23186"/>
                    <a:pt x="31988" y="22902"/>
                  </a:cubicBezTo>
                  <a:cubicBezTo>
                    <a:pt x="31988" y="22616"/>
                    <a:pt x="32304" y="22616"/>
                    <a:pt x="32304" y="22316"/>
                  </a:cubicBezTo>
                  <a:cubicBezTo>
                    <a:pt x="32304" y="22032"/>
                    <a:pt x="32184" y="22032"/>
                    <a:pt x="32184" y="21747"/>
                  </a:cubicBezTo>
                  <a:cubicBezTo>
                    <a:pt x="32184" y="21462"/>
                    <a:pt x="31748" y="21462"/>
                    <a:pt x="31748" y="21162"/>
                  </a:cubicBezTo>
                  <a:cubicBezTo>
                    <a:pt x="31748" y="20877"/>
                    <a:pt x="31884" y="20877"/>
                    <a:pt x="31884" y="20592"/>
                  </a:cubicBezTo>
                  <a:cubicBezTo>
                    <a:pt x="31884" y="20292"/>
                    <a:pt x="32244" y="20292"/>
                    <a:pt x="32244" y="20007"/>
                  </a:cubicBezTo>
                  <a:cubicBezTo>
                    <a:pt x="32244" y="19723"/>
                    <a:pt x="32018" y="19723"/>
                    <a:pt x="32018" y="19437"/>
                  </a:cubicBezTo>
                  <a:lnTo>
                    <a:pt x="32018" y="18853"/>
                  </a:lnTo>
                  <a:cubicBezTo>
                    <a:pt x="32018" y="18567"/>
                    <a:pt x="31808" y="18567"/>
                    <a:pt x="31808" y="18283"/>
                  </a:cubicBezTo>
                  <a:cubicBezTo>
                    <a:pt x="31808" y="17983"/>
                    <a:pt x="31914" y="17983"/>
                    <a:pt x="31914" y="17697"/>
                  </a:cubicBezTo>
                  <a:cubicBezTo>
                    <a:pt x="31914" y="17413"/>
                    <a:pt x="31734" y="17413"/>
                    <a:pt x="31734" y="17113"/>
                  </a:cubicBezTo>
                  <a:cubicBezTo>
                    <a:pt x="31734" y="16827"/>
                    <a:pt x="32228" y="16827"/>
                    <a:pt x="32228" y="16543"/>
                  </a:cubicBezTo>
                  <a:cubicBezTo>
                    <a:pt x="32228" y="16258"/>
                    <a:pt x="32214" y="16258"/>
                    <a:pt x="32214" y="15958"/>
                  </a:cubicBezTo>
                  <a:cubicBezTo>
                    <a:pt x="32214" y="15673"/>
                    <a:pt x="32394" y="15673"/>
                    <a:pt x="32394" y="15388"/>
                  </a:cubicBezTo>
                  <a:cubicBezTo>
                    <a:pt x="32394" y="15103"/>
                    <a:pt x="31808" y="15103"/>
                    <a:pt x="31808" y="14803"/>
                  </a:cubicBezTo>
                  <a:cubicBezTo>
                    <a:pt x="31808" y="14518"/>
                    <a:pt x="32168" y="14518"/>
                    <a:pt x="32168" y="14234"/>
                  </a:cubicBezTo>
                  <a:cubicBezTo>
                    <a:pt x="32168" y="13934"/>
                    <a:pt x="32318" y="13934"/>
                    <a:pt x="32318" y="13648"/>
                  </a:cubicBezTo>
                  <a:cubicBezTo>
                    <a:pt x="32318" y="13364"/>
                    <a:pt x="32034" y="13364"/>
                    <a:pt x="32034" y="13078"/>
                  </a:cubicBezTo>
                  <a:cubicBezTo>
                    <a:pt x="32034" y="12778"/>
                    <a:pt x="32318" y="12778"/>
                    <a:pt x="32318" y="12494"/>
                  </a:cubicBezTo>
                  <a:cubicBezTo>
                    <a:pt x="32318" y="12208"/>
                    <a:pt x="31988" y="12208"/>
                    <a:pt x="31988" y="11924"/>
                  </a:cubicBezTo>
                  <a:cubicBezTo>
                    <a:pt x="31988" y="11624"/>
                    <a:pt x="31794" y="11624"/>
                    <a:pt x="31794" y="11339"/>
                  </a:cubicBezTo>
                  <a:cubicBezTo>
                    <a:pt x="31794" y="11054"/>
                    <a:pt x="32364" y="11054"/>
                    <a:pt x="32364" y="10769"/>
                  </a:cubicBezTo>
                  <a:cubicBezTo>
                    <a:pt x="32364" y="10469"/>
                    <a:pt x="32348" y="10469"/>
                    <a:pt x="32348" y="10184"/>
                  </a:cubicBezTo>
                  <a:cubicBezTo>
                    <a:pt x="32348" y="9899"/>
                    <a:pt x="31868" y="9899"/>
                    <a:pt x="31868" y="9614"/>
                  </a:cubicBezTo>
                  <a:cubicBezTo>
                    <a:pt x="31868" y="9315"/>
                    <a:pt x="32154" y="9315"/>
                    <a:pt x="32154" y="9029"/>
                  </a:cubicBezTo>
                  <a:cubicBezTo>
                    <a:pt x="32154" y="8745"/>
                    <a:pt x="31974" y="8745"/>
                    <a:pt x="31974" y="8445"/>
                  </a:cubicBezTo>
                  <a:cubicBezTo>
                    <a:pt x="31974" y="8159"/>
                    <a:pt x="32348" y="8159"/>
                    <a:pt x="32348" y="7875"/>
                  </a:cubicBezTo>
                  <a:cubicBezTo>
                    <a:pt x="32348" y="7589"/>
                    <a:pt x="32168" y="7589"/>
                    <a:pt x="32168" y="7289"/>
                  </a:cubicBezTo>
                  <a:cubicBezTo>
                    <a:pt x="32168" y="7005"/>
                    <a:pt x="32198" y="7005"/>
                    <a:pt x="32198" y="6719"/>
                  </a:cubicBezTo>
                  <a:cubicBezTo>
                    <a:pt x="32198" y="6435"/>
                    <a:pt x="32334" y="6435"/>
                    <a:pt x="32334" y="6150"/>
                  </a:cubicBezTo>
                  <a:cubicBezTo>
                    <a:pt x="32334" y="5850"/>
                    <a:pt x="31794" y="5850"/>
                    <a:pt x="31794" y="5565"/>
                  </a:cubicBezTo>
                  <a:cubicBezTo>
                    <a:pt x="31794" y="5280"/>
                    <a:pt x="32228" y="5280"/>
                    <a:pt x="32228" y="4995"/>
                  </a:cubicBezTo>
                  <a:cubicBezTo>
                    <a:pt x="32228" y="4695"/>
                    <a:pt x="32394" y="4695"/>
                    <a:pt x="32394" y="4410"/>
                  </a:cubicBezTo>
                  <a:cubicBezTo>
                    <a:pt x="32394" y="4126"/>
                    <a:pt x="31778" y="4126"/>
                    <a:pt x="31778" y="3826"/>
                  </a:cubicBezTo>
                  <a:cubicBezTo>
                    <a:pt x="31778" y="3540"/>
                    <a:pt x="32154" y="3540"/>
                    <a:pt x="32154" y="3256"/>
                  </a:cubicBezTo>
                  <a:cubicBezTo>
                    <a:pt x="32154" y="2970"/>
                    <a:pt x="32048" y="2970"/>
                    <a:pt x="32048" y="2670"/>
                  </a:cubicBezTo>
                  <a:cubicBezTo>
                    <a:pt x="32048" y="2386"/>
                    <a:pt x="32258" y="2386"/>
                    <a:pt x="32258" y="2100"/>
                  </a:cubicBezTo>
                  <a:cubicBezTo>
                    <a:pt x="32258" y="1816"/>
                    <a:pt x="31944" y="1816"/>
                    <a:pt x="31944" y="1516"/>
                  </a:cubicBezTo>
                  <a:cubicBezTo>
                    <a:pt x="31944" y="1231"/>
                    <a:pt x="32334" y="1231"/>
                    <a:pt x="32334" y="946"/>
                  </a:cubicBezTo>
                  <a:cubicBezTo>
                    <a:pt x="32334" y="661"/>
                    <a:pt x="32484" y="331"/>
                    <a:pt x="32274" y="136"/>
                  </a:cubicBezTo>
                  <a:cubicBezTo>
                    <a:pt x="32211" y="69"/>
                    <a:pt x="32137" y="47"/>
                    <a:pt x="32055" y="47"/>
                  </a:cubicBezTo>
                  <a:cubicBezTo>
                    <a:pt x="31879" y="47"/>
                    <a:pt x="31668" y="151"/>
                    <a:pt x="31464" y="151"/>
                  </a:cubicBezTo>
                  <a:cubicBezTo>
                    <a:pt x="31178" y="151"/>
                    <a:pt x="31178" y="526"/>
                    <a:pt x="30894" y="526"/>
                  </a:cubicBezTo>
                  <a:cubicBezTo>
                    <a:pt x="30608" y="526"/>
                    <a:pt x="30608" y="676"/>
                    <a:pt x="30309" y="676"/>
                  </a:cubicBezTo>
                  <a:cubicBezTo>
                    <a:pt x="30024" y="676"/>
                    <a:pt x="30024" y="661"/>
                    <a:pt x="29739" y="661"/>
                  </a:cubicBezTo>
                  <a:cubicBezTo>
                    <a:pt x="29454" y="661"/>
                    <a:pt x="29454" y="466"/>
                    <a:pt x="29169" y="466"/>
                  </a:cubicBezTo>
                  <a:lnTo>
                    <a:pt x="28584" y="466"/>
                  </a:lnTo>
                  <a:cubicBezTo>
                    <a:pt x="28299" y="466"/>
                    <a:pt x="28299" y="541"/>
                    <a:pt x="28015" y="541"/>
                  </a:cubicBezTo>
                  <a:cubicBezTo>
                    <a:pt x="27729" y="541"/>
                    <a:pt x="27729" y="166"/>
                    <a:pt x="27429" y="166"/>
                  </a:cubicBezTo>
                  <a:cubicBezTo>
                    <a:pt x="27145" y="166"/>
                    <a:pt x="27145" y="601"/>
                    <a:pt x="26859" y="601"/>
                  </a:cubicBezTo>
                  <a:cubicBezTo>
                    <a:pt x="26575" y="601"/>
                    <a:pt x="26575" y="91"/>
                    <a:pt x="26275" y="91"/>
                  </a:cubicBezTo>
                  <a:cubicBezTo>
                    <a:pt x="25989" y="91"/>
                    <a:pt x="25989" y="631"/>
                    <a:pt x="25705" y="631"/>
                  </a:cubicBezTo>
                  <a:cubicBezTo>
                    <a:pt x="25420" y="631"/>
                    <a:pt x="25420" y="511"/>
                    <a:pt x="25135" y="511"/>
                  </a:cubicBezTo>
                  <a:cubicBezTo>
                    <a:pt x="24835" y="511"/>
                    <a:pt x="24835" y="676"/>
                    <a:pt x="24550" y="676"/>
                  </a:cubicBezTo>
                  <a:cubicBezTo>
                    <a:pt x="24265" y="676"/>
                    <a:pt x="24265" y="226"/>
                    <a:pt x="23980" y="226"/>
                  </a:cubicBezTo>
                  <a:cubicBezTo>
                    <a:pt x="23695" y="226"/>
                    <a:pt x="23695" y="61"/>
                    <a:pt x="23396" y="61"/>
                  </a:cubicBezTo>
                  <a:cubicBezTo>
                    <a:pt x="23110" y="61"/>
                    <a:pt x="23110" y="121"/>
                    <a:pt x="22826" y="121"/>
                  </a:cubicBezTo>
                  <a:cubicBezTo>
                    <a:pt x="22540" y="121"/>
                    <a:pt x="22540" y="151"/>
                    <a:pt x="22256" y="151"/>
                  </a:cubicBezTo>
                  <a:cubicBezTo>
                    <a:pt x="21956" y="151"/>
                    <a:pt x="21956" y="586"/>
                    <a:pt x="21670" y="586"/>
                  </a:cubicBezTo>
                  <a:cubicBezTo>
                    <a:pt x="21386" y="586"/>
                    <a:pt x="21386" y="1"/>
                    <a:pt x="211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8"/>
            <p:cNvSpPr/>
            <p:nvPr/>
          </p:nvSpPr>
          <p:spPr>
            <a:xfrm rot="5400000">
              <a:off x="3165329" y="-96820"/>
              <a:ext cx="2786076" cy="6609166"/>
            </a:xfrm>
            <a:custGeom>
              <a:rect b="b" l="l" r="r" t="t"/>
              <a:pathLst>
                <a:path extrusionOk="0" h="32170" w="27986">
                  <a:moveTo>
                    <a:pt x="1" y="0"/>
                  </a:moveTo>
                  <a:lnTo>
                    <a:pt x="1" y="32170"/>
                  </a:lnTo>
                  <a:lnTo>
                    <a:pt x="27985" y="32170"/>
                  </a:lnTo>
                  <a:lnTo>
                    <a:pt x="2798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1399" name="Google Shape;1399;p38"/>
          <p:cNvGraphicFramePr/>
          <p:nvPr/>
        </p:nvGraphicFramePr>
        <p:xfrm>
          <a:off x="995100" y="2352049"/>
          <a:ext cx="3000000" cy="3000000"/>
        </p:xfrm>
        <a:graphic>
          <a:graphicData uri="http://schemas.openxmlformats.org/drawingml/2006/table">
            <a:tbl>
              <a:tblPr>
                <a:noFill/>
                <a:tableStyleId>{A07CC36E-2856-4431-A14F-A24156B9966F}</a:tableStyleId>
              </a:tblPr>
              <a:tblGrid>
                <a:gridCol w="1802650"/>
                <a:gridCol w="1802650"/>
                <a:gridCol w="1802650"/>
                <a:gridCol w="1802650"/>
              </a:tblGrid>
              <a:tr h="548600">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Our awards</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2015</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2018</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2021</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r>
              <a:tr h="548600">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Award</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Saturn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Jupiter</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r>
              <a:tr h="822925">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Location</a:t>
                      </a:r>
                      <a:endParaRPr sz="2400">
                        <a:solidFill>
                          <a:schemeClr val="dk1"/>
                        </a:solidFill>
                        <a:latin typeface="Bellefair"/>
                        <a:ea typeface="Bellefair"/>
                        <a:cs typeface="Bellefair"/>
                        <a:sym typeface="Bellefair"/>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is the second planet from the Sun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Saturn was named after a Roman god</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accent2"/>
                      </a:solidFill>
                      <a:prstDash val="dash"/>
                      <a:round/>
                      <a:headEnd len="sm" w="sm" type="none"/>
                      <a:tailEnd len="sm" w="sm" type="none"/>
                    </a:lnL>
                    <a:lnR cap="flat" cmpd="sng" w="9525">
                      <a:solidFill>
                        <a:schemeClr val="accent2"/>
                      </a:solidFill>
                      <a:prstDash val="dash"/>
                      <a:round/>
                      <a:headEnd len="sm" w="sm" type="none"/>
                      <a:tailEnd len="sm" w="sm" type="none"/>
                    </a:lnR>
                    <a:lnT cap="flat" cmpd="sng" w="9525">
                      <a:solidFill>
                        <a:schemeClr val="accent2"/>
                      </a:solidFill>
                      <a:prstDash val="dash"/>
                      <a:round/>
                      <a:headEnd len="sm" w="sm" type="none"/>
                      <a:tailEnd len="sm" w="sm" type="none"/>
                    </a:lnT>
                    <a:lnB cap="flat" cmpd="sng" w="9525">
                      <a:solidFill>
                        <a:schemeClr val="accent2"/>
                      </a:solidFill>
                      <a:prstDash val="dash"/>
                      <a:round/>
                      <a:headEnd len="sm" w="sm" type="none"/>
                      <a:tailEnd len="sm" w="sm" type="none"/>
                    </a:lnB>
                  </a:tcPr>
                </a:tc>
              </a:tr>
            </a:tbl>
          </a:graphicData>
        </a:graphic>
      </p:graphicFrame>
      <p:sp>
        <p:nvSpPr>
          <p:cNvPr id="1400" name="Google Shape;1400;p38"/>
          <p:cNvSpPr/>
          <p:nvPr/>
        </p:nvSpPr>
        <p:spPr>
          <a:xfrm>
            <a:off x="3411139" y="1677442"/>
            <a:ext cx="609600" cy="609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8"/>
          <p:cNvSpPr/>
          <p:nvPr/>
        </p:nvSpPr>
        <p:spPr>
          <a:xfrm>
            <a:off x="5189039" y="1677442"/>
            <a:ext cx="609600" cy="609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8"/>
          <p:cNvSpPr/>
          <p:nvPr/>
        </p:nvSpPr>
        <p:spPr>
          <a:xfrm>
            <a:off x="6966939" y="1677442"/>
            <a:ext cx="609600" cy="609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3" name="Google Shape;1403;p38"/>
          <p:cNvGrpSpPr/>
          <p:nvPr/>
        </p:nvGrpSpPr>
        <p:grpSpPr>
          <a:xfrm>
            <a:off x="5313863" y="1799010"/>
            <a:ext cx="359972" cy="366480"/>
            <a:chOff x="-62148800" y="3377700"/>
            <a:chExt cx="311125" cy="316750"/>
          </a:xfrm>
        </p:grpSpPr>
        <p:sp>
          <p:nvSpPr>
            <p:cNvPr id="1404" name="Google Shape;1404;p38"/>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8"/>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6" name="Google Shape;1406;p38"/>
          <p:cNvSpPr/>
          <p:nvPr/>
        </p:nvSpPr>
        <p:spPr>
          <a:xfrm>
            <a:off x="3519237" y="1798907"/>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7" name="Google Shape;1407;p38"/>
          <p:cNvGrpSpPr/>
          <p:nvPr/>
        </p:nvGrpSpPr>
        <p:grpSpPr>
          <a:xfrm>
            <a:off x="7102092" y="1856392"/>
            <a:ext cx="339306" cy="251698"/>
            <a:chOff x="2678275" y="2090100"/>
            <a:chExt cx="481900" cy="357475"/>
          </a:xfrm>
        </p:grpSpPr>
        <p:sp>
          <p:nvSpPr>
            <p:cNvPr id="1408" name="Google Shape;1408;p38"/>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09" name="Google Shape;1409;p38"/>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10" name="Google Shape;1410;p38"/>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11" name="Google Shape;1411;p38"/>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1412" name="Google Shape;1412;p38"/>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grpSp>
        <p:nvGrpSpPr>
          <p:cNvPr id="1417" name="Google Shape;1417;p39"/>
          <p:cNvGrpSpPr/>
          <p:nvPr/>
        </p:nvGrpSpPr>
        <p:grpSpPr>
          <a:xfrm>
            <a:off x="3547275" y="1144624"/>
            <a:ext cx="2049450" cy="997482"/>
            <a:chOff x="562710" y="1206625"/>
            <a:chExt cx="2814018" cy="1369603"/>
          </a:xfrm>
        </p:grpSpPr>
        <p:grpSp>
          <p:nvGrpSpPr>
            <p:cNvPr id="1418" name="Google Shape;1418;p39"/>
            <p:cNvGrpSpPr/>
            <p:nvPr/>
          </p:nvGrpSpPr>
          <p:grpSpPr>
            <a:xfrm>
              <a:off x="562710" y="1303291"/>
              <a:ext cx="2446594" cy="1272938"/>
              <a:chOff x="6413835" y="851989"/>
              <a:chExt cx="2446594" cy="1272938"/>
            </a:xfrm>
          </p:grpSpPr>
          <p:sp>
            <p:nvSpPr>
              <p:cNvPr id="1419" name="Google Shape;1419;p39"/>
              <p:cNvSpPr/>
              <p:nvPr/>
            </p:nvSpPr>
            <p:spPr>
              <a:xfrm>
                <a:off x="6413835" y="851989"/>
                <a:ext cx="2377739" cy="1272938"/>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9"/>
              <p:cNvSpPr/>
              <p:nvPr/>
            </p:nvSpPr>
            <p:spPr>
              <a:xfrm>
                <a:off x="6676421" y="1199461"/>
                <a:ext cx="2184008" cy="10723"/>
              </a:xfrm>
              <a:custGeom>
                <a:rect b="b" l="l" r="r" t="t"/>
                <a:pathLst>
                  <a:path extrusionOk="0" h="181" w="36864">
                    <a:moveTo>
                      <a:pt x="1" y="0"/>
                    </a:moveTo>
                    <a:lnTo>
                      <a:pt x="1" y="180"/>
                    </a:lnTo>
                    <a:lnTo>
                      <a:pt x="36863" y="180"/>
                    </a:lnTo>
                    <a:lnTo>
                      <a:pt x="36863" y="0"/>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9"/>
              <p:cNvSpPr/>
              <p:nvPr/>
            </p:nvSpPr>
            <p:spPr>
              <a:xfrm>
                <a:off x="6676421" y="1396686"/>
                <a:ext cx="2184008" cy="9775"/>
              </a:xfrm>
              <a:custGeom>
                <a:rect b="b" l="l" r="r" t="t"/>
                <a:pathLst>
                  <a:path extrusionOk="0" h="165" w="36864">
                    <a:moveTo>
                      <a:pt x="1" y="1"/>
                    </a:moveTo>
                    <a:lnTo>
                      <a:pt x="1" y="165"/>
                    </a:lnTo>
                    <a:lnTo>
                      <a:pt x="36863" y="165"/>
                    </a:lnTo>
                    <a:lnTo>
                      <a:pt x="36863" y="1"/>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9"/>
              <p:cNvSpPr/>
              <p:nvPr/>
            </p:nvSpPr>
            <p:spPr>
              <a:xfrm>
                <a:off x="6676421" y="1593022"/>
                <a:ext cx="2184008" cy="10723"/>
              </a:xfrm>
              <a:custGeom>
                <a:rect b="b" l="l" r="r" t="t"/>
                <a:pathLst>
                  <a:path extrusionOk="0" h="181" w="36864">
                    <a:moveTo>
                      <a:pt x="1" y="0"/>
                    </a:moveTo>
                    <a:lnTo>
                      <a:pt x="1" y="180"/>
                    </a:lnTo>
                    <a:lnTo>
                      <a:pt x="36863" y="180"/>
                    </a:lnTo>
                    <a:lnTo>
                      <a:pt x="36863" y="0"/>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9"/>
              <p:cNvSpPr/>
              <p:nvPr/>
            </p:nvSpPr>
            <p:spPr>
              <a:xfrm>
                <a:off x="6676421" y="1790247"/>
                <a:ext cx="2184008" cy="9894"/>
              </a:xfrm>
              <a:custGeom>
                <a:rect b="b" l="l" r="r" t="t"/>
                <a:pathLst>
                  <a:path extrusionOk="0" h="167" w="36864">
                    <a:moveTo>
                      <a:pt x="1" y="1"/>
                    </a:moveTo>
                    <a:lnTo>
                      <a:pt x="1" y="166"/>
                    </a:lnTo>
                    <a:lnTo>
                      <a:pt x="36863" y="166"/>
                    </a:lnTo>
                    <a:lnTo>
                      <a:pt x="36863" y="1"/>
                    </a:ln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4" name="Google Shape;1424;p39"/>
            <p:cNvSpPr/>
            <p:nvPr/>
          </p:nvSpPr>
          <p:spPr>
            <a:xfrm>
              <a:off x="910128" y="1454929"/>
              <a:ext cx="2466600" cy="795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9"/>
            <p:cNvSpPr/>
            <p:nvPr/>
          </p:nvSpPr>
          <p:spPr>
            <a:xfrm>
              <a:off x="2739536" y="1206625"/>
              <a:ext cx="172462" cy="418507"/>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6" name="Google Shape;1426;p39"/>
          <p:cNvSpPr txBox="1"/>
          <p:nvPr/>
        </p:nvSpPr>
        <p:spPr>
          <a:xfrm>
            <a:off x="3811900" y="1398675"/>
            <a:ext cx="1784700" cy="41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Our </a:t>
            </a:r>
            <a:r>
              <a:rPr lang="en" sz="2400">
                <a:solidFill>
                  <a:srgbClr val="9C786B"/>
                </a:solidFill>
                <a:latin typeface="Bellefair"/>
                <a:ea typeface="Bellefair"/>
                <a:cs typeface="Bellefair"/>
                <a:sym typeface="Bellefair"/>
              </a:rPr>
              <a:t>growth</a:t>
            </a:r>
            <a:endParaRPr sz="2400">
              <a:solidFill>
                <a:srgbClr val="9C786B"/>
              </a:solidFill>
              <a:latin typeface="Bellefair"/>
              <a:ea typeface="Bellefair"/>
              <a:cs typeface="Bellefair"/>
              <a:sym typeface="Bellefair"/>
            </a:endParaRPr>
          </a:p>
        </p:txBody>
      </p:sp>
      <p:sp>
        <p:nvSpPr>
          <p:cNvPr id="1427" name="Google Shape;1427;p39"/>
          <p:cNvSpPr/>
          <p:nvPr/>
        </p:nvSpPr>
        <p:spPr>
          <a:xfrm>
            <a:off x="6248128" y="3403762"/>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9"/>
          <p:cNvSpPr/>
          <p:nvPr/>
        </p:nvSpPr>
        <p:spPr>
          <a:xfrm>
            <a:off x="4590795" y="3403762"/>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9"/>
          <p:cNvSpPr/>
          <p:nvPr/>
        </p:nvSpPr>
        <p:spPr>
          <a:xfrm>
            <a:off x="2933461" y="3403762"/>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9"/>
          <p:cNvSpPr/>
          <p:nvPr/>
        </p:nvSpPr>
        <p:spPr>
          <a:xfrm>
            <a:off x="1276128" y="3403762"/>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9"/>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432" name="Google Shape;1432;p39"/>
          <p:cNvSpPr/>
          <p:nvPr/>
        </p:nvSpPr>
        <p:spPr>
          <a:xfrm flipH="1" rot="5400000">
            <a:off x="1567294" y="2254224"/>
            <a:ext cx="1037400" cy="1037400"/>
          </a:xfrm>
          <a:prstGeom prst="donut">
            <a:avLst>
              <a:gd fmla="val 1578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9"/>
          <p:cNvSpPr/>
          <p:nvPr/>
        </p:nvSpPr>
        <p:spPr>
          <a:xfrm flipH="1" rot="5400000">
            <a:off x="1567294" y="2254224"/>
            <a:ext cx="1037400" cy="1037400"/>
          </a:xfrm>
          <a:prstGeom prst="blockArc">
            <a:avLst>
              <a:gd fmla="val 10764191" name="adj1"/>
              <a:gd fmla="val 21531738" name="adj2"/>
              <a:gd fmla="val 15651" name="adj3"/>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4" name="Google Shape;1434;p39"/>
          <p:cNvGrpSpPr/>
          <p:nvPr/>
        </p:nvGrpSpPr>
        <p:grpSpPr>
          <a:xfrm>
            <a:off x="1384144" y="2605450"/>
            <a:ext cx="1403700" cy="1963413"/>
            <a:chOff x="1384144" y="2605450"/>
            <a:chExt cx="1403700" cy="1963413"/>
          </a:xfrm>
        </p:grpSpPr>
        <p:sp>
          <p:nvSpPr>
            <p:cNvPr id="1435" name="Google Shape;1435;p39"/>
            <p:cNvSpPr txBox="1"/>
            <p:nvPr/>
          </p:nvSpPr>
          <p:spPr>
            <a:xfrm>
              <a:off x="1384144" y="3443202"/>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Venus</a:t>
              </a:r>
              <a:endParaRPr sz="2400">
                <a:solidFill>
                  <a:schemeClr val="accent4"/>
                </a:solidFill>
                <a:latin typeface="Bellefair"/>
                <a:ea typeface="Bellefair"/>
                <a:cs typeface="Bellefair"/>
                <a:sym typeface="Bellefair"/>
              </a:endParaRPr>
            </a:p>
          </p:txBody>
        </p:sp>
        <p:sp>
          <p:nvSpPr>
            <p:cNvPr id="1436" name="Google Shape;1436;p39"/>
            <p:cNvSpPr txBox="1"/>
            <p:nvPr/>
          </p:nvSpPr>
          <p:spPr>
            <a:xfrm>
              <a:off x="1384144" y="3996163"/>
              <a:ext cx="14037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has a beautiful name</a:t>
              </a:r>
              <a:endParaRPr>
                <a:solidFill>
                  <a:schemeClr val="dk1"/>
                </a:solidFill>
                <a:latin typeface="Bellota Text"/>
                <a:ea typeface="Bellota Text"/>
                <a:cs typeface="Bellota Text"/>
                <a:sym typeface="Bellota Text"/>
              </a:endParaRPr>
            </a:p>
          </p:txBody>
        </p:sp>
        <p:sp>
          <p:nvSpPr>
            <p:cNvPr id="1437" name="Google Shape;1437;p39"/>
            <p:cNvSpPr txBox="1"/>
            <p:nvPr/>
          </p:nvSpPr>
          <p:spPr>
            <a:xfrm>
              <a:off x="1666144" y="2605450"/>
              <a:ext cx="839700" cy="33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50</a:t>
              </a:r>
              <a:r>
                <a:rPr lang="en" sz="2400">
                  <a:solidFill>
                    <a:schemeClr val="dk1"/>
                  </a:solidFill>
                  <a:latin typeface="Bellefair"/>
                  <a:ea typeface="Bellefair"/>
                  <a:cs typeface="Bellefair"/>
                  <a:sym typeface="Bellefair"/>
                </a:rPr>
                <a:t>%</a:t>
              </a:r>
              <a:endParaRPr sz="2400">
                <a:solidFill>
                  <a:schemeClr val="dk1"/>
                </a:solidFill>
                <a:latin typeface="Bellefair"/>
                <a:ea typeface="Bellefair"/>
                <a:cs typeface="Bellefair"/>
                <a:sym typeface="Bellefair"/>
              </a:endParaRPr>
            </a:p>
          </p:txBody>
        </p:sp>
      </p:grpSp>
      <p:sp>
        <p:nvSpPr>
          <p:cNvPr id="1438" name="Google Shape;1438;p39"/>
          <p:cNvSpPr/>
          <p:nvPr/>
        </p:nvSpPr>
        <p:spPr>
          <a:xfrm flipH="1" rot="5400000">
            <a:off x="3224627" y="2254224"/>
            <a:ext cx="1037400" cy="1037400"/>
          </a:xfrm>
          <a:prstGeom prst="donut">
            <a:avLst>
              <a:gd fmla="val 1578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9"/>
          <p:cNvSpPr/>
          <p:nvPr/>
        </p:nvSpPr>
        <p:spPr>
          <a:xfrm flipH="1" rot="5400000">
            <a:off x="3224627" y="2254224"/>
            <a:ext cx="1037400" cy="1037400"/>
          </a:xfrm>
          <a:prstGeom prst="blockArc">
            <a:avLst>
              <a:gd fmla="val 16294591" name="adj1"/>
              <a:gd fmla="val 21531738" name="adj2"/>
              <a:gd fmla="val 15651"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0" name="Google Shape;1440;p39"/>
          <p:cNvGrpSpPr/>
          <p:nvPr/>
        </p:nvGrpSpPr>
        <p:grpSpPr>
          <a:xfrm>
            <a:off x="3041477" y="2605450"/>
            <a:ext cx="1403700" cy="1963413"/>
            <a:chOff x="3041477" y="2605450"/>
            <a:chExt cx="1403700" cy="1963413"/>
          </a:xfrm>
        </p:grpSpPr>
        <p:sp>
          <p:nvSpPr>
            <p:cNvPr id="1441" name="Google Shape;1441;p39"/>
            <p:cNvSpPr txBox="1"/>
            <p:nvPr/>
          </p:nvSpPr>
          <p:spPr>
            <a:xfrm>
              <a:off x="3041477" y="3443202"/>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Mars</a:t>
              </a:r>
              <a:endParaRPr sz="2400">
                <a:solidFill>
                  <a:schemeClr val="dk1"/>
                </a:solidFill>
                <a:latin typeface="Bellefair"/>
                <a:ea typeface="Bellefair"/>
                <a:cs typeface="Bellefair"/>
                <a:sym typeface="Bellefair"/>
              </a:endParaRPr>
            </a:p>
          </p:txBody>
        </p:sp>
        <p:sp>
          <p:nvSpPr>
            <p:cNvPr id="1442" name="Google Shape;1442;p39"/>
            <p:cNvSpPr txBox="1"/>
            <p:nvPr/>
          </p:nvSpPr>
          <p:spPr>
            <a:xfrm>
              <a:off x="3041477" y="3996163"/>
              <a:ext cx="14037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Mars is full of iron oxide dust</a:t>
              </a:r>
              <a:endParaRPr>
                <a:solidFill>
                  <a:schemeClr val="dk1"/>
                </a:solidFill>
                <a:latin typeface="Bellota Text"/>
                <a:ea typeface="Bellota Text"/>
                <a:cs typeface="Bellota Text"/>
                <a:sym typeface="Bellota Text"/>
              </a:endParaRPr>
            </a:p>
          </p:txBody>
        </p:sp>
        <p:sp>
          <p:nvSpPr>
            <p:cNvPr id="1443" name="Google Shape;1443;p39"/>
            <p:cNvSpPr txBox="1"/>
            <p:nvPr/>
          </p:nvSpPr>
          <p:spPr>
            <a:xfrm>
              <a:off x="3323477" y="2605450"/>
              <a:ext cx="839700" cy="33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25%</a:t>
              </a:r>
              <a:endParaRPr sz="2400">
                <a:solidFill>
                  <a:schemeClr val="dk1"/>
                </a:solidFill>
                <a:latin typeface="Bellefair"/>
                <a:ea typeface="Bellefair"/>
                <a:cs typeface="Bellefair"/>
                <a:sym typeface="Bellefair"/>
              </a:endParaRPr>
            </a:p>
          </p:txBody>
        </p:sp>
      </p:grpSp>
      <p:sp>
        <p:nvSpPr>
          <p:cNvPr id="1444" name="Google Shape;1444;p39"/>
          <p:cNvSpPr/>
          <p:nvPr/>
        </p:nvSpPr>
        <p:spPr>
          <a:xfrm flipH="1" rot="5400000">
            <a:off x="4881961" y="2254224"/>
            <a:ext cx="1037400" cy="1037400"/>
          </a:xfrm>
          <a:prstGeom prst="donut">
            <a:avLst>
              <a:gd fmla="val 1578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9"/>
          <p:cNvSpPr/>
          <p:nvPr/>
        </p:nvSpPr>
        <p:spPr>
          <a:xfrm flipH="1" rot="5400000">
            <a:off x="4881961" y="2254224"/>
            <a:ext cx="1037400" cy="1037400"/>
          </a:xfrm>
          <a:prstGeom prst="blockArc">
            <a:avLst>
              <a:gd fmla="val 18820066" name="adj1"/>
              <a:gd fmla="val 21531738" name="adj2"/>
              <a:gd fmla="val 15651" name="adj3"/>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6" name="Google Shape;1446;p39"/>
          <p:cNvGrpSpPr/>
          <p:nvPr/>
        </p:nvGrpSpPr>
        <p:grpSpPr>
          <a:xfrm>
            <a:off x="4698811" y="2605450"/>
            <a:ext cx="1403700" cy="1963413"/>
            <a:chOff x="4698811" y="2605450"/>
            <a:chExt cx="1403700" cy="1963413"/>
          </a:xfrm>
        </p:grpSpPr>
        <p:sp>
          <p:nvSpPr>
            <p:cNvPr id="1447" name="Google Shape;1447;p39"/>
            <p:cNvSpPr txBox="1"/>
            <p:nvPr/>
          </p:nvSpPr>
          <p:spPr>
            <a:xfrm>
              <a:off x="4698811" y="3443202"/>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Mercury</a:t>
              </a:r>
              <a:endParaRPr sz="2400">
                <a:solidFill>
                  <a:schemeClr val="dk1"/>
                </a:solidFill>
                <a:latin typeface="Bellefair"/>
                <a:ea typeface="Bellefair"/>
                <a:cs typeface="Bellefair"/>
                <a:sym typeface="Bellefair"/>
              </a:endParaRPr>
            </a:p>
          </p:txBody>
        </p:sp>
        <p:sp>
          <p:nvSpPr>
            <p:cNvPr id="1448" name="Google Shape;1448;p39"/>
            <p:cNvSpPr txBox="1"/>
            <p:nvPr/>
          </p:nvSpPr>
          <p:spPr>
            <a:xfrm>
              <a:off x="4698811" y="3996163"/>
              <a:ext cx="14037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Mercury is the smallest planet</a:t>
              </a:r>
              <a:endParaRPr>
                <a:solidFill>
                  <a:schemeClr val="dk1"/>
                </a:solidFill>
                <a:latin typeface="Bellota Text"/>
                <a:ea typeface="Bellota Text"/>
                <a:cs typeface="Bellota Text"/>
                <a:sym typeface="Bellota Text"/>
              </a:endParaRPr>
            </a:p>
          </p:txBody>
        </p:sp>
        <p:sp>
          <p:nvSpPr>
            <p:cNvPr id="1449" name="Google Shape;1449;p39"/>
            <p:cNvSpPr txBox="1"/>
            <p:nvPr/>
          </p:nvSpPr>
          <p:spPr>
            <a:xfrm>
              <a:off x="4980811" y="2605450"/>
              <a:ext cx="839700" cy="33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12%</a:t>
              </a:r>
              <a:endParaRPr sz="2400">
                <a:solidFill>
                  <a:schemeClr val="dk1"/>
                </a:solidFill>
                <a:latin typeface="Bellefair"/>
                <a:ea typeface="Bellefair"/>
                <a:cs typeface="Bellefair"/>
                <a:sym typeface="Bellefair"/>
              </a:endParaRPr>
            </a:p>
          </p:txBody>
        </p:sp>
      </p:grpSp>
      <p:sp>
        <p:nvSpPr>
          <p:cNvPr id="1450" name="Google Shape;1450;p39"/>
          <p:cNvSpPr/>
          <p:nvPr/>
        </p:nvSpPr>
        <p:spPr>
          <a:xfrm flipH="1" rot="5400000">
            <a:off x="6539294" y="2254224"/>
            <a:ext cx="1037400" cy="1037400"/>
          </a:xfrm>
          <a:prstGeom prst="donut">
            <a:avLst>
              <a:gd fmla="val 15781"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9"/>
          <p:cNvSpPr/>
          <p:nvPr/>
        </p:nvSpPr>
        <p:spPr>
          <a:xfrm flipH="1" rot="5400000">
            <a:off x="6539294" y="2254224"/>
            <a:ext cx="1037400" cy="1037400"/>
          </a:xfrm>
          <a:prstGeom prst="blockArc">
            <a:avLst>
              <a:gd fmla="val 16238622" name="adj1"/>
              <a:gd fmla="val 21531738" name="adj2"/>
              <a:gd fmla="val 15651" name="adj3"/>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2" name="Google Shape;1452;p39"/>
          <p:cNvGrpSpPr/>
          <p:nvPr/>
        </p:nvGrpSpPr>
        <p:grpSpPr>
          <a:xfrm>
            <a:off x="6356144" y="2605450"/>
            <a:ext cx="1403700" cy="1963413"/>
            <a:chOff x="6356144" y="2605450"/>
            <a:chExt cx="1403700" cy="1963413"/>
          </a:xfrm>
        </p:grpSpPr>
        <p:sp>
          <p:nvSpPr>
            <p:cNvPr id="1453" name="Google Shape;1453;p39"/>
            <p:cNvSpPr txBox="1"/>
            <p:nvPr/>
          </p:nvSpPr>
          <p:spPr>
            <a:xfrm>
              <a:off x="6356144" y="3443202"/>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Saturn</a:t>
              </a:r>
              <a:endParaRPr sz="2400">
                <a:solidFill>
                  <a:schemeClr val="accent4"/>
                </a:solidFill>
                <a:latin typeface="Bellefair"/>
                <a:ea typeface="Bellefair"/>
                <a:cs typeface="Bellefair"/>
                <a:sym typeface="Bellefair"/>
              </a:endParaRPr>
            </a:p>
          </p:txBody>
        </p:sp>
        <p:sp>
          <p:nvSpPr>
            <p:cNvPr id="1454" name="Google Shape;1454;p39"/>
            <p:cNvSpPr txBox="1"/>
            <p:nvPr/>
          </p:nvSpPr>
          <p:spPr>
            <a:xfrm>
              <a:off x="6356144" y="3996163"/>
              <a:ext cx="14037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Saturn is the ringed planet</a:t>
              </a:r>
              <a:endParaRPr>
                <a:solidFill>
                  <a:schemeClr val="dk1"/>
                </a:solidFill>
                <a:latin typeface="Bellota Text"/>
                <a:ea typeface="Bellota Text"/>
                <a:cs typeface="Bellota Text"/>
                <a:sym typeface="Bellota Text"/>
              </a:endParaRPr>
            </a:p>
          </p:txBody>
        </p:sp>
        <p:sp>
          <p:nvSpPr>
            <p:cNvPr id="1455" name="Google Shape;1455;p39"/>
            <p:cNvSpPr txBox="1"/>
            <p:nvPr/>
          </p:nvSpPr>
          <p:spPr>
            <a:xfrm>
              <a:off x="6638144" y="2605450"/>
              <a:ext cx="839700" cy="33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25%</a:t>
              </a:r>
              <a:endParaRPr sz="2400">
                <a:solidFill>
                  <a:schemeClr val="dk1"/>
                </a:solidFill>
                <a:latin typeface="Bellefair"/>
                <a:ea typeface="Bellefair"/>
                <a:cs typeface="Bellefair"/>
                <a:sym typeface="Bellefai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40"/>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aphicFrame>
        <p:nvGraphicFramePr>
          <p:cNvPr id="1461" name="Google Shape;1461;p40"/>
          <p:cNvGraphicFramePr/>
          <p:nvPr/>
        </p:nvGraphicFramePr>
        <p:xfrm>
          <a:off x="952500" y="1524675"/>
          <a:ext cx="3000000" cy="3000000"/>
        </p:xfrm>
        <a:graphic>
          <a:graphicData uri="http://schemas.openxmlformats.org/drawingml/2006/table">
            <a:tbl>
              <a:tblPr>
                <a:noFill/>
                <a:tableStyleId>{A07CC36E-2856-4431-A14F-A24156B9966F}</a:tableStyleId>
              </a:tblPr>
              <a:tblGrid>
                <a:gridCol w="2413000"/>
                <a:gridCol w="2413000"/>
                <a:gridCol w="2413000"/>
              </a:tblGrid>
              <a:tr h="580850">
                <a:tc gridSpan="3">
                  <a:txBody>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Our plans</a:t>
                      </a:r>
                      <a:endParaRPr sz="2400">
                        <a:solidFill>
                          <a:schemeClr val="accent4"/>
                        </a:solidFill>
                        <a:latin typeface="Bellefair"/>
                        <a:ea typeface="Bellefair"/>
                        <a:cs typeface="Bellefair"/>
                        <a:sym typeface="Bellefai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lt2"/>
                      </a:solidFill>
                      <a:prstDash val="dash"/>
                      <a:round/>
                      <a:headEnd len="sm" w="sm" type="none"/>
                      <a:tailEnd len="sm" w="sm" type="none"/>
                    </a:lnB>
                    <a:solidFill>
                      <a:schemeClr val="lt2"/>
                    </a:solidFill>
                  </a:tcPr>
                </a:tc>
                <a:tc hMerge="1"/>
                <a:tc hMerge="1"/>
              </a:tr>
              <a:tr h="580850">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Basic</a:t>
                      </a:r>
                      <a:endParaRPr sz="2400">
                        <a:solidFill>
                          <a:schemeClr val="dk1"/>
                        </a:solidFill>
                        <a:latin typeface="Bellefair"/>
                        <a:ea typeface="Bellefair"/>
                        <a:cs typeface="Bellefair"/>
                        <a:sym typeface="Bellefai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2"/>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Pro</a:t>
                      </a:r>
                      <a:endParaRPr sz="2400">
                        <a:solidFill>
                          <a:schemeClr val="dk1"/>
                        </a:solidFill>
                        <a:latin typeface="Bellefair"/>
                        <a:ea typeface="Bellefair"/>
                        <a:cs typeface="Bellefair"/>
                        <a:sym typeface="Bellefai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2"/>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Premium</a:t>
                      </a:r>
                      <a:endParaRPr sz="2400">
                        <a:solidFill>
                          <a:schemeClr val="dk1"/>
                        </a:solidFill>
                        <a:latin typeface="Bellefair"/>
                        <a:ea typeface="Bellefair"/>
                        <a:cs typeface="Bellefair"/>
                        <a:sym typeface="Bellefai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chemeClr val="lt2"/>
                      </a:solidFill>
                      <a:prstDash val="dash"/>
                      <a:round/>
                      <a:headEnd len="sm" w="sm" type="none"/>
                      <a:tailEnd len="sm" w="sm" type="none"/>
                    </a:lnT>
                    <a:lnB cap="flat" cmpd="sng" w="9525">
                      <a:solidFill>
                        <a:srgbClr val="9E9E9E"/>
                      </a:solidFill>
                      <a:prstDash val="dash"/>
                      <a:round/>
                      <a:headEnd len="sm" w="sm" type="none"/>
                      <a:tailEnd len="sm" w="sm" type="none"/>
                    </a:lnB>
                  </a:tcPr>
                </a:tc>
              </a:tr>
              <a:tr h="558525">
                <a:tc>
                  <a:txBody>
                    <a:bodyPr/>
                    <a:lstStyle/>
                    <a:p>
                      <a:pPr indent="0" lvl="0" marL="0" rtl="0" algn="l">
                        <a:spcBef>
                          <a:spcPts val="0"/>
                        </a:spcBef>
                        <a:spcAft>
                          <a:spcPts val="0"/>
                        </a:spcAft>
                        <a:buNone/>
                      </a:pPr>
                      <a:r>
                        <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l">
                        <a:spcBef>
                          <a:spcPts val="0"/>
                        </a:spcBef>
                        <a:spcAft>
                          <a:spcPts val="0"/>
                        </a:spcAft>
                        <a:buNone/>
                      </a:pPr>
                      <a:r>
                        <a:t/>
                      </a:r>
                      <a:endParaRPr>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l">
                        <a:spcBef>
                          <a:spcPts val="0"/>
                        </a:spcBef>
                        <a:spcAft>
                          <a:spcPts val="0"/>
                        </a:spcAft>
                        <a:buNone/>
                      </a:pPr>
                      <a:r>
                        <a:t/>
                      </a:r>
                      <a:endParaRPr>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r>
              <a:tr h="558525">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Mercury</a:t>
                      </a:r>
                      <a:endParaRPr sz="2400">
                        <a:solidFill>
                          <a:schemeClr val="dk1"/>
                        </a:solidFill>
                        <a:latin typeface="Bellefair"/>
                        <a:ea typeface="Bellefair"/>
                        <a:cs typeface="Bellefair"/>
                        <a:sym typeface="Bellefair"/>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Venus</a:t>
                      </a:r>
                      <a:endParaRPr>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Saturn</a:t>
                      </a:r>
                      <a:endParaRPr>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r>
              <a:tr h="5585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Mercury is the closest planet to the Sun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is the second planet from the Sun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composed of hydrogen and helium</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tcPr>
                </a:tc>
              </a:tr>
            </a:tbl>
          </a:graphicData>
        </a:graphic>
      </p:graphicFrame>
      <p:sp>
        <p:nvSpPr>
          <p:cNvPr id="1462" name="Google Shape;1462;p40"/>
          <p:cNvSpPr/>
          <p:nvPr/>
        </p:nvSpPr>
        <p:spPr>
          <a:xfrm>
            <a:off x="1489605" y="2861498"/>
            <a:ext cx="205500" cy="19560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40"/>
          <p:cNvSpPr/>
          <p:nvPr/>
        </p:nvSpPr>
        <p:spPr>
          <a:xfrm>
            <a:off x="1780596" y="2861498"/>
            <a:ext cx="205500" cy="19560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40"/>
          <p:cNvSpPr/>
          <p:nvPr/>
        </p:nvSpPr>
        <p:spPr>
          <a:xfrm>
            <a:off x="2071587" y="2861498"/>
            <a:ext cx="205500" cy="1956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0"/>
          <p:cNvSpPr/>
          <p:nvPr/>
        </p:nvSpPr>
        <p:spPr>
          <a:xfrm>
            <a:off x="2362579" y="2861498"/>
            <a:ext cx="205500" cy="1956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0"/>
          <p:cNvSpPr/>
          <p:nvPr/>
        </p:nvSpPr>
        <p:spPr>
          <a:xfrm>
            <a:off x="2653570" y="2861498"/>
            <a:ext cx="205500" cy="1956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0"/>
          <p:cNvSpPr/>
          <p:nvPr/>
        </p:nvSpPr>
        <p:spPr>
          <a:xfrm>
            <a:off x="3887234" y="2861498"/>
            <a:ext cx="205500" cy="19560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0"/>
          <p:cNvSpPr/>
          <p:nvPr/>
        </p:nvSpPr>
        <p:spPr>
          <a:xfrm>
            <a:off x="4178225" y="2861498"/>
            <a:ext cx="205500" cy="19560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0"/>
          <p:cNvSpPr/>
          <p:nvPr/>
        </p:nvSpPr>
        <p:spPr>
          <a:xfrm>
            <a:off x="4469217" y="2861498"/>
            <a:ext cx="205500" cy="19560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0"/>
          <p:cNvSpPr/>
          <p:nvPr/>
        </p:nvSpPr>
        <p:spPr>
          <a:xfrm>
            <a:off x="4760208" y="2861498"/>
            <a:ext cx="205500" cy="1956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0"/>
          <p:cNvSpPr/>
          <p:nvPr/>
        </p:nvSpPr>
        <p:spPr>
          <a:xfrm>
            <a:off x="5051199" y="2861498"/>
            <a:ext cx="205500" cy="195600"/>
          </a:xfrm>
          <a:prstGeom prst="star5">
            <a:avLst>
              <a:gd fmla="val 19098" name="adj"/>
              <a:gd fmla="val 105146" name="hf"/>
              <a:gd fmla="val 110557" name="vf"/>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0"/>
          <p:cNvSpPr/>
          <p:nvPr/>
        </p:nvSpPr>
        <p:spPr>
          <a:xfrm>
            <a:off x="6330943" y="2861498"/>
            <a:ext cx="205567" cy="19546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0"/>
          <p:cNvSpPr/>
          <p:nvPr/>
        </p:nvSpPr>
        <p:spPr>
          <a:xfrm>
            <a:off x="6621934" y="2861498"/>
            <a:ext cx="205567" cy="19546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40"/>
          <p:cNvSpPr/>
          <p:nvPr/>
        </p:nvSpPr>
        <p:spPr>
          <a:xfrm>
            <a:off x="6912925" y="2861498"/>
            <a:ext cx="205567" cy="19546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40"/>
          <p:cNvSpPr/>
          <p:nvPr/>
        </p:nvSpPr>
        <p:spPr>
          <a:xfrm>
            <a:off x="7203916" y="2861498"/>
            <a:ext cx="205567" cy="19546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0"/>
          <p:cNvSpPr/>
          <p:nvPr/>
        </p:nvSpPr>
        <p:spPr>
          <a:xfrm>
            <a:off x="7494907" y="2861498"/>
            <a:ext cx="205567" cy="195460"/>
          </a:xfrm>
          <a:prstGeom prst="star5">
            <a:avLst>
              <a:gd fmla="val 19098" name="adj"/>
              <a:gd fmla="val 105146" name="hf"/>
              <a:gd fmla="val 110557" name="vf"/>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41"/>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cxnSp>
        <p:nvCxnSpPr>
          <p:cNvPr id="1482" name="Google Shape;1482;p41"/>
          <p:cNvCxnSpPr/>
          <p:nvPr/>
        </p:nvCxnSpPr>
        <p:spPr>
          <a:xfrm rot="10800000">
            <a:off x="2123025" y="2723111"/>
            <a:ext cx="6306600" cy="0"/>
          </a:xfrm>
          <a:prstGeom prst="straightConnector1">
            <a:avLst/>
          </a:prstGeom>
          <a:noFill/>
          <a:ln cap="flat" cmpd="sng" w="9525">
            <a:solidFill>
              <a:schemeClr val="dk1"/>
            </a:solidFill>
            <a:prstDash val="dash"/>
            <a:round/>
            <a:headEnd len="med" w="med" type="none"/>
            <a:tailEnd len="med" w="med" type="none"/>
          </a:ln>
        </p:spPr>
      </p:cxnSp>
      <p:cxnSp>
        <p:nvCxnSpPr>
          <p:cNvPr id="1483" name="Google Shape;1483;p41"/>
          <p:cNvCxnSpPr/>
          <p:nvPr/>
        </p:nvCxnSpPr>
        <p:spPr>
          <a:xfrm rot="10800000">
            <a:off x="2123025" y="1995800"/>
            <a:ext cx="6306600" cy="0"/>
          </a:xfrm>
          <a:prstGeom prst="straightConnector1">
            <a:avLst/>
          </a:prstGeom>
          <a:noFill/>
          <a:ln cap="flat" cmpd="sng" w="9525">
            <a:solidFill>
              <a:schemeClr val="dk1"/>
            </a:solidFill>
            <a:prstDash val="dash"/>
            <a:round/>
            <a:headEnd len="med" w="med" type="none"/>
            <a:tailEnd len="med" w="med" type="none"/>
          </a:ln>
        </p:spPr>
      </p:cxnSp>
      <p:cxnSp>
        <p:nvCxnSpPr>
          <p:cNvPr id="1484" name="Google Shape;1484;p41"/>
          <p:cNvCxnSpPr/>
          <p:nvPr/>
        </p:nvCxnSpPr>
        <p:spPr>
          <a:xfrm rot="10800000">
            <a:off x="2123025" y="4177733"/>
            <a:ext cx="6306600" cy="0"/>
          </a:xfrm>
          <a:prstGeom prst="straightConnector1">
            <a:avLst/>
          </a:prstGeom>
          <a:noFill/>
          <a:ln cap="flat" cmpd="sng" w="9525">
            <a:solidFill>
              <a:schemeClr val="dk1"/>
            </a:solidFill>
            <a:prstDash val="dash"/>
            <a:round/>
            <a:headEnd len="med" w="med" type="none"/>
            <a:tailEnd len="med" w="med" type="none"/>
          </a:ln>
        </p:spPr>
      </p:cxnSp>
      <p:sp>
        <p:nvSpPr>
          <p:cNvPr id="1485" name="Google Shape;1485;p41"/>
          <p:cNvSpPr txBox="1"/>
          <p:nvPr/>
        </p:nvSpPr>
        <p:spPr>
          <a:xfrm flipH="1">
            <a:off x="2121625" y="1371416"/>
            <a:ext cx="1185300" cy="37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Jan</a:t>
            </a:r>
            <a:endParaRPr sz="2400">
              <a:solidFill>
                <a:schemeClr val="dk1"/>
              </a:solidFill>
              <a:latin typeface="Bellefair"/>
              <a:ea typeface="Bellefair"/>
              <a:cs typeface="Bellefair"/>
              <a:sym typeface="Bellefair"/>
            </a:endParaRPr>
          </a:p>
        </p:txBody>
      </p:sp>
      <p:sp>
        <p:nvSpPr>
          <p:cNvPr id="1486" name="Google Shape;1486;p41"/>
          <p:cNvSpPr txBox="1"/>
          <p:nvPr/>
        </p:nvSpPr>
        <p:spPr>
          <a:xfrm flipH="1">
            <a:off x="3394044" y="1371413"/>
            <a:ext cx="1219500" cy="37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Feb</a:t>
            </a:r>
            <a:endParaRPr sz="2400">
              <a:solidFill>
                <a:schemeClr val="dk1"/>
              </a:solidFill>
              <a:latin typeface="Bellefair"/>
              <a:ea typeface="Bellefair"/>
              <a:cs typeface="Bellefair"/>
              <a:sym typeface="Bellefair"/>
            </a:endParaRPr>
          </a:p>
        </p:txBody>
      </p:sp>
      <p:sp>
        <p:nvSpPr>
          <p:cNvPr id="1487" name="Google Shape;1487;p41"/>
          <p:cNvSpPr txBox="1"/>
          <p:nvPr/>
        </p:nvSpPr>
        <p:spPr>
          <a:xfrm flipH="1">
            <a:off x="4700663" y="1371416"/>
            <a:ext cx="1185300" cy="37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March</a:t>
            </a:r>
            <a:endParaRPr sz="2400">
              <a:solidFill>
                <a:schemeClr val="dk1"/>
              </a:solidFill>
              <a:latin typeface="Bellefair"/>
              <a:ea typeface="Bellefair"/>
              <a:cs typeface="Bellefair"/>
              <a:sym typeface="Bellefair"/>
            </a:endParaRPr>
          </a:p>
        </p:txBody>
      </p:sp>
      <p:sp>
        <p:nvSpPr>
          <p:cNvPr id="1488" name="Google Shape;1488;p41"/>
          <p:cNvSpPr txBox="1"/>
          <p:nvPr/>
        </p:nvSpPr>
        <p:spPr>
          <a:xfrm flipH="1">
            <a:off x="7245500" y="1371416"/>
            <a:ext cx="1185300" cy="37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May</a:t>
            </a:r>
            <a:endParaRPr sz="2400">
              <a:solidFill>
                <a:schemeClr val="dk1"/>
              </a:solidFill>
              <a:latin typeface="Bellefair"/>
              <a:ea typeface="Bellefair"/>
              <a:cs typeface="Bellefair"/>
              <a:sym typeface="Bellefair"/>
            </a:endParaRPr>
          </a:p>
        </p:txBody>
      </p:sp>
      <p:cxnSp>
        <p:nvCxnSpPr>
          <p:cNvPr id="1489" name="Google Shape;1489;p41"/>
          <p:cNvCxnSpPr/>
          <p:nvPr/>
        </p:nvCxnSpPr>
        <p:spPr>
          <a:xfrm rot="10800000">
            <a:off x="2123025" y="3450422"/>
            <a:ext cx="6306600" cy="0"/>
          </a:xfrm>
          <a:prstGeom prst="straightConnector1">
            <a:avLst/>
          </a:prstGeom>
          <a:noFill/>
          <a:ln cap="flat" cmpd="sng" w="9525">
            <a:solidFill>
              <a:schemeClr val="dk1"/>
            </a:solidFill>
            <a:prstDash val="dash"/>
            <a:round/>
            <a:headEnd len="med" w="med" type="none"/>
            <a:tailEnd len="med" w="med" type="none"/>
          </a:ln>
        </p:spPr>
      </p:cxnSp>
      <p:sp>
        <p:nvSpPr>
          <p:cNvPr id="1490" name="Google Shape;1490;p41"/>
          <p:cNvSpPr txBox="1"/>
          <p:nvPr/>
        </p:nvSpPr>
        <p:spPr>
          <a:xfrm flipH="1">
            <a:off x="5973081" y="1371416"/>
            <a:ext cx="1185300" cy="37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April</a:t>
            </a:r>
            <a:endParaRPr sz="2400">
              <a:solidFill>
                <a:schemeClr val="dk1"/>
              </a:solidFill>
              <a:latin typeface="Bellefair"/>
              <a:ea typeface="Bellefair"/>
              <a:cs typeface="Bellefair"/>
              <a:sym typeface="Bellefair"/>
            </a:endParaRPr>
          </a:p>
        </p:txBody>
      </p:sp>
      <p:grpSp>
        <p:nvGrpSpPr>
          <p:cNvPr id="1491" name="Google Shape;1491;p41"/>
          <p:cNvGrpSpPr/>
          <p:nvPr/>
        </p:nvGrpSpPr>
        <p:grpSpPr>
          <a:xfrm>
            <a:off x="714350" y="1810625"/>
            <a:ext cx="5171500" cy="567900"/>
            <a:chOff x="714350" y="1810625"/>
            <a:chExt cx="5171500" cy="567900"/>
          </a:xfrm>
        </p:grpSpPr>
        <p:sp>
          <p:nvSpPr>
            <p:cNvPr id="1492" name="Google Shape;1492;p41"/>
            <p:cNvSpPr/>
            <p:nvPr/>
          </p:nvSpPr>
          <p:spPr>
            <a:xfrm>
              <a:off x="2104650" y="1910525"/>
              <a:ext cx="3781200" cy="17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41"/>
            <p:cNvSpPr txBox="1"/>
            <p:nvPr/>
          </p:nvSpPr>
          <p:spPr>
            <a:xfrm flipH="1">
              <a:off x="714350" y="1810625"/>
              <a:ext cx="1219500" cy="37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Phase 1</a:t>
              </a:r>
              <a:endParaRPr sz="2400">
                <a:solidFill>
                  <a:schemeClr val="dk1"/>
                </a:solidFill>
                <a:latin typeface="Bellefair"/>
                <a:ea typeface="Bellefair"/>
                <a:cs typeface="Bellefair"/>
                <a:sym typeface="Bellefair"/>
              </a:endParaRPr>
            </a:p>
          </p:txBody>
        </p:sp>
        <p:sp>
          <p:nvSpPr>
            <p:cNvPr id="1494" name="Google Shape;1494;p41"/>
            <p:cNvSpPr txBox="1"/>
            <p:nvPr/>
          </p:nvSpPr>
          <p:spPr>
            <a:xfrm flipH="1">
              <a:off x="2104525" y="2085425"/>
              <a:ext cx="2583600" cy="29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Bellota Text"/>
                  <a:ea typeface="Bellota Text"/>
                  <a:cs typeface="Bellota Text"/>
                  <a:sym typeface="Bellota Text"/>
                </a:rPr>
                <a:t>January 1st - March 31th</a:t>
              </a:r>
              <a:endParaRPr>
                <a:solidFill>
                  <a:schemeClr val="dk1"/>
                </a:solidFill>
                <a:latin typeface="Bellota Text"/>
                <a:ea typeface="Bellota Text"/>
                <a:cs typeface="Bellota Text"/>
                <a:sym typeface="Bellota Text"/>
              </a:endParaRPr>
            </a:p>
          </p:txBody>
        </p:sp>
      </p:grpSp>
      <p:grpSp>
        <p:nvGrpSpPr>
          <p:cNvPr id="1495" name="Google Shape;1495;p41"/>
          <p:cNvGrpSpPr/>
          <p:nvPr/>
        </p:nvGrpSpPr>
        <p:grpSpPr>
          <a:xfrm>
            <a:off x="714375" y="2561536"/>
            <a:ext cx="3992250" cy="545114"/>
            <a:chOff x="714375" y="2561536"/>
            <a:chExt cx="3992250" cy="545114"/>
          </a:xfrm>
        </p:grpSpPr>
        <p:sp>
          <p:nvSpPr>
            <p:cNvPr id="1496" name="Google Shape;1496;p41"/>
            <p:cNvSpPr/>
            <p:nvPr/>
          </p:nvSpPr>
          <p:spPr>
            <a:xfrm>
              <a:off x="2123023" y="2640642"/>
              <a:ext cx="2098200" cy="17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41"/>
            <p:cNvSpPr txBox="1"/>
            <p:nvPr/>
          </p:nvSpPr>
          <p:spPr>
            <a:xfrm flipH="1">
              <a:off x="714375" y="2561536"/>
              <a:ext cx="1219500" cy="374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Bellota Text"/>
                  <a:ea typeface="Bellota Text"/>
                  <a:cs typeface="Bellota Text"/>
                  <a:sym typeface="Bellota Text"/>
                </a:rPr>
                <a:t>Task 1</a:t>
              </a:r>
              <a:endParaRPr>
                <a:solidFill>
                  <a:schemeClr val="dk1"/>
                </a:solidFill>
                <a:latin typeface="Bellota Text"/>
                <a:ea typeface="Bellota Text"/>
                <a:cs typeface="Bellota Text"/>
                <a:sym typeface="Bellota Text"/>
              </a:endParaRPr>
            </a:p>
          </p:txBody>
        </p:sp>
        <p:sp>
          <p:nvSpPr>
            <p:cNvPr id="1498" name="Google Shape;1498;p41"/>
            <p:cNvSpPr txBox="1"/>
            <p:nvPr/>
          </p:nvSpPr>
          <p:spPr>
            <a:xfrm flipH="1">
              <a:off x="2123025" y="2813550"/>
              <a:ext cx="2583600" cy="29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Bellota Text"/>
                  <a:ea typeface="Bellota Text"/>
                  <a:cs typeface="Bellota Text"/>
                  <a:sym typeface="Bellota Text"/>
                </a:rPr>
                <a:t>January</a:t>
              </a:r>
              <a:r>
                <a:rPr lang="en">
                  <a:solidFill>
                    <a:schemeClr val="dk1"/>
                  </a:solidFill>
                  <a:latin typeface="Bellota Text"/>
                  <a:ea typeface="Bellota Text"/>
                  <a:cs typeface="Bellota Text"/>
                  <a:sym typeface="Bellota Text"/>
                </a:rPr>
                <a:t> 1st - February 22th</a:t>
              </a:r>
              <a:endParaRPr>
                <a:solidFill>
                  <a:schemeClr val="dk1"/>
                </a:solidFill>
                <a:latin typeface="Bellota Text"/>
                <a:ea typeface="Bellota Text"/>
                <a:cs typeface="Bellota Text"/>
                <a:sym typeface="Bellota Text"/>
              </a:endParaRPr>
            </a:p>
          </p:txBody>
        </p:sp>
      </p:grpSp>
      <p:grpSp>
        <p:nvGrpSpPr>
          <p:cNvPr id="1499" name="Google Shape;1499;p41"/>
          <p:cNvGrpSpPr/>
          <p:nvPr/>
        </p:nvGrpSpPr>
        <p:grpSpPr>
          <a:xfrm>
            <a:off x="714351" y="4000658"/>
            <a:ext cx="7755099" cy="557442"/>
            <a:chOff x="714351" y="4000658"/>
            <a:chExt cx="7755099" cy="557442"/>
          </a:xfrm>
        </p:grpSpPr>
        <p:sp>
          <p:nvSpPr>
            <p:cNvPr id="1500" name="Google Shape;1500;p41"/>
            <p:cNvSpPr/>
            <p:nvPr/>
          </p:nvSpPr>
          <p:spPr>
            <a:xfrm>
              <a:off x="5885850" y="4090108"/>
              <a:ext cx="2490000" cy="174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1"/>
            <p:cNvSpPr txBox="1"/>
            <p:nvPr/>
          </p:nvSpPr>
          <p:spPr>
            <a:xfrm flipH="1">
              <a:off x="714351" y="4000658"/>
              <a:ext cx="1219500" cy="374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400">
                  <a:solidFill>
                    <a:schemeClr val="dk1"/>
                  </a:solidFill>
                  <a:latin typeface="Bellefair"/>
                  <a:ea typeface="Bellefair"/>
                  <a:cs typeface="Bellefair"/>
                  <a:sym typeface="Bellefair"/>
                </a:rPr>
                <a:t>Phase 2</a:t>
              </a:r>
              <a:endParaRPr sz="2400">
                <a:solidFill>
                  <a:schemeClr val="dk1"/>
                </a:solidFill>
                <a:latin typeface="Bellefair"/>
                <a:ea typeface="Bellefair"/>
                <a:cs typeface="Bellefair"/>
                <a:sym typeface="Bellefair"/>
              </a:endParaRPr>
            </a:p>
          </p:txBody>
        </p:sp>
        <p:sp>
          <p:nvSpPr>
            <p:cNvPr id="1502" name="Google Shape;1502;p41"/>
            <p:cNvSpPr txBox="1"/>
            <p:nvPr/>
          </p:nvSpPr>
          <p:spPr>
            <a:xfrm flipH="1">
              <a:off x="5885850" y="4265000"/>
              <a:ext cx="2583600" cy="29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Bellota Text"/>
                  <a:ea typeface="Bellota Text"/>
                  <a:cs typeface="Bellota Text"/>
                  <a:sym typeface="Bellota Text"/>
                </a:rPr>
                <a:t>April</a:t>
              </a:r>
              <a:r>
                <a:rPr lang="en">
                  <a:solidFill>
                    <a:schemeClr val="dk1"/>
                  </a:solidFill>
                  <a:latin typeface="Bellota Text"/>
                  <a:ea typeface="Bellota Text"/>
                  <a:cs typeface="Bellota Text"/>
                  <a:sym typeface="Bellota Text"/>
                </a:rPr>
                <a:t> 1st - May 27th</a:t>
              </a:r>
              <a:endParaRPr>
                <a:solidFill>
                  <a:schemeClr val="dk1"/>
                </a:solidFill>
                <a:latin typeface="Bellota Text"/>
                <a:ea typeface="Bellota Text"/>
                <a:cs typeface="Bellota Text"/>
                <a:sym typeface="Bellota Text"/>
              </a:endParaRPr>
            </a:p>
          </p:txBody>
        </p:sp>
      </p:grpSp>
      <p:grpSp>
        <p:nvGrpSpPr>
          <p:cNvPr id="1503" name="Google Shape;1503;p41"/>
          <p:cNvGrpSpPr/>
          <p:nvPr/>
        </p:nvGrpSpPr>
        <p:grpSpPr>
          <a:xfrm>
            <a:off x="714375" y="3281097"/>
            <a:ext cx="6090450" cy="553678"/>
            <a:chOff x="714375" y="3281097"/>
            <a:chExt cx="6090450" cy="553678"/>
          </a:xfrm>
        </p:grpSpPr>
        <p:sp>
          <p:nvSpPr>
            <p:cNvPr id="1504" name="Google Shape;1504;p41"/>
            <p:cNvSpPr/>
            <p:nvPr/>
          </p:nvSpPr>
          <p:spPr>
            <a:xfrm>
              <a:off x="4221226" y="3366775"/>
              <a:ext cx="1664700" cy="17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1"/>
            <p:cNvSpPr txBox="1"/>
            <p:nvPr/>
          </p:nvSpPr>
          <p:spPr>
            <a:xfrm flipH="1">
              <a:off x="714375" y="3281097"/>
              <a:ext cx="1219500" cy="374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chemeClr val="dk1"/>
                  </a:solidFill>
                  <a:latin typeface="Bellota Text"/>
                  <a:ea typeface="Bellota Text"/>
                  <a:cs typeface="Bellota Text"/>
                  <a:sym typeface="Bellota Text"/>
                </a:rPr>
                <a:t>Task 2</a:t>
              </a:r>
              <a:endParaRPr>
                <a:solidFill>
                  <a:schemeClr val="dk1"/>
                </a:solidFill>
                <a:latin typeface="Bellota Text"/>
                <a:ea typeface="Bellota Text"/>
                <a:cs typeface="Bellota Text"/>
                <a:sym typeface="Bellota Text"/>
              </a:endParaRPr>
            </a:p>
          </p:txBody>
        </p:sp>
        <p:sp>
          <p:nvSpPr>
            <p:cNvPr id="1506" name="Google Shape;1506;p41"/>
            <p:cNvSpPr txBox="1"/>
            <p:nvPr/>
          </p:nvSpPr>
          <p:spPr>
            <a:xfrm flipH="1">
              <a:off x="4221225" y="3541675"/>
              <a:ext cx="2583600" cy="293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Bellota Text"/>
                  <a:ea typeface="Bellota Text"/>
                  <a:cs typeface="Bellota Text"/>
                  <a:sym typeface="Bellota Text"/>
                </a:rPr>
                <a:t>February 23</a:t>
              </a:r>
              <a:r>
                <a:rPr lang="en">
                  <a:solidFill>
                    <a:schemeClr val="dk1"/>
                  </a:solidFill>
                  <a:latin typeface="Bellota Text"/>
                  <a:ea typeface="Bellota Text"/>
                  <a:cs typeface="Bellota Text"/>
                  <a:sym typeface="Bellota Text"/>
                </a:rPr>
                <a:t>th - March 31th</a:t>
              </a:r>
              <a:endParaRPr>
                <a:solidFill>
                  <a:schemeClr val="dk1"/>
                </a:solidFill>
                <a:latin typeface="Bellota Text"/>
                <a:ea typeface="Bellota Text"/>
                <a:cs typeface="Bellota Text"/>
                <a:sym typeface="Bellota Text"/>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42"/>
          <p:cNvSpPr/>
          <p:nvPr/>
        </p:nvSpPr>
        <p:spPr>
          <a:xfrm>
            <a:off x="3762134" y="3403762"/>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2" name="Google Shape;1512;p42"/>
          <p:cNvCxnSpPr>
            <a:stCxn id="1513" idx="1"/>
            <a:endCxn id="1514" idx="0"/>
          </p:cNvCxnSpPr>
          <p:nvPr/>
        </p:nvCxnSpPr>
        <p:spPr>
          <a:xfrm rot="10800000">
            <a:off x="2158800" y="2047600"/>
            <a:ext cx="1505100" cy="315300"/>
          </a:xfrm>
          <a:prstGeom prst="bentConnector4">
            <a:avLst>
              <a:gd fmla="val 26684" name="adj1"/>
              <a:gd fmla="val 175541" name="adj2"/>
            </a:avLst>
          </a:prstGeom>
          <a:noFill/>
          <a:ln cap="flat" cmpd="sng" w="19050">
            <a:solidFill>
              <a:schemeClr val="dk1"/>
            </a:solidFill>
            <a:prstDash val="solid"/>
            <a:round/>
            <a:headEnd len="med" w="med" type="none"/>
            <a:tailEnd len="med" w="med" type="oval"/>
          </a:ln>
        </p:spPr>
      </p:cxnSp>
      <p:cxnSp>
        <p:nvCxnSpPr>
          <p:cNvPr id="1515" name="Google Shape;1515;p42"/>
          <p:cNvCxnSpPr>
            <a:stCxn id="1513" idx="2"/>
            <a:endCxn id="1516" idx="0"/>
          </p:cNvCxnSpPr>
          <p:nvPr/>
        </p:nvCxnSpPr>
        <p:spPr>
          <a:xfrm flipH="1" rot="-5400000">
            <a:off x="4269750" y="3140500"/>
            <a:ext cx="605100" cy="600"/>
          </a:xfrm>
          <a:prstGeom prst="bentConnector3">
            <a:avLst>
              <a:gd fmla="val 49988" name="adj1"/>
            </a:avLst>
          </a:prstGeom>
          <a:noFill/>
          <a:ln cap="flat" cmpd="sng" w="19050">
            <a:solidFill>
              <a:schemeClr val="dk1"/>
            </a:solidFill>
            <a:prstDash val="solid"/>
            <a:round/>
            <a:headEnd len="med" w="med" type="none"/>
            <a:tailEnd len="med" w="med" type="oval"/>
          </a:ln>
        </p:spPr>
      </p:cxnSp>
      <p:cxnSp>
        <p:nvCxnSpPr>
          <p:cNvPr id="1517" name="Google Shape;1517;p42"/>
          <p:cNvCxnSpPr>
            <a:stCxn id="1513" idx="3"/>
            <a:endCxn id="1518" idx="0"/>
          </p:cNvCxnSpPr>
          <p:nvPr/>
        </p:nvCxnSpPr>
        <p:spPr>
          <a:xfrm flipH="1" rot="10800000">
            <a:off x="5480100" y="2047600"/>
            <a:ext cx="1505100" cy="315300"/>
          </a:xfrm>
          <a:prstGeom prst="bentConnector4">
            <a:avLst>
              <a:gd fmla="val 26684" name="adj1"/>
              <a:gd fmla="val 175541" name="adj2"/>
            </a:avLst>
          </a:prstGeom>
          <a:noFill/>
          <a:ln cap="flat" cmpd="sng" w="19050">
            <a:solidFill>
              <a:schemeClr val="dk1"/>
            </a:solidFill>
            <a:prstDash val="solid"/>
            <a:round/>
            <a:headEnd len="med" w="med" type="none"/>
            <a:tailEnd len="med" w="med" type="oval"/>
          </a:ln>
        </p:spPr>
      </p:cxnSp>
      <p:sp>
        <p:nvSpPr>
          <p:cNvPr id="1519" name="Google Shape;1519;p42"/>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520" name="Google Shape;1520;p42"/>
          <p:cNvGrpSpPr/>
          <p:nvPr/>
        </p:nvGrpSpPr>
        <p:grpSpPr>
          <a:xfrm>
            <a:off x="3620045" y="1574136"/>
            <a:ext cx="1903898" cy="1577551"/>
            <a:chOff x="6087600" y="1624881"/>
            <a:chExt cx="2565900" cy="2878217"/>
          </a:xfrm>
        </p:grpSpPr>
        <p:sp>
          <p:nvSpPr>
            <p:cNvPr id="1521" name="Google Shape;1521;p42"/>
            <p:cNvSpPr/>
            <p:nvPr/>
          </p:nvSpPr>
          <p:spPr>
            <a:xfrm>
              <a:off x="6087600" y="1624881"/>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2"/>
            <p:cNvSpPr/>
            <p:nvPr/>
          </p:nvSpPr>
          <p:spPr>
            <a:xfrm>
              <a:off x="6087600" y="2963156"/>
              <a:ext cx="2565867" cy="1539942"/>
            </a:xfrm>
            <a:custGeom>
              <a:rect b="b" l="l" r="r" t="t"/>
              <a:pathLst>
                <a:path extrusionOk="0" h="24087" w="40134">
                  <a:moveTo>
                    <a:pt x="1" y="1"/>
                  </a:moveTo>
                  <a:lnTo>
                    <a:pt x="1" y="23802"/>
                  </a:lnTo>
                  <a:lnTo>
                    <a:pt x="271" y="23966"/>
                  </a:lnTo>
                  <a:lnTo>
                    <a:pt x="691" y="23726"/>
                  </a:lnTo>
                  <a:lnTo>
                    <a:pt x="1125" y="23532"/>
                  </a:lnTo>
                  <a:lnTo>
                    <a:pt x="1575" y="23622"/>
                  </a:lnTo>
                  <a:lnTo>
                    <a:pt x="2071" y="24086"/>
                  </a:lnTo>
                  <a:lnTo>
                    <a:pt x="2460" y="23486"/>
                  </a:lnTo>
                  <a:lnTo>
                    <a:pt x="2955" y="24012"/>
                  </a:lnTo>
                  <a:lnTo>
                    <a:pt x="3375" y="23742"/>
                  </a:lnTo>
                  <a:lnTo>
                    <a:pt x="3795" y="23442"/>
                  </a:lnTo>
                  <a:lnTo>
                    <a:pt x="4215" y="23246"/>
                  </a:lnTo>
                  <a:lnTo>
                    <a:pt x="4680" y="23366"/>
                  </a:lnTo>
                  <a:lnTo>
                    <a:pt x="5114" y="23232"/>
                  </a:lnTo>
                  <a:lnTo>
                    <a:pt x="5594" y="23666"/>
                  </a:lnTo>
                  <a:lnTo>
                    <a:pt x="6030" y="23532"/>
                  </a:lnTo>
                  <a:lnTo>
                    <a:pt x="6494" y="23606"/>
                  </a:lnTo>
                  <a:lnTo>
                    <a:pt x="6884" y="23172"/>
                  </a:lnTo>
                  <a:lnTo>
                    <a:pt x="7364" y="23472"/>
                  </a:lnTo>
                  <a:lnTo>
                    <a:pt x="7739" y="22752"/>
                  </a:lnTo>
                  <a:lnTo>
                    <a:pt x="8234" y="23186"/>
                  </a:lnTo>
                  <a:lnTo>
                    <a:pt x="8684" y="23202"/>
                  </a:lnTo>
                  <a:lnTo>
                    <a:pt x="9104" y="23052"/>
                  </a:lnTo>
                  <a:lnTo>
                    <a:pt x="9539" y="22872"/>
                  </a:lnTo>
                  <a:lnTo>
                    <a:pt x="10019" y="23202"/>
                  </a:lnTo>
                  <a:lnTo>
                    <a:pt x="10453" y="23126"/>
                  </a:lnTo>
                  <a:lnTo>
                    <a:pt x="10843" y="22602"/>
                  </a:lnTo>
                  <a:lnTo>
                    <a:pt x="11293" y="22632"/>
                  </a:lnTo>
                  <a:lnTo>
                    <a:pt x="11759" y="22782"/>
                  </a:lnTo>
                  <a:lnTo>
                    <a:pt x="12179" y="22436"/>
                  </a:lnTo>
                  <a:lnTo>
                    <a:pt x="12628" y="22512"/>
                  </a:lnTo>
                  <a:lnTo>
                    <a:pt x="13093" y="22706"/>
                  </a:lnTo>
                  <a:lnTo>
                    <a:pt x="13528" y="22662"/>
                  </a:lnTo>
                  <a:lnTo>
                    <a:pt x="13963" y="22422"/>
                  </a:lnTo>
                  <a:lnTo>
                    <a:pt x="14413" y="22572"/>
                  </a:lnTo>
                  <a:lnTo>
                    <a:pt x="14848" y="22362"/>
                  </a:lnTo>
                  <a:lnTo>
                    <a:pt x="15298" y="22436"/>
                  </a:lnTo>
                  <a:lnTo>
                    <a:pt x="15718" y="22212"/>
                  </a:lnTo>
                  <a:lnTo>
                    <a:pt x="16168" y="22242"/>
                  </a:lnTo>
                  <a:lnTo>
                    <a:pt x="16588" y="21896"/>
                  </a:lnTo>
                  <a:lnTo>
                    <a:pt x="17068" y="22226"/>
                  </a:lnTo>
                  <a:lnTo>
                    <a:pt x="17458" y="21732"/>
                  </a:lnTo>
                  <a:lnTo>
                    <a:pt x="17937" y="22046"/>
                  </a:lnTo>
                  <a:lnTo>
                    <a:pt x="18402" y="22212"/>
                  </a:lnTo>
                  <a:lnTo>
                    <a:pt x="18807" y="21807"/>
                  </a:lnTo>
                  <a:lnTo>
                    <a:pt x="19272" y="22016"/>
                  </a:lnTo>
                  <a:lnTo>
                    <a:pt x="19721" y="22046"/>
                  </a:lnTo>
                  <a:lnTo>
                    <a:pt x="20111" y="21507"/>
                  </a:lnTo>
                  <a:lnTo>
                    <a:pt x="20591" y="21852"/>
                  </a:lnTo>
                  <a:lnTo>
                    <a:pt x="21027" y="21762"/>
                  </a:lnTo>
                  <a:lnTo>
                    <a:pt x="21431" y="21282"/>
                  </a:lnTo>
                  <a:lnTo>
                    <a:pt x="21881" y="21417"/>
                  </a:lnTo>
                  <a:lnTo>
                    <a:pt x="22331" y="21447"/>
                  </a:lnTo>
                  <a:lnTo>
                    <a:pt x="22796" y="21537"/>
                  </a:lnTo>
                  <a:lnTo>
                    <a:pt x="23261" y="21807"/>
                  </a:lnTo>
                  <a:lnTo>
                    <a:pt x="23681" y="21537"/>
                  </a:lnTo>
                  <a:lnTo>
                    <a:pt x="24116" y="21447"/>
                  </a:lnTo>
                  <a:lnTo>
                    <a:pt x="24596" y="21762"/>
                  </a:lnTo>
                  <a:lnTo>
                    <a:pt x="24970" y="21102"/>
                  </a:lnTo>
                  <a:lnTo>
                    <a:pt x="25390" y="20862"/>
                  </a:lnTo>
                  <a:lnTo>
                    <a:pt x="25856" y="20997"/>
                  </a:lnTo>
                  <a:lnTo>
                    <a:pt x="26290" y="20892"/>
                  </a:lnTo>
                  <a:lnTo>
                    <a:pt x="26800" y="21432"/>
                  </a:lnTo>
                  <a:lnTo>
                    <a:pt x="27236" y="21387"/>
                  </a:lnTo>
                  <a:lnTo>
                    <a:pt x="27670" y="21282"/>
                  </a:lnTo>
                  <a:lnTo>
                    <a:pt x="28105" y="21162"/>
                  </a:lnTo>
                  <a:lnTo>
                    <a:pt x="28540" y="21102"/>
                  </a:lnTo>
                  <a:lnTo>
                    <a:pt x="28945" y="20712"/>
                  </a:lnTo>
                  <a:lnTo>
                    <a:pt x="29410" y="20922"/>
                  </a:lnTo>
                  <a:lnTo>
                    <a:pt x="29875" y="21117"/>
                  </a:lnTo>
                  <a:lnTo>
                    <a:pt x="30279" y="20712"/>
                  </a:lnTo>
                  <a:lnTo>
                    <a:pt x="30759" y="21027"/>
                  </a:lnTo>
                  <a:lnTo>
                    <a:pt x="31195" y="20832"/>
                  </a:lnTo>
                  <a:lnTo>
                    <a:pt x="31645" y="20937"/>
                  </a:lnTo>
                  <a:lnTo>
                    <a:pt x="32049" y="20517"/>
                  </a:lnTo>
                  <a:lnTo>
                    <a:pt x="32529" y="20802"/>
                  </a:lnTo>
                  <a:lnTo>
                    <a:pt x="32905" y="20127"/>
                  </a:lnTo>
                  <a:lnTo>
                    <a:pt x="33384" y="20487"/>
                  </a:lnTo>
                  <a:lnTo>
                    <a:pt x="33804" y="20247"/>
                  </a:lnTo>
                  <a:lnTo>
                    <a:pt x="34239" y="20067"/>
                  </a:lnTo>
                  <a:lnTo>
                    <a:pt x="34689" y="20187"/>
                  </a:lnTo>
                  <a:lnTo>
                    <a:pt x="35154" y="20397"/>
                  </a:lnTo>
                  <a:lnTo>
                    <a:pt x="35558" y="19947"/>
                  </a:lnTo>
                  <a:lnTo>
                    <a:pt x="36008" y="20022"/>
                  </a:lnTo>
                  <a:lnTo>
                    <a:pt x="36488" y="20307"/>
                  </a:lnTo>
                  <a:lnTo>
                    <a:pt x="36924" y="20202"/>
                  </a:lnTo>
                  <a:lnTo>
                    <a:pt x="37344" y="19917"/>
                  </a:lnTo>
                  <a:lnTo>
                    <a:pt x="37778" y="19872"/>
                  </a:lnTo>
                  <a:lnTo>
                    <a:pt x="38228" y="19947"/>
                  </a:lnTo>
                  <a:lnTo>
                    <a:pt x="38648" y="19543"/>
                  </a:lnTo>
                  <a:lnTo>
                    <a:pt x="39128" y="19932"/>
                  </a:lnTo>
                  <a:lnTo>
                    <a:pt x="39533" y="19573"/>
                  </a:lnTo>
                  <a:lnTo>
                    <a:pt x="39998" y="19723"/>
                  </a:lnTo>
                  <a:lnTo>
                    <a:pt x="40133" y="19827"/>
                  </a:lnTo>
                  <a:lnTo>
                    <a:pt x="40133" y="1"/>
                  </a:lnTo>
                  <a:lnTo>
                    <a:pt x="38183" y="1"/>
                  </a:lnTo>
                  <a:lnTo>
                    <a:pt x="37988" y="1246"/>
                  </a:lnTo>
                  <a:cubicBezTo>
                    <a:pt x="38258" y="1350"/>
                    <a:pt x="38453" y="1606"/>
                    <a:pt x="38453" y="1906"/>
                  </a:cubicBezTo>
                  <a:cubicBezTo>
                    <a:pt x="38453" y="2280"/>
                    <a:pt x="38138" y="2596"/>
                    <a:pt x="37748" y="2596"/>
                  </a:cubicBezTo>
                  <a:cubicBezTo>
                    <a:pt x="37358" y="2596"/>
                    <a:pt x="37058" y="2280"/>
                    <a:pt x="37058" y="1906"/>
                  </a:cubicBezTo>
                  <a:cubicBezTo>
                    <a:pt x="37058" y="1636"/>
                    <a:pt x="37208" y="1396"/>
                    <a:pt x="37448" y="1276"/>
                  </a:cubicBezTo>
                  <a:lnTo>
                    <a:pt x="37448" y="1"/>
                  </a:lnTo>
                  <a:lnTo>
                    <a:pt x="34254" y="1"/>
                  </a:lnTo>
                  <a:lnTo>
                    <a:pt x="34059" y="1246"/>
                  </a:lnTo>
                  <a:cubicBezTo>
                    <a:pt x="34329" y="1350"/>
                    <a:pt x="34524" y="1606"/>
                    <a:pt x="34524" y="1906"/>
                  </a:cubicBezTo>
                  <a:cubicBezTo>
                    <a:pt x="34524" y="2280"/>
                    <a:pt x="34209" y="2596"/>
                    <a:pt x="33819" y="2596"/>
                  </a:cubicBezTo>
                  <a:cubicBezTo>
                    <a:pt x="33429" y="2596"/>
                    <a:pt x="33129" y="2280"/>
                    <a:pt x="33129" y="1906"/>
                  </a:cubicBezTo>
                  <a:cubicBezTo>
                    <a:pt x="33129" y="1636"/>
                    <a:pt x="33279" y="1396"/>
                    <a:pt x="33519" y="1276"/>
                  </a:cubicBezTo>
                  <a:lnTo>
                    <a:pt x="33519" y="1"/>
                  </a:lnTo>
                  <a:lnTo>
                    <a:pt x="30325" y="1"/>
                  </a:lnTo>
                  <a:lnTo>
                    <a:pt x="30129" y="1246"/>
                  </a:lnTo>
                  <a:cubicBezTo>
                    <a:pt x="30399" y="1350"/>
                    <a:pt x="30595" y="1606"/>
                    <a:pt x="30595" y="1906"/>
                  </a:cubicBezTo>
                  <a:cubicBezTo>
                    <a:pt x="30595" y="2280"/>
                    <a:pt x="30279" y="2596"/>
                    <a:pt x="29890" y="2596"/>
                  </a:cubicBezTo>
                  <a:cubicBezTo>
                    <a:pt x="29515" y="2596"/>
                    <a:pt x="29200" y="2280"/>
                    <a:pt x="29200" y="1906"/>
                  </a:cubicBezTo>
                  <a:cubicBezTo>
                    <a:pt x="29200" y="1636"/>
                    <a:pt x="29350" y="1396"/>
                    <a:pt x="29590" y="1276"/>
                  </a:cubicBezTo>
                  <a:lnTo>
                    <a:pt x="29590" y="1"/>
                  </a:lnTo>
                  <a:lnTo>
                    <a:pt x="26396" y="1"/>
                  </a:lnTo>
                  <a:lnTo>
                    <a:pt x="26200" y="1246"/>
                  </a:lnTo>
                  <a:cubicBezTo>
                    <a:pt x="26470" y="1350"/>
                    <a:pt x="26666" y="1606"/>
                    <a:pt x="26666" y="1906"/>
                  </a:cubicBezTo>
                  <a:cubicBezTo>
                    <a:pt x="26666" y="2280"/>
                    <a:pt x="26350" y="2596"/>
                    <a:pt x="25960" y="2596"/>
                  </a:cubicBezTo>
                  <a:cubicBezTo>
                    <a:pt x="25586" y="2596"/>
                    <a:pt x="25270" y="2280"/>
                    <a:pt x="25270" y="1906"/>
                  </a:cubicBezTo>
                  <a:cubicBezTo>
                    <a:pt x="25270" y="1636"/>
                    <a:pt x="25420" y="1396"/>
                    <a:pt x="25660" y="1276"/>
                  </a:cubicBezTo>
                  <a:lnTo>
                    <a:pt x="25660" y="1"/>
                  </a:lnTo>
                  <a:lnTo>
                    <a:pt x="22467" y="1"/>
                  </a:lnTo>
                  <a:lnTo>
                    <a:pt x="22271" y="1246"/>
                  </a:lnTo>
                  <a:cubicBezTo>
                    <a:pt x="22541" y="1350"/>
                    <a:pt x="22737" y="1606"/>
                    <a:pt x="22737" y="1906"/>
                  </a:cubicBezTo>
                  <a:cubicBezTo>
                    <a:pt x="22737" y="2280"/>
                    <a:pt x="22421" y="2596"/>
                    <a:pt x="22031" y="2596"/>
                  </a:cubicBezTo>
                  <a:cubicBezTo>
                    <a:pt x="21657" y="2596"/>
                    <a:pt x="21341" y="2280"/>
                    <a:pt x="21341" y="1906"/>
                  </a:cubicBezTo>
                  <a:cubicBezTo>
                    <a:pt x="21341" y="1636"/>
                    <a:pt x="21491" y="1396"/>
                    <a:pt x="21731" y="1276"/>
                  </a:cubicBezTo>
                  <a:lnTo>
                    <a:pt x="21731" y="1"/>
                  </a:lnTo>
                  <a:lnTo>
                    <a:pt x="18537" y="1"/>
                  </a:lnTo>
                  <a:lnTo>
                    <a:pt x="18342" y="1246"/>
                  </a:lnTo>
                  <a:cubicBezTo>
                    <a:pt x="18612" y="1350"/>
                    <a:pt x="18807" y="1606"/>
                    <a:pt x="18807" y="1906"/>
                  </a:cubicBezTo>
                  <a:cubicBezTo>
                    <a:pt x="18807" y="2280"/>
                    <a:pt x="18492" y="2596"/>
                    <a:pt x="18102" y="2596"/>
                  </a:cubicBezTo>
                  <a:cubicBezTo>
                    <a:pt x="17727" y="2596"/>
                    <a:pt x="17412" y="2280"/>
                    <a:pt x="17412" y="1906"/>
                  </a:cubicBezTo>
                  <a:cubicBezTo>
                    <a:pt x="17412" y="1636"/>
                    <a:pt x="17562" y="1396"/>
                    <a:pt x="17802" y="1276"/>
                  </a:cubicBezTo>
                  <a:lnTo>
                    <a:pt x="17802" y="1"/>
                  </a:lnTo>
                  <a:lnTo>
                    <a:pt x="14608" y="1"/>
                  </a:lnTo>
                  <a:lnTo>
                    <a:pt x="14413" y="1246"/>
                  </a:lnTo>
                  <a:cubicBezTo>
                    <a:pt x="14682" y="1350"/>
                    <a:pt x="14878" y="1606"/>
                    <a:pt x="14878" y="1906"/>
                  </a:cubicBezTo>
                  <a:cubicBezTo>
                    <a:pt x="14878" y="2280"/>
                    <a:pt x="14562" y="2596"/>
                    <a:pt x="14173" y="2596"/>
                  </a:cubicBezTo>
                  <a:cubicBezTo>
                    <a:pt x="13798" y="2596"/>
                    <a:pt x="13483" y="2280"/>
                    <a:pt x="13483" y="1906"/>
                  </a:cubicBezTo>
                  <a:cubicBezTo>
                    <a:pt x="13483" y="1636"/>
                    <a:pt x="13633" y="1396"/>
                    <a:pt x="13873" y="1276"/>
                  </a:cubicBezTo>
                  <a:lnTo>
                    <a:pt x="13873" y="1"/>
                  </a:lnTo>
                  <a:lnTo>
                    <a:pt x="10679" y="1"/>
                  </a:lnTo>
                  <a:lnTo>
                    <a:pt x="10483" y="1246"/>
                  </a:lnTo>
                  <a:cubicBezTo>
                    <a:pt x="10753" y="1350"/>
                    <a:pt x="10949" y="1606"/>
                    <a:pt x="10949" y="1906"/>
                  </a:cubicBezTo>
                  <a:cubicBezTo>
                    <a:pt x="10949" y="2280"/>
                    <a:pt x="10633" y="2596"/>
                    <a:pt x="10243" y="2596"/>
                  </a:cubicBezTo>
                  <a:cubicBezTo>
                    <a:pt x="9869" y="2596"/>
                    <a:pt x="9553" y="2280"/>
                    <a:pt x="9553" y="1906"/>
                  </a:cubicBezTo>
                  <a:cubicBezTo>
                    <a:pt x="9553" y="1636"/>
                    <a:pt x="9703" y="1396"/>
                    <a:pt x="9943" y="1276"/>
                  </a:cubicBezTo>
                  <a:lnTo>
                    <a:pt x="9943" y="1"/>
                  </a:lnTo>
                  <a:lnTo>
                    <a:pt x="6750" y="1"/>
                  </a:lnTo>
                  <a:lnTo>
                    <a:pt x="6554" y="1246"/>
                  </a:lnTo>
                  <a:cubicBezTo>
                    <a:pt x="6824" y="1350"/>
                    <a:pt x="7020" y="1606"/>
                    <a:pt x="7020" y="1906"/>
                  </a:cubicBezTo>
                  <a:cubicBezTo>
                    <a:pt x="7020" y="2280"/>
                    <a:pt x="6704" y="2596"/>
                    <a:pt x="6314" y="2596"/>
                  </a:cubicBezTo>
                  <a:cubicBezTo>
                    <a:pt x="5940" y="2596"/>
                    <a:pt x="5624" y="2280"/>
                    <a:pt x="5624" y="1906"/>
                  </a:cubicBezTo>
                  <a:cubicBezTo>
                    <a:pt x="5624" y="1636"/>
                    <a:pt x="5774" y="1396"/>
                    <a:pt x="6014" y="1276"/>
                  </a:cubicBezTo>
                  <a:lnTo>
                    <a:pt x="6014" y="1"/>
                  </a:lnTo>
                  <a:lnTo>
                    <a:pt x="2820" y="1"/>
                  </a:lnTo>
                  <a:lnTo>
                    <a:pt x="2625" y="1246"/>
                  </a:lnTo>
                  <a:cubicBezTo>
                    <a:pt x="2895" y="1350"/>
                    <a:pt x="3090" y="1606"/>
                    <a:pt x="3090" y="1906"/>
                  </a:cubicBezTo>
                  <a:cubicBezTo>
                    <a:pt x="3090" y="2280"/>
                    <a:pt x="2775" y="2596"/>
                    <a:pt x="2385" y="2596"/>
                  </a:cubicBezTo>
                  <a:cubicBezTo>
                    <a:pt x="2011" y="2596"/>
                    <a:pt x="1695" y="2280"/>
                    <a:pt x="1695" y="1906"/>
                  </a:cubicBezTo>
                  <a:cubicBezTo>
                    <a:pt x="1695" y="1636"/>
                    <a:pt x="1845" y="1396"/>
                    <a:pt x="2085" y="1276"/>
                  </a:cubicBezTo>
                  <a:lnTo>
                    <a:pt x="208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2"/>
            <p:cNvSpPr/>
            <p:nvPr/>
          </p:nvSpPr>
          <p:spPr>
            <a:xfrm>
              <a:off x="6087600" y="2281425"/>
              <a:ext cx="2565900" cy="178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4" name="Google Shape;1524;p42"/>
          <p:cNvSpPr/>
          <p:nvPr/>
        </p:nvSpPr>
        <p:spPr>
          <a:xfrm>
            <a:off x="5260619" y="1498525"/>
            <a:ext cx="138091" cy="335098"/>
          </a:xfrm>
          <a:custGeom>
            <a:rect b="b" l="l" r="r" t="t"/>
            <a:pathLst>
              <a:path extrusionOk="0" h="7064" w="2911">
                <a:moveTo>
                  <a:pt x="1455" y="1"/>
                </a:moveTo>
                <a:cubicBezTo>
                  <a:pt x="645" y="1"/>
                  <a:pt x="1" y="661"/>
                  <a:pt x="1" y="1455"/>
                </a:cubicBezTo>
                <a:lnTo>
                  <a:pt x="1" y="1650"/>
                </a:lnTo>
                <a:lnTo>
                  <a:pt x="315" y="1650"/>
                </a:lnTo>
                <a:lnTo>
                  <a:pt x="315" y="1455"/>
                </a:lnTo>
                <a:cubicBezTo>
                  <a:pt x="315" y="841"/>
                  <a:pt x="825" y="331"/>
                  <a:pt x="1455" y="331"/>
                </a:cubicBezTo>
                <a:cubicBezTo>
                  <a:pt x="2070" y="331"/>
                  <a:pt x="2580" y="841"/>
                  <a:pt x="2580" y="1455"/>
                </a:cubicBezTo>
                <a:lnTo>
                  <a:pt x="2580" y="6150"/>
                </a:lnTo>
                <a:cubicBezTo>
                  <a:pt x="2580" y="6480"/>
                  <a:pt x="2310" y="6734"/>
                  <a:pt x="1995" y="6734"/>
                </a:cubicBezTo>
                <a:lnTo>
                  <a:pt x="1845" y="6734"/>
                </a:lnTo>
                <a:cubicBezTo>
                  <a:pt x="1515" y="6734"/>
                  <a:pt x="1261" y="6480"/>
                  <a:pt x="1261" y="6150"/>
                </a:cubicBezTo>
                <a:lnTo>
                  <a:pt x="1261" y="2115"/>
                </a:lnTo>
                <a:cubicBezTo>
                  <a:pt x="1261" y="2025"/>
                  <a:pt x="1185" y="1950"/>
                  <a:pt x="1095" y="1950"/>
                </a:cubicBezTo>
                <a:cubicBezTo>
                  <a:pt x="1005" y="1950"/>
                  <a:pt x="931" y="2025"/>
                  <a:pt x="931" y="2115"/>
                </a:cubicBezTo>
                <a:lnTo>
                  <a:pt x="931" y="6150"/>
                </a:lnTo>
                <a:cubicBezTo>
                  <a:pt x="931" y="6659"/>
                  <a:pt x="1335" y="7064"/>
                  <a:pt x="1845" y="7064"/>
                </a:cubicBezTo>
                <a:lnTo>
                  <a:pt x="1995" y="7064"/>
                </a:lnTo>
                <a:cubicBezTo>
                  <a:pt x="2490" y="7064"/>
                  <a:pt x="2910" y="6659"/>
                  <a:pt x="2910" y="6150"/>
                </a:cubicBezTo>
                <a:lnTo>
                  <a:pt x="2910" y="1455"/>
                </a:lnTo>
                <a:cubicBezTo>
                  <a:pt x="2910" y="661"/>
                  <a:pt x="2250" y="1"/>
                  <a:pt x="1455" y="1"/>
                </a:cubicBezTo>
                <a:close/>
              </a:path>
            </a:pathLst>
          </a:custGeom>
          <a:solidFill>
            <a:srgbClr val="9C78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2"/>
          <p:cNvSpPr txBox="1"/>
          <p:nvPr/>
        </p:nvSpPr>
        <p:spPr>
          <a:xfrm>
            <a:off x="3663900" y="1887550"/>
            <a:ext cx="1816200" cy="9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Upcoming projects</a:t>
            </a:r>
            <a:endParaRPr sz="2400">
              <a:solidFill>
                <a:schemeClr val="dk1"/>
              </a:solidFill>
              <a:latin typeface="Bellefair"/>
              <a:ea typeface="Bellefair"/>
              <a:cs typeface="Bellefair"/>
              <a:sym typeface="Bellefair"/>
            </a:endParaRPr>
          </a:p>
        </p:txBody>
      </p:sp>
      <p:sp>
        <p:nvSpPr>
          <p:cNvPr id="1525" name="Google Shape;1525;p42"/>
          <p:cNvSpPr/>
          <p:nvPr/>
        </p:nvSpPr>
        <p:spPr>
          <a:xfrm>
            <a:off x="6175336" y="2008100"/>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2"/>
          <p:cNvSpPr/>
          <p:nvPr/>
        </p:nvSpPr>
        <p:spPr>
          <a:xfrm>
            <a:off x="1348953" y="2008100"/>
            <a:ext cx="1619732" cy="480288"/>
          </a:xfrm>
          <a:custGeom>
            <a:rect b="b" l="l" r="r" t="t"/>
            <a:pathLst>
              <a:path extrusionOk="0" h="11189" w="37734">
                <a:moveTo>
                  <a:pt x="25436" y="0"/>
                </a:moveTo>
                <a:lnTo>
                  <a:pt x="24956" y="180"/>
                </a:lnTo>
                <a:lnTo>
                  <a:pt x="24476" y="76"/>
                </a:lnTo>
                <a:lnTo>
                  <a:pt x="23996" y="150"/>
                </a:lnTo>
                <a:lnTo>
                  <a:pt x="23531" y="210"/>
                </a:lnTo>
                <a:lnTo>
                  <a:pt x="23051" y="180"/>
                </a:lnTo>
                <a:lnTo>
                  <a:pt x="22571" y="556"/>
                </a:lnTo>
                <a:lnTo>
                  <a:pt x="22091" y="226"/>
                </a:lnTo>
                <a:lnTo>
                  <a:pt x="21611" y="136"/>
                </a:lnTo>
                <a:lnTo>
                  <a:pt x="21147" y="316"/>
                </a:lnTo>
                <a:lnTo>
                  <a:pt x="20667" y="346"/>
                </a:lnTo>
                <a:lnTo>
                  <a:pt x="20187" y="660"/>
                </a:lnTo>
                <a:lnTo>
                  <a:pt x="19707" y="256"/>
                </a:lnTo>
                <a:lnTo>
                  <a:pt x="19227" y="720"/>
                </a:lnTo>
                <a:lnTo>
                  <a:pt x="18747" y="660"/>
                </a:lnTo>
                <a:lnTo>
                  <a:pt x="18282" y="600"/>
                </a:lnTo>
                <a:lnTo>
                  <a:pt x="17802" y="540"/>
                </a:lnTo>
                <a:lnTo>
                  <a:pt x="17322" y="90"/>
                </a:lnTo>
                <a:lnTo>
                  <a:pt x="16842" y="390"/>
                </a:lnTo>
                <a:lnTo>
                  <a:pt x="16362" y="630"/>
                </a:lnTo>
                <a:lnTo>
                  <a:pt x="15898" y="330"/>
                </a:lnTo>
                <a:lnTo>
                  <a:pt x="15418" y="450"/>
                </a:lnTo>
                <a:lnTo>
                  <a:pt x="14938" y="196"/>
                </a:lnTo>
                <a:lnTo>
                  <a:pt x="14458" y="570"/>
                </a:lnTo>
                <a:lnTo>
                  <a:pt x="13978" y="510"/>
                </a:lnTo>
                <a:lnTo>
                  <a:pt x="13513" y="346"/>
                </a:lnTo>
                <a:lnTo>
                  <a:pt x="13033" y="690"/>
                </a:lnTo>
                <a:lnTo>
                  <a:pt x="12553" y="510"/>
                </a:lnTo>
                <a:lnTo>
                  <a:pt x="12073" y="420"/>
                </a:lnTo>
                <a:lnTo>
                  <a:pt x="11593" y="360"/>
                </a:lnTo>
                <a:lnTo>
                  <a:pt x="11129" y="390"/>
                </a:lnTo>
                <a:lnTo>
                  <a:pt x="10649" y="720"/>
                </a:lnTo>
                <a:lnTo>
                  <a:pt x="10169" y="240"/>
                </a:lnTo>
                <a:lnTo>
                  <a:pt x="9689" y="496"/>
                </a:lnTo>
                <a:lnTo>
                  <a:pt x="9209" y="240"/>
                </a:lnTo>
                <a:lnTo>
                  <a:pt x="8744" y="496"/>
                </a:lnTo>
                <a:lnTo>
                  <a:pt x="8264" y="630"/>
                </a:lnTo>
                <a:lnTo>
                  <a:pt x="7784" y="570"/>
                </a:lnTo>
                <a:lnTo>
                  <a:pt x="7304" y="480"/>
                </a:lnTo>
                <a:lnTo>
                  <a:pt x="6840" y="346"/>
                </a:lnTo>
                <a:lnTo>
                  <a:pt x="6360" y="510"/>
                </a:lnTo>
                <a:lnTo>
                  <a:pt x="5880" y="346"/>
                </a:lnTo>
                <a:lnTo>
                  <a:pt x="5400" y="30"/>
                </a:lnTo>
                <a:lnTo>
                  <a:pt x="4934" y="166"/>
                </a:lnTo>
                <a:lnTo>
                  <a:pt x="4454" y="630"/>
                </a:lnTo>
                <a:lnTo>
                  <a:pt x="3974" y="196"/>
                </a:lnTo>
                <a:lnTo>
                  <a:pt x="3495" y="46"/>
                </a:lnTo>
                <a:lnTo>
                  <a:pt x="3015" y="106"/>
                </a:lnTo>
                <a:lnTo>
                  <a:pt x="2550" y="316"/>
                </a:lnTo>
                <a:lnTo>
                  <a:pt x="2070" y="316"/>
                </a:lnTo>
                <a:lnTo>
                  <a:pt x="1591" y="226"/>
                </a:lnTo>
                <a:lnTo>
                  <a:pt x="1111" y="360"/>
                </a:lnTo>
                <a:lnTo>
                  <a:pt x="121" y="76"/>
                </a:lnTo>
                <a:lnTo>
                  <a:pt x="1" y="106"/>
                </a:lnTo>
                <a:lnTo>
                  <a:pt x="1" y="1320"/>
                </a:lnTo>
                <a:lnTo>
                  <a:pt x="721" y="1396"/>
                </a:lnTo>
                <a:cubicBezTo>
                  <a:pt x="795" y="1170"/>
                  <a:pt x="991" y="1020"/>
                  <a:pt x="1215" y="1020"/>
                </a:cubicBezTo>
                <a:cubicBezTo>
                  <a:pt x="1515" y="1020"/>
                  <a:pt x="1741" y="1260"/>
                  <a:pt x="1741" y="1546"/>
                </a:cubicBezTo>
                <a:cubicBezTo>
                  <a:pt x="1741" y="1830"/>
                  <a:pt x="1515" y="2070"/>
                  <a:pt x="1215" y="2070"/>
                </a:cubicBezTo>
                <a:cubicBezTo>
                  <a:pt x="1035" y="2070"/>
                  <a:pt x="871" y="1965"/>
                  <a:pt x="781" y="1815"/>
                </a:cubicBezTo>
                <a:lnTo>
                  <a:pt x="331" y="1830"/>
                </a:lnTo>
                <a:lnTo>
                  <a:pt x="1" y="1905"/>
                </a:lnTo>
                <a:lnTo>
                  <a:pt x="1" y="3270"/>
                </a:lnTo>
                <a:lnTo>
                  <a:pt x="721" y="3345"/>
                </a:lnTo>
                <a:cubicBezTo>
                  <a:pt x="795" y="3120"/>
                  <a:pt x="991" y="2970"/>
                  <a:pt x="1215" y="2970"/>
                </a:cubicBezTo>
                <a:cubicBezTo>
                  <a:pt x="1515" y="2970"/>
                  <a:pt x="1741" y="3210"/>
                  <a:pt x="1741" y="3495"/>
                </a:cubicBezTo>
                <a:cubicBezTo>
                  <a:pt x="1741" y="3779"/>
                  <a:pt x="1515" y="4019"/>
                  <a:pt x="1215" y="4019"/>
                </a:cubicBezTo>
                <a:cubicBezTo>
                  <a:pt x="1035" y="4019"/>
                  <a:pt x="871" y="3915"/>
                  <a:pt x="781" y="3765"/>
                </a:cubicBezTo>
                <a:lnTo>
                  <a:pt x="331" y="3779"/>
                </a:lnTo>
                <a:lnTo>
                  <a:pt x="1" y="3855"/>
                </a:lnTo>
                <a:lnTo>
                  <a:pt x="1" y="5219"/>
                </a:lnTo>
                <a:lnTo>
                  <a:pt x="721" y="5295"/>
                </a:lnTo>
                <a:cubicBezTo>
                  <a:pt x="795" y="5085"/>
                  <a:pt x="991" y="4919"/>
                  <a:pt x="1215" y="4919"/>
                </a:cubicBezTo>
                <a:cubicBezTo>
                  <a:pt x="1515" y="4919"/>
                  <a:pt x="1741" y="5159"/>
                  <a:pt x="1741" y="5445"/>
                </a:cubicBezTo>
                <a:cubicBezTo>
                  <a:pt x="1741" y="5745"/>
                  <a:pt x="1515" y="5969"/>
                  <a:pt x="1215" y="5969"/>
                </a:cubicBezTo>
                <a:cubicBezTo>
                  <a:pt x="1035" y="5969"/>
                  <a:pt x="871" y="5879"/>
                  <a:pt x="781" y="5729"/>
                </a:cubicBezTo>
                <a:lnTo>
                  <a:pt x="331" y="5729"/>
                </a:lnTo>
                <a:lnTo>
                  <a:pt x="1" y="5805"/>
                </a:lnTo>
                <a:lnTo>
                  <a:pt x="1" y="7169"/>
                </a:lnTo>
                <a:lnTo>
                  <a:pt x="721" y="7244"/>
                </a:lnTo>
                <a:cubicBezTo>
                  <a:pt x="795" y="7034"/>
                  <a:pt x="991" y="6869"/>
                  <a:pt x="1215" y="6869"/>
                </a:cubicBezTo>
                <a:cubicBezTo>
                  <a:pt x="1515" y="6869"/>
                  <a:pt x="1741" y="7109"/>
                  <a:pt x="1741" y="7394"/>
                </a:cubicBezTo>
                <a:cubicBezTo>
                  <a:pt x="1741" y="7694"/>
                  <a:pt x="1515" y="7919"/>
                  <a:pt x="1215" y="7919"/>
                </a:cubicBezTo>
                <a:cubicBezTo>
                  <a:pt x="1035" y="7919"/>
                  <a:pt x="871" y="7829"/>
                  <a:pt x="781" y="7679"/>
                </a:cubicBezTo>
                <a:lnTo>
                  <a:pt x="331" y="7694"/>
                </a:lnTo>
                <a:lnTo>
                  <a:pt x="1" y="7754"/>
                </a:lnTo>
                <a:lnTo>
                  <a:pt x="1" y="9134"/>
                </a:lnTo>
                <a:lnTo>
                  <a:pt x="721" y="9194"/>
                </a:lnTo>
                <a:cubicBezTo>
                  <a:pt x="795" y="8984"/>
                  <a:pt x="991" y="8834"/>
                  <a:pt x="1215" y="8834"/>
                </a:cubicBezTo>
                <a:cubicBezTo>
                  <a:pt x="1515" y="8834"/>
                  <a:pt x="1741" y="9058"/>
                  <a:pt x="1741" y="9358"/>
                </a:cubicBezTo>
                <a:cubicBezTo>
                  <a:pt x="1741" y="9644"/>
                  <a:pt x="1515" y="9868"/>
                  <a:pt x="1215" y="9868"/>
                </a:cubicBezTo>
                <a:cubicBezTo>
                  <a:pt x="1035" y="9868"/>
                  <a:pt x="871" y="9778"/>
                  <a:pt x="781" y="9628"/>
                </a:cubicBezTo>
                <a:lnTo>
                  <a:pt x="331" y="9644"/>
                </a:lnTo>
                <a:lnTo>
                  <a:pt x="1" y="9704"/>
                </a:lnTo>
                <a:lnTo>
                  <a:pt x="1" y="10904"/>
                </a:lnTo>
                <a:lnTo>
                  <a:pt x="121" y="10874"/>
                </a:lnTo>
                <a:lnTo>
                  <a:pt x="1125" y="11084"/>
                </a:lnTo>
                <a:lnTo>
                  <a:pt x="1591" y="11114"/>
                </a:lnTo>
                <a:lnTo>
                  <a:pt x="2070" y="10454"/>
                </a:lnTo>
                <a:lnTo>
                  <a:pt x="2550" y="10558"/>
                </a:lnTo>
                <a:lnTo>
                  <a:pt x="3030" y="10724"/>
                </a:lnTo>
                <a:lnTo>
                  <a:pt x="3510" y="10934"/>
                </a:lnTo>
                <a:lnTo>
                  <a:pt x="3990" y="10724"/>
                </a:lnTo>
                <a:lnTo>
                  <a:pt x="4470" y="11024"/>
                </a:lnTo>
                <a:lnTo>
                  <a:pt x="4950" y="10574"/>
                </a:lnTo>
                <a:lnTo>
                  <a:pt x="5414" y="10994"/>
                </a:lnTo>
                <a:lnTo>
                  <a:pt x="5894" y="11038"/>
                </a:lnTo>
                <a:lnTo>
                  <a:pt x="6374" y="11128"/>
                </a:lnTo>
                <a:lnTo>
                  <a:pt x="6854" y="10528"/>
                </a:lnTo>
                <a:lnTo>
                  <a:pt x="7334" y="10888"/>
                </a:lnTo>
                <a:lnTo>
                  <a:pt x="7814" y="10544"/>
                </a:lnTo>
                <a:lnTo>
                  <a:pt x="8279" y="10904"/>
                </a:lnTo>
                <a:lnTo>
                  <a:pt x="8759" y="10648"/>
                </a:lnTo>
                <a:lnTo>
                  <a:pt x="9239" y="10724"/>
                </a:lnTo>
                <a:lnTo>
                  <a:pt x="9719" y="10738"/>
                </a:lnTo>
                <a:lnTo>
                  <a:pt x="10199" y="10708"/>
                </a:lnTo>
                <a:lnTo>
                  <a:pt x="10679" y="10708"/>
                </a:lnTo>
                <a:lnTo>
                  <a:pt x="11143" y="10994"/>
                </a:lnTo>
                <a:lnTo>
                  <a:pt x="11623" y="11144"/>
                </a:lnTo>
                <a:lnTo>
                  <a:pt x="12103" y="10754"/>
                </a:lnTo>
                <a:lnTo>
                  <a:pt x="12583" y="10724"/>
                </a:lnTo>
                <a:lnTo>
                  <a:pt x="13063" y="10828"/>
                </a:lnTo>
                <a:lnTo>
                  <a:pt x="13543" y="10844"/>
                </a:lnTo>
                <a:lnTo>
                  <a:pt x="14008" y="10978"/>
                </a:lnTo>
                <a:lnTo>
                  <a:pt x="14488" y="10634"/>
                </a:lnTo>
                <a:lnTo>
                  <a:pt x="14968" y="10738"/>
                </a:lnTo>
                <a:lnTo>
                  <a:pt x="15448" y="10664"/>
                </a:lnTo>
                <a:lnTo>
                  <a:pt x="15928" y="11144"/>
                </a:lnTo>
                <a:lnTo>
                  <a:pt x="16392" y="10648"/>
                </a:lnTo>
                <a:lnTo>
                  <a:pt x="16872" y="10874"/>
                </a:lnTo>
                <a:lnTo>
                  <a:pt x="17352" y="10918"/>
                </a:lnTo>
                <a:lnTo>
                  <a:pt x="17832" y="11128"/>
                </a:lnTo>
                <a:lnTo>
                  <a:pt x="18312" y="11054"/>
                </a:lnTo>
                <a:lnTo>
                  <a:pt x="18792" y="10904"/>
                </a:lnTo>
                <a:lnTo>
                  <a:pt x="19257" y="11188"/>
                </a:lnTo>
                <a:lnTo>
                  <a:pt x="19737" y="11054"/>
                </a:lnTo>
                <a:lnTo>
                  <a:pt x="20217" y="10768"/>
                </a:lnTo>
                <a:lnTo>
                  <a:pt x="20697" y="10768"/>
                </a:lnTo>
                <a:lnTo>
                  <a:pt x="21177" y="10738"/>
                </a:lnTo>
                <a:lnTo>
                  <a:pt x="21641" y="10724"/>
                </a:lnTo>
                <a:lnTo>
                  <a:pt x="22121" y="10934"/>
                </a:lnTo>
                <a:lnTo>
                  <a:pt x="22601" y="10994"/>
                </a:lnTo>
                <a:lnTo>
                  <a:pt x="23081" y="11068"/>
                </a:lnTo>
                <a:lnTo>
                  <a:pt x="23561" y="10888"/>
                </a:lnTo>
                <a:lnTo>
                  <a:pt x="24026" y="10768"/>
                </a:lnTo>
                <a:lnTo>
                  <a:pt x="24506" y="10978"/>
                </a:lnTo>
                <a:lnTo>
                  <a:pt x="24986" y="10814"/>
                </a:lnTo>
                <a:lnTo>
                  <a:pt x="25466" y="10618"/>
                </a:lnTo>
                <a:lnTo>
                  <a:pt x="25946" y="11144"/>
                </a:lnTo>
                <a:lnTo>
                  <a:pt x="26410" y="10798"/>
                </a:lnTo>
                <a:lnTo>
                  <a:pt x="26890" y="10798"/>
                </a:lnTo>
                <a:lnTo>
                  <a:pt x="27370" y="10724"/>
                </a:lnTo>
                <a:lnTo>
                  <a:pt x="27850" y="10708"/>
                </a:lnTo>
                <a:lnTo>
                  <a:pt x="28330" y="11008"/>
                </a:lnTo>
                <a:lnTo>
                  <a:pt x="28795" y="10844"/>
                </a:lnTo>
                <a:lnTo>
                  <a:pt x="29275" y="10754"/>
                </a:lnTo>
                <a:lnTo>
                  <a:pt x="29755" y="10754"/>
                </a:lnTo>
                <a:lnTo>
                  <a:pt x="30235" y="10978"/>
                </a:lnTo>
                <a:lnTo>
                  <a:pt x="30699" y="10648"/>
                </a:lnTo>
                <a:lnTo>
                  <a:pt x="31179" y="10498"/>
                </a:lnTo>
                <a:lnTo>
                  <a:pt x="31659" y="10754"/>
                </a:lnTo>
                <a:lnTo>
                  <a:pt x="32139" y="10574"/>
                </a:lnTo>
                <a:lnTo>
                  <a:pt x="32604" y="10454"/>
                </a:lnTo>
                <a:lnTo>
                  <a:pt x="33084" y="10604"/>
                </a:lnTo>
                <a:lnTo>
                  <a:pt x="33564" y="10814"/>
                </a:lnTo>
                <a:lnTo>
                  <a:pt x="34044" y="11144"/>
                </a:lnTo>
                <a:lnTo>
                  <a:pt x="34524" y="10724"/>
                </a:lnTo>
                <a:lnTo>
                  <a:pt x="34988" y="10798"/>
                </a:lnTo>
                <a:lnTo>
                  <a:pt x="35468" y="10948"/>
                </a:lnTo>
                <a:lnTo>
                  <a:pt x="35948" y="10484"/>
                </a:lnTo>
                <a:lnTo>
                  <a:pt x="36428" y="10708"/>
                </a:lnTo>
                <a:lnTo>
                  <a:pt x="36908" y="10844"/>
                </a:lnTo>
                <a:lnTo>
                  <a:pt x="37464" y="10888"/>
                </a:lnTo>
                <a:lnTo>
                  <a:pt x="37464" y="10888"/>
                </a:lnTo>
                <a:lnTo>
                  <a:pt x="37164" y="10348"/>
                </a:lnTo>
                <a:lnTo>
                  <a:pt x="37703" y="9868"/>
                </a:lnTo>
                <a:lnTo>
                  <a:pt x="37658" y="9388"/>
                </a:lnTo>
                <a:lnTo>
                  <a:pt x="37208" y="8908"/>
                </a:lnTo>
                <a:lnTo>
                  <a:pt x="37733" y="8429"/>
                </a:lnTo>
                <a:lnTo>
                  <a:pt x="37254" y="7964"/>
                </a:lnTo>
                <a:lnTo>
                  <a:pt x="37088" y="7484"/>
                </a:lnTo>
                <a:lnTo>
                  <a:pt x="37418" y="7004"/>
                </a:lnTo>
                <a:lnTo>
                  <a:pt x="37074" y="6539"/>
                </a:lnTo>
                <a:lnTo>
                  <a:pt x="37118" y="6059"/>
                </a:lnTo>
                <a:lnTo>
                  <a:pt x="37284" y="5579"/>
                </a:lnTo>
                <a:lnTo>
                  <a:pt x="37328" y="5115"/>
                </a:lnTo>
                <a:lnTo>
                  <a:pt x="37568" y="4635"/>
                </a:lnTo>
                <a:lnTo>
                  <a:pt x="37284" y="4155"/>
                </a:lnTo>
                <a:lnTo>
                  <a:pt x="37164" y="3689"/>
                </a:lnTo>
                <a:lnTo>
                  <a:pt x="37118" y="3210"/>
                </a:lnTo>
                <a:lnTo>
                  <a:pt x="37434" y="2730"/>
                </a:lnTo>
                <a:lnTo>
                  <a:pt x="37568" y="2265"/>
                </a:lnTo>
                <a:lnTo>
                  <a:pt x="37614" y="1785"/>
                </a:lnTo>
                <a:lnTo>
                  <a:pt x="37524" y="1306"/>
                </a:lnTo>
                <a:lnTo>
                  <a:pt x="37344" y="840"/>
                </a:lnTo>
                <a:lnTo>
                  <a:pt x="37568" y="166"/>
                </a:lnTo>
                <a:lnTo>
                  <a:pt x="36894" y="286"/>
                </a:lnTo>
                <a:lnTo>
                  <a:pt x="36414" y="226"/>
                </a:lnTo>
                <a:lnTo>
                  <a:pt x="35948" y="420"/>
                </a:lnTo>
                <a:lnTo>
                  <a:pt x="35468" y="676"/>
                </a:lnTo>
                <a:lnTo>
                  <a:pt x="34988" y="690"/>
                </a:lnTo>
                <a:lnTo>
                  <a:pt x="34509" y="450"/>
                </a:lnTo>
                <a:lnTo>
                  <a:pt x="34029" y="316"/>
                </a:lnTo>
                <a:lnTo>
                  <a:pt x="33549" y="496"/>
                </a:lnTo>
                <a:lnTo>
                  <a:pt x="33069" y="210"/>
                </a:lnTo>
                <a:lnTo>
                  <a:pt x="32589" y="166"/>
                </a:lnTo>
                <a:lnTo>
                  <a:pt x="32125" y="30"/>
                </a:lnTo>
                <a:lnTo>
                  <a:pt x="31645" y="106"/>
                </a:lnTo>
                <a:lnTo>
                  <a:pt x="31165" y="646"/>
                </a:lnTo>
                <a:lnTo>
                  <a:pt x="30685" y="660"/>
                </a:lnTo>
                <a:lnTo>
                  <a:pt x="30205" y="60"/>
                </a:lnTo>
                <a:lnTo>
                  <a:pt x="29725" y="256"/>
                </a:lnTo>
                <a:lnTo>
                  <a:pt x="29260" y="180"/>
                </a:lnTo>
                <a:lnTo>
                  <a:pt x="28780" y="616"/>
                </a:lnTo>
                <a:lnTo>
                  <a:pt x="28300" y="316"/>
                </a:lnTo>
                <a:lnTo>
                  <a:pt x="27820" y="90"/>
                </a:lnTo>
                <a:lnTo>
                  <a:pt x="27340" y="510"/>
                </a:lnTo>
                <a:lnTo>
                  <a:pt x="26860" y="646"/>
                </a:lnTo>
                <a:lnTo>
                  <a:pt x="26396" y="120"/>
                </a:lnTo>
                <a:lnTo>
                  <a:pt x="25916" y="136"/>
                </a:lnTo>
                <a:lnTo>
                  <a:pt x="2543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7" name="Google Shape;1527;p42"/>
          <p:cNvGrpSpPr/>
          <p:nvPr/>
        </p:nvGrpSpPr>
        <p:grpSpPr>
          <a:xfrm>
            <a:off x="1456969" y="2047543"/>
            <a:ext cx="1403700" cy="1089723"/>
            <a:chOff x="1384144" y="2047543"/>
            <a:chExt cx="1403700" cy="1089723"/>
          </a:xfrm>
        </p:grpSpPr>
        <p:sp>
          <p:nvSpPr>
            <p:cNvPr id="1514" name="Google Shape;1514;p42"/>
            <p:cNvSpPr txBox="1"/>
            <p:nvPr/>
          </p:nvSpPr>
          <p:spPr>
            <a:xfrm>
              <a:off x="1384144" y="2047543"/>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Venus</a:t>
              </a:r>
              <a:endParaRPr sz="2400">
                <a:solidFill>
                  <a:schemeClr val="accent4"/>
                </a:solidFill>
                <a:latin typeface="Bellefair"/>
                <a:ea typeface="Bellefair"/>
                <a:cs typeface="Bellefair"/>
                <a:sym typeface="Bellefair"/>
              </a:endParaRPr>
            </a:p>
          </p:txBody>
        </p:sp>
        <p:sp>
          <p:nvSpPr>
            <p:cNvPr id="1528" name="Google Shape;1528;p42"/>
            <p:cNvSpPr txBox="1"/>
            <p:nvPr/>
          </p:nvSpPr>
          <p:spPr>
            <a:xfrm>
              <a:off x="1384144" y="2564567"/>
              <a:ext cx="1403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has a beautiful name</a:t>
              </a:r>
              <a:endParaRPr>
                <a:solidFill>
                  <a:schemeClr val="dk1"/>
                </a:solidFill>
                <a:latin typeface="Bellota Text"/>
                <a:ea typeface="Bellota Text"/>
                <a:cs typeface="Bellota Text"/>
                <a:sym typeface="Bellota Text"/>
              </a:endParaRPr>
            </a:p>
          </p:txBody>
        </p:sp>
      </p:grpSp>
      <p:grpSp>
        <p:nvGrpSpPr>
          <p:cNvPr id="1529" name="Google Shape;1529;p42"/>
          <p:cNvGrpSpPr/>
          <p:nvPr/>
        </p:nvGrpSpPr>
        <p:grpSpPr>
          <a:xfrm>
            <a:off x="6283342" y="2047543"/>
            <a:ext cx="1403700" cy="1089723"/>
            <a:chOff x="6210527" y="2047543"/>
            <a:chExt cx="1403700" cy="1089723"/>
          </a:xfrm>
        </p:grpSpPr>
        <p:sp>
          <p:nvSpPr>
            <p:cNvPr id="1518" name="Google Shape;1518;p42"/>
            <p:cNvSpPr txBox="1"/>
            <p:nvPr/>
          </p:nvSpPr>
          <p:spPr>
            <a:xfrm>
              <a:off x="6210527" y="2047543"/>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Mars</a:t>
              </a:r>
              <a:endParaRPr sz="2400">
                <a:solidFill>
                  <a:schemeClr val="dk1"/>
                </a:solidFill>
                <a:latin typeface="Bellefair"/>
                <a:ea typeface="Bellefair"/>
                <a:cs typeface="Bellefair"/>
                <a:sym typeface="Bellefair"/>
              </a:endParaRPr>
            </a:p>
          </p:txBody>
        </p:sp>
        <p:sp>
          <p:nvSpPr>
            <p:cNvPr id="1530" name="Google Shape;1530;p42"/>
            <p:cNvSpPr txBox="1"/>
            <p:nvPr/>
          </p:nvSpPr>
          <p:spPr>
            <a:xfrm>
              <a:off x="6210527" y="2564567"/>
              <a:ext cx="1403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Mars is full of iron oxide dust</a:t>
              </a:r>
              <a:endParaRPr>
                <a:solidFill>
                  <a:schemeClr val="dk1"/>
                </a:solidFill>
                <a:latin typeface="Bellota Text"/>
                <a:ea typeface="Bellota Text"/>
                <a:cs typeface="Bellota Text"/>
                <a:sym typeface="Bellota Text"/>
              </a:endParaRPr>
            </a:p>
          </p:txBody>
        </p:sp>
      </p:grpSp>
      <p:grpSp>
        <p:nvGrpSpPr>
          <p:cNvPr id="1531" name="Google Shape;1531;p42"/>
          <p:cNvGrpSpPr/>
          <p:nvPr/>
        </p:nvGrpSpPr>
        <p:grpSpPr>
          <a:xfrm>
            <a:off x="3870150" y="3443202"/>
            <a:ext cx="1403700" cy="1089735"/>
            <a:chOff x="3871098" y="3443202"/>
            <a:chExt cx="1403700" cy="1089735"/>
          </a:xfrm>
        </p:grpSpPr>
        <p:sp>
          <p:nvSpPr>
            <p:cNvPr id="1516" name="Google Shape;1516;p42"/>
            <p:cNvSpPr txBox="1"/>
            <p:nvPr/>
          </p:nvSpPr>
          <p:spPr>
            <a:xfrm>
              <a:off x="3871098" y="3443202"/>
              <a:ext cx="1403700" cy="401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Mercury</a:t>
              </a:r>
              <a:endParaRPr sz="2400">
                <a:solidFill>
                  <a:schemeClr val="dk1"/>
                </a:solidFill>
                <a:latin typeface="Bellefair"/>
                <a:ea typeface="Bellefair"/>
                <a:cs typeface="Bellefair"/>
                <a:sym typeface="Bellefair"/>
              </a:endParaRPr>
            </a:p>
          </p:txBody>
        </p:sp>
        <p:sp>
          <p:nvSpPr>
            <p:cNvPr id="1532" name="Google Shape;1532;p42"/>
            <p:cNvSpPr txBox="1"/>
            <p:nvPr/>
          </p:nvSpPr>
          <p:spPr>
            <a:xfrm>
              <a:off x="3871098" y="3960238"/>
              <a:ext cx="1403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Mercury is the smallest planet</a:t>
              </a:r>
              <a:endParaRPr>
                <a:solidFill>
                  <a:schemeClr val="dk1"/>
                </a:solidFill>
                <a:latin typeface="Bellota Text"/>
                <a:ea typeface="Bellota Text"/>
                <a:cs typeface="Bellota Text"/>
                <a:sym typeface="Bellota Text"/>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43"/>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aphicFrame>
        <p:nvGraphicFramePr>
          <p:cNvPr id="1538" name="Google Shape;1538;p43"/>
          <p:cNvGraphicFramePr/>
          <p:nvPr/>
        </p:nvGraphicFramePr>
        <p:xfrm>
          <a:off x="910800" y="1350675"/>
          <a:ext cx="3000000" cy="3000000"/>
        </p:xfrm>
        <a:graphic>
          <a:graphicData uri="http://schemas.openxmlformats.org/drawingml/2006/table">
            <a:tbl>
              <a:tblPr>
                <a:noFill/>
                <a:tableStyleId>{A07CC36E-2856-4431-A14F-A24156B9966F}</a:tableStyleId>
              </a:tblPr>
              <a:tblGrid>
                <a:gridCol w="5557425"/>
                <a:gridCol w="882475"/>
                <a:gridCol w="882475"/>
              </a:tblGrid>
              <a:tr h="474125">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Checklist project</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lt1"/>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Done</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4"/>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To do</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4"/>
                      </a:solidFill>
                      <a:prstDash val="dash"/>
                      <a:round/>
                      <a:headEnd len="sm" w="sm" type="none"/>
                      <a:tailEnd len="sm" w="sm" type="none"/>
                    </a:lnL>
                    <a:lnR cap="flat" cmpd="sng" w="9525">
                      <a:solidFill>
                        <a:schemeClr val="accent4"/>
                      </a:solidFill>
                      <a:prstDash val="dash"/>
                      <a:round/>
                      <a:headEnd len="sm" w="sm" type="none"/>
                      <a:tailEnd len="sm" w="sm" type="none"/>
                    </a:lnR>
                    <a:lnT cap="flat" cmpd="sng" w="9525">
                      <a:solidFill>
                        <a:schemeClr val="accent4"/>
                      </a:solidFill>
                      <a:prstDash val="dash"/>
                      <a:round/>
                      <a:headEnd len="sm" w="sm" type="none"/>
                      <a:tailEnd len="sm" w="sm" type="none"/>
                    </a:lnT>
                    <a:lnB cap="flat" cmpd="sng" w="9525">
                      <a:solidFill>
                        <a:schemeClr val="accent4"/>
                      </a:solidFill>
                      <a:prstDash val="dash"/>
                      <a:round/>
                      <a:headEnd len="sm" w="sm" type="none"/>
                      <a:tailEnd len="sm" w="sm" type="none"/>
                    </a:lnB>
                    <a:solidFill>
                      <a:schemeClr val="accent1"/>
                    </a:solidFill>
                  </a:tcPr>
                </a:tc>
              </a:tr>
              <a:tr h="4741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Saturn is the second-largest planet in the Solar System</a:t>
                      </a:r>
                      <a:endParaRPr>
                        <a:solidFill>
                          <a:schemeClr val="dk1"/>
                        </a:solidFill>
                        <a:latin typeface="Bellota Text"/>
                        <a:ea typeface="Bellota Text"/>
                        <a:cs typeface="Bellota Text"/>
                        <a:sym typeface="Bellota Text"/>
                      </a:endParaRPr>
                    </a:p>
                  </a:txBody>
                  <a:tcPr marT="0" marB="0" marR="91425" marL="91425" anchor="ctr">
                    <a:lnL cap="flat" cmpd="sng" w="9525">
                      <a:solidFill>
                        <a:schemeClr val="lt1"/>
                      </a:solidFill>
                      <a:prstDash val="dash"/>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x</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lt1"/>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4"/>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r>
              <a:tr h="4741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Neptune is the fourth-largest planet in the Solar System</a:t>
                      </a:r>
                      <a:endParaRPr>
                        <a:solidFill>
                          <a:schemeClr val="dk1"/>
                        </a:solidFill>
                        <a:latin typeface="Bellota Text"/>
                        <a:ea typeface="Bellota Text"/>
                        <a:cs typeface="Bellota Text"/>
                        <a:sym typeface="Bellota Text"/>
                      </a:endParaRPr>
                    </a:p>
                  </a:txBody>
                  <a:tcPr marT="0" marB="0" marR="91425" marL="91425" anchor="ctr">
                    <a:lnL cap="flat" cmpd="sng" w="9525">
                      <a:solidFill>
                        <a:schemeClr val="lt1"/>
                      </a:solidFill>
                      <a:prstDash val="dash"/>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lt1"/>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x</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r>
              <a:tr h="4741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Despite being red, Mars is actually a cold place</a:t>
                      </a:r>
                      <a:endParaRPr>
                        <a:solidFill>
                          <a:schemeClr val="dk1"/>
                        </a:solidFill>
                        <a:latin typeface="Bellota Text"/>
                        <a:ea typeface="Bellota Text"/>
                        <a:cs typeface="Bellota Text"/>
                        <a:sym typeface="Bellota Text"/>
                      </a:endParaRPr>
                    </a:p>
                  </a:txBody>
                  <a:tcPr marT="0" marB="0" marR="91425" marL="91425" anchor="ctr">
                    <a:lnL cap="flat" cmpd="sng" w="9525">
                      <a:solidFill>
                        <a:schemeClr val="lt1"/>
                      </a:solidFill>
                      <a:prstDash val="dash"/>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x</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lt1"/>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r>
              <a:tr h="4741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has a beautiful name, but also high temperatures</a:t>
                      </a:r>
                      <a:endParaRPr>
                        <a:solidFill>
                          <a:schemeClr val="dk1"/>
                        </a:solidFill>
                        <a:latin typeface="Bellota Text"/>
                        <a:ea typeface="Bellota Text"/>
                        <a:cs typeface="Bellota Text"/>
                        <a:sym typeface="Bellota Text"/>
                      </a:endParaRPr>
                    </a:p>
                  </a:txBody>
                  <a:tcPr marT="0" marB="0" marR="91425" marL="91425" anchor="ctr">
                    <a:lnL cap="flat" cmpd="sng" w="9525">
                      <a:solidFill>
                        <a:schemeClr val="lt1"/>
                      </a:solidFill>
                      <a:prstDash val="dash"/>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lt1"/>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x</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r>
              <a:tr h="474125">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Jupiter is the biggest planet in the Solar System</a:t>
                      </a:r>
                      <a:endParaRPr>
                        <a:solidFill>
                          <a:schemeClr val="dk1"/>
                        </a:solidFill>
                        <a:latin typeface="Bellota Text"/>
                        <a:ea typeface="Bellota Text"/>
                        <a:cs typeface="Bellota Text"/>
                        <a:sym typeface="Bellota Text"/>
                      </a:endParaRPr>
                    </a:p>
                  </a:txBody>
                  <a:tcPr marT="0" marB="0" marR="91425" marL="91425" anchor="ctr">
                    <a:lnL cap="flat" cmpd="sng" w="9525">
                      <a:solidFill>
                        <a:schemeClr val="lt1"/>
                      </a:solidFill>
                      <a:prstDash val="dash"/>
                      <a:round/>
                      <a:headEnd len="sm" w="sm" type="none"/>
                      <a:tailEnd len="sm" w="sm" type="none"/>
                    </a:lnL>
                    <a:lnR cap="flat" cmpd="sng" w="9525">
                      <a:solidFill>
                        <a:schemeClr val="lt1"/>
                      </a:solidFill>
                      <a:prstDash val="dash"/>
                      <a:round/>
                      <a:headEnd len="sm" w="sm" type="none"/>
                      <a:tailEnd len="sm" w="sm" type="none"/>
                    </a:lnR>
                    <a:lnT cap="flat" cmpd="sng" w="9525">
                      <a:solidFill>
                        <a:schemeClr val="lt1"/>
                      </a:solidFill>
                      <a:prstDash val="dash"/>
                      <a:round/>
                      <a:headEnd len="sm" w="sm" type="none"/>
                      <a:tailEnd len="sm" w="sm" type="none"/>
                    </a:lnT>
                    <a:lnB cap="flat" cmpd="sng" w="9525">
                      <a:solidFill>
                        <a:schemeClr val="lt1"/>
                      </a:solidFill>
                      <a:prstDash val="dash"/>
                      <a:round/>
                      <a:headEnd len="sm" w="sm" type="none"/>
                      <a:tailEnd len="sm" w="sm" type="none"/>
                    </a:lnB>
                  </a:tcPr>
                </a:tc>
                <a:tc>
                  <a:txBody>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x</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lt1"/>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2400">
                        <a:solidFill>
                          <a:schemeClr val="dk1"/>
                        </a:solidFill>
                        <a:latin typeface="Bellefair"/>
                        <a:ea typeface="Bellefair"/>
                        <a:cs typeface="Bellefair"/>
                        <a:sym typeface="Bellefair"/>
                      </a:endParaRPr>
                    </a:p>
                  </a:txBody>
                  <a:tcPr marT="0" marB="0" marR="91425" marL="91425" anchor="ctr">
                    <a:lnL cap="flat" cmpd="sng" w="9525">
                      <a:solidFill>
                        <a:schemeClr val="accent6"/>
                      </a:solidFill>
                      <a:prstDash val="dash"/>
                      <a:round/>
                      <a:headEnd len="sm" w="sm" type="none"/>
                      <a:tailEnd len="sm" w="sm" type="none"/>
                    </a:lnL>
                    <a:lnR cap="flat" cmpd="sng" w="9525">
                      <a:solidFill>
                        <a:schemeClr val="accent6"/>
                      </a:solidFill>
                      <a:prstDash val="dash"/>
                      <a:round/>
                      <a:headEnd len="sm" w="sm" type="none"/>
                      <a:tailEnd len="sm" w="sm" type="none"/>
                    </a:lnR>
                    <a:lnT cap="flat" cmpd="sng" w="9525">
                      <a:solidFill>
                        <a:schemeClr val="accent6"/>
                      </a:solidFill>
                      <a:prstDash val="dash"/>
                      <a:round/>
                      <a:headEnd len="sm" w="sm" type="none"/>
                      <a:tailEnd len="sm" w="sm" type="none"/>
                    </a:lnT>
                    <a:lnB cap="flat" cmpd="sng" w="9525">
                      <a:solidFill>
                        <a:schemeClr val="accent6"/>
                      </a:solidFill>
                      <a:prstDash val="dash"/>
                      <a:round/>
                      <a:headEnd len="sm" w="sm" type="none"/>
                      <a:tailEnd len="sm" w="sm" type="none"/>
                    </a:lnB>
                    <a:solidFill>
                      <a:schemeClr val="accent1"/>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grpSp>
        <p:nvGrpSpPr>
          <p:cNvPr id="1543" name="Google Shape;1543;p44"/>
          <p:cNvGrpSpPr/>
          <p:nvPr/>
        </p:nvGrpSpPr>
        <p:grpSpPr>
          <a:xfrm rot="5400000">
            <a:off x="3957423" y="802653"/>
            <a:ext cx="1229142" cy="2004237"/>
            <a:chOff x="2080800" y="4065127"/>
            <a:chExt cx="2253653" cy="1363612"/>
          </a:xfrm>
        </p:grpSpPr>
        <p:sp>
          <p:nvSpPr>
            <p:cNvPr id="1544" name="Google Shape;1544;p44"/>
            <p:cNvSpPr/>
            <p:nvPr/>
          </p:nvSpPr>
          <p:spPr>
            <a:xfrm>
              <a:off x="2374125"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4"/>
            <p:cNvSpPr/>
            <p:nvPr/>
          </p:nvSpPr>
          <p:spPr>
            <a:xfrm>
              <a:off x="2080800"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6" name="Google Shape;1546;p44"/>
          <p:cNvGrpSpPr/>
          <p:nvPr/>
        </p:nvGrpSpPr>
        <p:grpSpPr>
          <a:xfrm rot="5400000">
            <a:off x="3957423" y="3203065"/>
            <a:ext cx="1229142" cy="2004237"/>
            <a:chOff x="2080800" y="4065127"/>
            <a:chExt cx="2253653" cy="1363612"/>
          </a:xfrm>
        </p:grpSpPr>
        <p:sp>
          <p:nvSpPr>
            <p:cNvPr id="1547" name="Google Shape;1547;p44"/>
            <p:cNvSpPr/>
            <p:nvPr/>
          </p:nvSpPr>
          <p:spPr>
            <a:xfrm>
              <a:off x="2374125"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4"/>
            <p:cNvSpPr/>
            <p:nvPr/>
          </p:nvSpPr>
          <p:spPr>
            <a:xfrm>
              <a:off x="2080800"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9" name="Google Shape;1549;p44"/>
          <p:cNvGrpSpPr/>
          <p:nvPr/>
        </p:nvGrpSpPr>
        <p:grpSpPr>
          <a:xfrm rot="5400000">
            <a:off x="6831748" y="1936619"/>
            <a:ext cx="1229142" cy="2004237"/>
            <a:chOff x="2080800" y="4065127"/>
            <a:chExt cx="2253653" cy="1363612"/>
          </a:xfrm>
        </p:grpSpPr>
        <p:sp>
          <p:nvSpPr>
            <p:cNvPr id="1550" name="Google Shape;1550;p44"/>
            <p:cNvSpPr/>
            <p:nvPr/>
          </p:nvSpPr>
          <p:spPr>
            <a:xfrm>
              <a:off x="2374125"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4"/>
            <p:cNvSpPr/>
            <p:nvPr/>
          </p:nvSpPr>
          <p:spPr>
            <a:xfrm>
              <a:off x="2080800"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2" name="Google Shape;1552;p44"/>
          <p:cNvGrpSpPr/>
          <p:nvPr/>
        </p:nvGrpSpPr>
        <p:grpSpPr>
          <a:xfrm rot="5400000">
            <a:off x="1083098" y="1936619"/>
            <a:ext cx="1229142" cy="2004237"/>
            <a:chOff x="2080800" y="4065127"/>
            <a:chExt cx="2253653" cy="1363612"/>
          </a:xfrm>
        </p:grpSpPr>
        <p:sp>
          <p:nvSpPr>
            <p:cNvPr id="1553" name="Google Shape;1553;p44"/>
            <p:cNvSpPr/>
            <p:nvPr/>
          </p:nvSpPr>
          <p:spPr>
            <a:xfrm>
              <a:off x="2374125"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4"/>
            <p:cNvSpPr/>
            <p:nvPr/>
          </p:nvSpPr>
          <p:spPr>
            <a:xfrm>
              <a:off x="2080800" y="4065127"/>
              <a:ext cx="1960328" cy="1363612"/>
            </a:xfrm>
            <a:custGeom>
              <a:rect b="b" l="l" r="r" t="t"/>
              <a:pathLst>
                <a:path extrusionOk="0" h="13229" w="19018">
                  <a:moveTo>
                    <a:pt x="1695" y="1"/>
                  </a:moveTo>
                  <a:cubicBezTo>
                    <a:pt x="1455" y="1"/>
                    <a:pt x="1455" y="75"/>
                    <a:pt x="1201" y="75"/>
                  </a:cubicBezTo>
                  <a:cubicBezTo>
                    <a:pt x="945" y="75"/>
                    <a:pt x="945" y="195"/>
                    <a:pt x="705" y="195"/>
                  </a:cubicBezTo>
                  <a:cubicBezTo>
                    <a:pt x="451" y="195"/>
                    <a:pt x="451" y="211"/>
                    <a:pt x="195" y="211"/>
                  </a:cubicBezTo>
                  <a:cubicBezTo>
                    <a:pt x="121" y="211"/>
                    <a:pt x="61" y="181"/>
                    <a:pt x="1" y="151"/>
                  </a:cubicBezTo>
                  <a:lnTo>
                    <a:pt x="1" y="13063"/>
                  </a:lnTo>
                  <a:cubicBezTo>
                    <a:pt x="45" y="13048"/>
                    <a:pt x="105" y="13033"/>
                    <a:pt x="195" y="13033"/>
                  </a:cubicBezTo>
                  <a:cubicBezTo>
                    <a:pt x="451" y="13033"/>
                    <a:pt x="451" y="12913"/>
                    <a:pt x="705" y="12913"/>
                  </a:cubicBezTo>
                  <a:cubicBezTo>
                    <a:pt x="961" y="12913"/>
                    <a:pt x="961" y="13228"/>
                    <a:pt x="1201" y="13228"/>
                  </a:cubicBezTo>
                  <a:cubicBezTo>
                    <a:pt x="1455" y="13228"/>
                    <a:pt x="1455" y="12988"/>
                    <a:pt x="1711" y="12988"/>
                  </a:cubicBezTo>
                  <a:cubicBezTo>
                    <a:pt x="1965" y="12988"/>
                    <a:pt x="1965" y="13078"/>
                    <a:pt x="2205" y="13078"/>
                  </a:cubicBezTo>
                  <a:cubicBezTo>
                    <a:pt x="2460" y="13078"/>
                    <a:pt x="2460" y="12913"/>
                    <a:pt x="2715" y="12913"/>
                  </a:cubicBezTo>
                  <a:cubicBezTo>
                    <a:pt x="2955" y="12913"/>
                    <a:pt x="2955" y="13153"/>
                    <a:pt x="3210" y="13153"/>
                  </a:cubicBezTo>
                  <a:cubicBezTo>
                    <a:pt x="3465" y="13153"/>
                    <a:pt x="3465" y="13123"/>
                    <a:pt x="3720" y="13123"/>
                  </a:cubicBezTo>
                  <a:cubicBezTo>
                    <a:pt x="3960" y="13123"/>
                    <a:pt x="3960" y="13018"/>
                    <a:pt x="4215" y="13018"/>
                  </a:cubicBezTo>
                  <a:cubicBezTo>
                    <a:pt x="4470" y="13018"/>
                    <a:pt x="4470" y="12913"/>
                    <a:pt x="4710" y="12913"/>
                  </a:cubicBezTo>
                  <a:cubicBezTo>
                    <a:pt x="4964" y="12913"/>
                    <a:pt x="4964" y="12958"/>
                    <a:pt x="5220" y="12958"/>
                  </a:cubicBezTo>
                  <a:cubicBezTo>
                    <a:pt x="5460" y="12958"/>
                    <a:pt x="5460" y="12883"/>
                    <a:pt x="5714" y="12883"/>
                  </a:cubicBezTo>
                  <a:cubicBezTo>
                    <a:pt x="5970" y="12883"/>
                    <a:pt x="5970" y="13003"/>
                    <a:pt x="6224" y="13003"/>
                  </a:cubicBezTo>
                  <a:cubicBezTo>
                    <a:pt x="6464" y="13003"/>
                    <a:pt x="6464" y="13048"/>
                    <a:pt x="6720" y="13048"/>
                  </a:cubicBezTo>
                  <a:cubicBezTo>
                    <a:pt x="6974" y="13048"/>
                    <a:pt x="6974" y="12928"/>
                    <a:pt x="7214" y="12928"/>
                  </a:cubicBezTo>
                  <a:cubicBezTo>
                    <a:pt x="7469" y="12928"/>
                    <a:pt x="7469" y="13168"/>
                    <a:pt x="7724" y="13168"/>
                  </a:cubicBezTo>
                  <a:cubicBezTo>
                    <a:pt x="7964" y="13168"/>
                    <a:pt x="7964" y="13063"/>
                    <a:pt x="8219" y="13063"/>
                  </a:cubicBezTo>
                  <a:cubicBezTo>
                    <a:pt x="8474" y="13063"/>
                    <a:pt x="8474" y="13018"/>
                    <a:pt x="8729" y="13018"/>
                  </a:cubicBezTo>
                  <a:cubicBezTo>
                    <a:pt x="8969" y="13018"/>
                    <a:pt x="8969" y="12913"/>
                    <a:pt x="9224" y="12913"/>
                  </a:cubicBezTo>
                  <a:cubicBezTo>
                    <a:pt x="9479" y="12913"/>
                    <a:pt x="9479" y="13093"/>
                    <a:pt x="9719" y="13093"/>
                  </a:cubicBezTo>
                  <a:cubicBezTo>
                    <a:pt x="9973" y="13093"/>
                    <a:pt x="9973" y="13003"/>
                    <a:pt x="10229" y="13003"/>
                  </a:cubicBezTo>
                  <a:cubicBezTo>
                    <a:pt x="10469" y="13003"/>
                    <a:pt x="10469" y="13078"/>
                    <a:pt x="10723" y="13078"/>
                  </a:cubicBezTo>
                  <a:cubicBezTo>
                    <a:pt x="10979" y="13078"/>
                    <a:pt x="10979" y="12883"/>
                    <a:pt x="11233" y="12883"/>
                  </a:cubicBezTo>
                  <a:cubicBezTo>
                    <a:pt x="11473" y="12883"/>
                    <a:pt x="11473" y="13138"/>
                    <a:pt x="11729" y="13138"/>
                  </a:cubicBezTo>
                  <a:cubicBezTo>
                    <a:pt x="11983" y="13138"/>
                    <a:pt x="11983" y="13048"/>
                    <a:pt x="12223" y="13048"/>
                  </a:cubicBezTo>
                  <a:cubicBezTo>
                    <a:pt x="12478" y="13048"/>
                    <a:pt x="12478" y="13198"/>
                    <a:pt x="12733" y="13198"/>
                  </a:cubicBezTo>
                  <a:cubicBezTo>
                    <a:pt x="12973" y="13198"/>
                    <a:pt x="12973" y="12898"/>
                    <a:pt x="13228" y="12898"/>
                  </a:cubicBezTo>
                  <a:cubicBezTo>
                    <a:pt x="13483" y="12898"/>
                    <a:pt x="13483" y="13228"/>
                    <a:pt x="13738" y="13228"/>
                  </a:cubicBezTo>
                  <a:cubicBezTo>
                    <a:pt x="13978" y="13228"/>
                    <a:pt x="13978" y="12913"/>
                    <a:pt x="14233" y="12913"/>
                  </a:cubicBezTo>
                  <a:cubicBezTo>
                    <a:pt x="14488" y="12913"/>
                    <a:pt x="14488" y="12958"/>
                    <a:pt x="14728" y="12958"/>
                  </a:cubicBezTo>
                  <a:cubicBezTo>
                    <a:pt x="14982" y="12958"/>
                    <a:pt x="14982" y="12928"/>
                    <a:pt x="15238" y="12928"/>
                  </a:cubicBezTo>
                  <a:cubicBezTo>
                    <a:pt x="15478" y="12928"/>
                    <a:pt x="15478" y="13228"/>
                    <a:pt x="15732" y="13228"/>
                  </a:cubicBezTo>
                  <a:cubicBezTo>
                    <a:pt x="15988" y="13228"/>
                    <a:pt x="15988" y="13123"/>
                    <a:pt x="16228" y="13123"/>
                  </a:cubicBezTo>
                  <a:cubicBezTo>
                    <a:pt x="16482" y="13123"/>
                    <a:pt x="16482" y="13063"/>
                    <a:pt x="16738" y="13063"/>
                  </a:cubicBezTo>
                  <a:cubicBezTo>
                    <a:pt x="16992" y="13063"/>
                    <a:pt x="16992" y="13183"/>
                    <a:pt x="17232" y="13183"/>
                  </a:cubicBezTo>
                  <a:cubicBezTo>
                    <a:pt x="17488" y="13183"/>
                    <a:pt x="17488" y="12868"/>
                    <a:pt x="17742" y="12868"/>
                  </a:cubicBezTo>
                  <a:cubicBezTo>
                    <a:pt x="17982" y="12868"/>
                    <a:pt x="17982" y="13048"/>
                    <a:pt x="18237" y="13048"/>
                  </a:cubicBezTo>
                  <a:cubicBezTo>
                    <a:pt x="18420" y="13048"/>
                    <a:pt x="18587" y="13195"/>
                    <a:pt x="18712" y="13195"/>
                  </a:cubicBezTo>
                  <a:cubicBezTo>
                    <a:pt x="18761" y="13195"/>
                    <a:pt x="18803" y="13172"/>
                    <a:pt x="18837" y="13108"/>
                  </a:cubicBezTo>
                  <a:cubicBezTo>
                    <a:pt x="18942" y="12883"/>
                    <a:pt x="18777" y="12763"/>
                    <a:pt x="18537" y="12539"/>
                  </a:cubicBezTo>
                  <a:cubicBezTo>
                    <a:pt x="18342" y="12373"/>
                    <a:pt x="18417" y="12359"/>
                    <a:pt x="18267" y="12133"/>
                  </a:cubicBezTo>
                  <a:cubicBezTo>
                    <a:pt x="18132" y="11923"/>
                    <a:pt x="18072" y="11969"/>
                    <a:pt x="17937" y="11743"/>
                  </a:cubicBezTo>
                  <a:cubicBezTo>
                    <a:pt x="17787" y="11533"/>
                    <a:pt x="17817" y="11519"/>
                    <a:pt x="17667" y="11309"/>
                  </a:cubicBezTo>
                  <a:cubicBezTo>
                    <a:pt x="17532" y="11099"/>
                    <a:pt x="17548" y="11083"/>
                    <a:pt x="17398" y="10873"/>
                  </a:cubicBezTo>
                  <a:cubicBezTo>
                    <a:pt x="17262" y="10663"/>
                    <a:pt x="17112" y="10753"/>
                    <a:pt x="16978" y="10543"/>
                  </a:cubicBezTo>
                  <a:cubicBezTo>
                    <a:pt x="16828" y="10333"/>
                    <a:pt x="16872" y="10303"/>
                    <a:pt x="16722" y="10093"/>
                  </a:cubicBezTo>
                  <a:cubicBezTo>
                    <a:pt x="16588" y="9883"/>
                    <a:pt x="16662" y="9839"/>
                    <a:pt x="16512" y="9629"/>
                  </a:cubicBezTo>
                  <a:cubicBezTo>
                    <a:pt x="16378" y="9404"/>
                    <a:pt x="16332" y="9434"/>
                    <a:pt x="16182" y="9224"/>
                  </a:cubicBezTo>
                  <a:cubicBezTo>
                    <a:pt x="16048" y="9014"/>
                    <a:pt x="16108" y="8984"/>
                    <a:pt x="15958" y="8759"/>
                  </a:cubicBezTo>
                  <a:cubicBezTo>
                    <a:pt x="15822" y="8549"/>
                    <a:pt x="15942" y="8474"/>
                    <a:pt x="15808" y="8264"/>
                  </a:cubicBezTo>
                  <a:cubicBezTo>
                    <a:pt x="15658" y="8039"/>
                    <a:pt x="15448" y="8189"/>
                    <a:pt x="15312" y="7979"/>
                  </a:cubicBezTo>
                  <a:cubicBezTo>
                    <a:pt x="15162" y="7754"/>
                    <a:pt x="15072" y="7814"/>
                    <a:pt x="14938" y="7604"/>
                  </a:cubicBezTo>
                  <a:cubicBezTo>
                    <a:pt x="14788" y="7394"/>
                    <a:pt x="15058" y="7214"/>
                    <a:pt x="14922" y="7004"/>
                  </a:cubicBezTo>
                  <a:cubicBezTo>
                    <a:pt x="14788" y="6794"/>
                    <a:pt x="14638" y="6914"/>
                    <a:pt x="14638" y="6660"/>
                  </a:cubicBezTo>
                  <a:cubicBezTo>
                    <a:pt x="14638" y="6390"/>
                    <a:pt x="14802" y="6524"/>
                    <a:pt x="14938" y="6314"/>
                  </a:cubicBezTo>
                  <a:cubicBezTo>
                    <a:pt x="15088" y="6090"/>
                    <a:pt x="14788" y="5910"/>
                    <a:pt x="14938" y="5684"/>
                  </a:cubicBezTo>
                  <a:cubicBezTo>
                    <a:pt x="15072" y="5474"/>
                    <a:pt x="15342" y="5640"/>
                    <a:pt x="15478" y="5430"/>
                  </a:cubicBezTo>
                  <a:cubicBezTo>
                    <a:pt x="15612" y="5220"/>
                    <a:pt x="15628" y="5220"/>
                    <a:pt x="15762" y="4994"/>
                  </a:cubicBezTo>
                  <a:cubicBezTo>
                    <a:pt x="15898" y="4784"/>
                    <a:pt x="15822" y="4724"/>
                    <a:pt x="15958" y="4514"/>
                  </a:cubicBezTo>
                  <a:cubicBezTo>
                    <a:pt x="16108" y="4305"/>
                    <a:pt x="16168" y="4334"/>
                    <a:pt x="16302" y="4125"/>
                  </a:cubicBezTo>
                  <a:cubicBezTo>
                    <a:pt x="16452" y="3915"/>
                    <a:pt x="16272" y="3795"/>
                    <a:pt x="16408" y="3585"/>
                  </a:cubicBezTo>
                  <a:cubicBezTo>
                    <a:pt x="16542" y="3360"/>
                    <a:pt x="16482" y="3315"/>
                    <a:pt x="16618" y="3105"/>
                  </a:cubicBezTo>
                  <a:cubicBezTo>
                    <a:pt x="16768" y="2895"/>
                    <a:pt x="17038" y="3060"/>
                    <a:pt x="17172" y="2850"/>
                  </a:cubicBezTo>
                  <a:cubicBezTo>
                    <a:pt x="17308" y="2640"/>
                    <a:pt x="17248" y="2580"/>
                    <a:pt x="17382" y="2370"/>
                  </a:cubicBezTo>
                  <a:cubicBezTo>
                    <a:pt x="17518" y="2161"/>
                    <a:pt x="17502" y="2145"/>
                    <a:pt x="17652" y="1935"/>
                  </a:cubicBezTo>
                  <a:cubicBezTo>
                    <a:pt x="17787" y="1711"/>
                    <a:pt x="17892" y="1785"/>
                    <a:pt x="18027" y="1561"/>
                  </a:cubicBezTo>
                  <a:cubicBezTo>
                    <a:pt x="18177" y="1351"/>
                    <a:pt x="18027" y="1261"/>
                    <a:pt x="18162" y="1035"/>
                  </a:cubicBezTo>
                  <a:cubicBezTo>
                    <a:pt x="18297" y="825"/>
                    <a:pt x="18402" y="885"/>
                    <a:pt x="18537" y="675"/>
                  </a:cubicBezTo>
                  <a:cubicBezTo>
                    <a:pt x="18672" y="451"/>
                    <a:pt x="19017" y="331"/>
                    <a:pt x="18897" y="105"/>
                  </a:cubicBezTo>
                  <a:cubicBezTo>
                    <a:pt x="18868" y="50"/>
                    <a:pt x="18828" y="29"/>
                    <a:pt x="18782" y="29"/>
                  </a:cubicBezTo>
                  <a:cubicBezTo>
                    <a:pt x="18639" y="29"/>
                    <a:pt x="18429" y="225"/>
                    <a:pt x="18237" y="225"/>
                  </a:cubicBezTo>
                  <a:cubicBezTo>
                    <a:pt x="17982" y="225"/>
                    <a:pt x="17982" y="301"/>
                    <a:pt x="17727" y="301"/>
                  </a:cubicBezTo>
                  <a:cubicBezTo>
                    <a:pt x="17488" y="301"/>
                    <a:pt x="17488" y="45"/>
                    <a:pt x="17232" y="45"/>
                  </a:cubicBezTo>
                  <a:cubicBezTo>
                    <a:pt x="16978" y="45"/>
                    <a:pt x="16978" y="1"/>
                    <a:pt x="16722" y="1"/>
                  </a:cubicBezTo>
                  <a:cubicBezTo>
                    <a:pt x="16482" y="1"/>
                    <a:pt x="16482" y="225"/>
                    <a:pt x="16228" y="225"/>
                  </a:cubicBezTo>
                  <a:cubicBezTo>
                    <a:pt x="15972" y="225"/>
                    <a:pt x="15972" y="45"/>
                    <a:pt x="15732" y="45"/>
                  </a:cubicBezTo>
                  <a:cubicBezTo>
                    <a:pt x="15478" y="45"/>
                    <a:pt x="15478" y="75"/>
                    <a:pt x="15222" y="75"/>
                  </a:cubicBezTo>
                  <a:cubicBezTo>
                    <a:pt x="14968" y="75"/>
                    <a:pt x="14968" y="211"/>
                    <a:pt x="14728" y="211"/>
                  </a:cubicBezTo>
                  <a:cubicBezTo>
                    <a:pt x="14473" y="211"/>
                    <a:pt x="14473" y="91"/>
                    <a:pt x="14218" y="91"/>
                  </a:cubicBezTo>
                  <a:cubicBezTo>
                    <a:pt x="13978" y="91"/>
                    <a:pt x="13978" y="315"/>
                    <a:pt x="13723" y="315"/>
                  </a:cubicBezTo>
                  <a:cubicBezTo>
                    <a:pt x="13468" y="315"/>
                    <a:pt x="13468" y="165"/>
                    <a:pt x="13213" y="165"/>
                  </a:cubicBezTo>
                  <a:cubicBezTo>
                    <a:pt x="12973" y="165"/>
                    <a:pt x="12973" y="1"/>
                    <a:pt x="12718" y="1"/>
                  </a:cubicBezTo>
                  <a:cubicBezTo>
                    <a:pt x="12463" y="1"/>
                    <a:pt x="12463" y="31"/>
                    <a:pt x="12223" y="31"/>
                  </a:cubicBezTo>
                  <a:cubicBezTo>
                    <a:pt x="11969" y="31"/>
                    <a:pt x="11969" y="105"/>
                    <a:pt x="11713" y="105"/>
                  </a:cubicBezTo>
                  <a:cubicBezTo>
                    <a:pt x="11473" y="105"/>
                    <a:pt x="11473" y="345"/>
                    <a:pt x="11219" y="345"/>
                  </a:cubicBezTo>
                  <a:cubicBezTo>
                    <a:pt x="10963" y="345"/>
                    <a:pt x="10963" y="375"/>
                    <a:pt x="10709" y="375"/>
                  </a:cubicBezTo>
                  <a:cubicBezTo>
                    <a:pt x="10469" y="375"/>
                    <a:pt x="10469" y="1"/>
                    <a:pt x="10213" y="1"/>
                  </a:cubicBezTo>
                  <a:cubicBezTo>
                    <a:pt x="9959" y="1"/>
                    <a:pt x="9959" y="45"/>
                    <a:pt x="9719" y="45"/>
                  </a:cubicBezTo>
                  <a:cubicBezTo>
                    <a:pt x="9463" y="45"/>
                    <a:pt x="9463" y="31"/>
                    <a:pt x="9209" y="31"/>
                  </a:cubicBezTo>
                  <a:cubicBezTo>
                    <a:pt x="8969" y="31"/>
                    <a:pt x="8969" y="301"/>
                    <a:pt x="8714" y="301"/>
                  </a:cubicBezTo>
                  <a:cubicBezTo>
                    <a:pt x="8459" y="301"/>
                    <a:pt x="8459" y="45"/>
                    <a:pt x="8219" y="45"/>
                  </a:cubicBezTo>
                  <a:cubicBezTo>
                    <a:pt x="7964" y="45"/>
                    <a:pt x="7964" y="345"/>
                    <a:pt x="7709" y="345"/>
                  </a:cubicBezTo>
                  <a:cubicBezTo>
                    <a:pt x="7454" y="345"/>
                    <a:pt x="7454" y="1"/>
                    <a:pt x="7214" y="1"/>
                  </a:cubicBezTo>
                  <a:cubicBezTo>
                    <a:pt x="6960" y="1"/>
                    <a:pt x="6960" y="331"/>
                    <a:pt x="6704" y="331"/>
                  </a:cubicBezTo>
                  <a:cubicBezTo>
                    <a:pt x="6464" y="331"/>
                    <a:pt x="6464" y="91"/>
                    <a:pt x="6210" y="91"/>
                  </a:cubicBezTo>
                  <a:cubicBezTo>
                    <a:pt x="5954" y="91"/>
                    <a:pt x="5954" y="121"/>
                    <a:pt x="5700" y="121"/>
                  </a:cubicBezTo>
                  <a:cubicBezTo>
                    <a:pt x="5460" y="121"/>
                    <a:pt x="5460" y="165"/>
                    <a:pt x="5204" y="165"/>
                  </a:cubicBezTo>
                  <a:cubicBezTo>
                    <a:pt x="4950" y="165"/>
                    <a:pt x="4950" y="361"/>
                    <a:pt x="4710" y="361"/>
                  </a:cubicBezTo>
                  <a:cubicBezTo>
                    <a:pt x="4454" y="361"/>
                    <a:pt x="4454" y="181"/>
                    <a:pt x="4200" y="181"/>
                  </a:cubicBezTo>
                  <a:cubicBezTo>
                    <a:pt x="3960" y="181"/>
                    <a:pt x="3960" y="241"/>
                    <a:pt x="3705" y="241"/>
                  </a:cubicBezTo>
                  <a:cubicBezTo>
                    <a:pt x="3450" y="241"/>
                    <a:pt x="3450" y="285"/>
                    <a:pt x="3210" y="285"/>
                  </a:cubicBezTo>
                  <a:cubicBezTo>
                    <a:pt x="2955" y="285"/>
                    <a:pt x="2955" y="151"/>
                    <a:pt x="2700" y="151"/>
                  </a:cubicBezTo>
                  <a:cubicBezTo>
                    <a:pt x="2445" y="151"/>
                    <a:pt x="2445" y="255"/>
                    <a:pt x="2205" y="255"/>
                  </a:cubicBezTo>
                  <a:cubicBezTo>
                    <a:pt x="1951" y="255"/>
                    <a:pt x="1951" y="1"/>
                    <a:pt x="169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5" name="Google Shape;1555;p44"/>
          <p:cNvGrpSpPr/>
          <p:nvPr/>
        </p:nvGrpSpPr>
        <p:grpSpPr>
          <a:xfrm>
            <a:off x="713738" y="2324179"/>
            <a:ext cx="1986000" cy="903300"/>
            <a:chOff x="713738" y="2324179"/>
            <a:chExt cx="1986000" cy="903300"/>
          </a:xfrm>
        </p:grpSpPr>
        <p:sp>
          <p:nvSpPr>
            <p:cNvPr id="1556" name="Google Shape;1556;p44"/>
            <p:cNvSpPr txBox="1"/>
            <p:nvPr/>
          </p:nvSpPr>
          <p:spPr>
            <a:xfrm>
              <a:off x="713738" y="2324179"/>
              <a:ext cx="1986000" cy="3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Venus</a:t>
              </a:r>
              <a:endParaRPr sz="2400">
                <a:solidFill>
                  <a:schemeClr val="dk1"/>
                </a:solidFill>
                <a:latin typeface="Bellefair"/>
                <a:ea typeface="Bellefair"/>
                <a:cs typeface="Bellefair"/>
                <a:sym typeface="Bellefair"/>
              </a:endParaRPr>
            </a:p>
          </p:txBody>
        </p:sp>
        <p:sp>
          <p:nvSpPr>
            <p:cNvPr id="1557" name="Google Shape;1557;p44"/>
            <p:cNvSpPr txBox="1"/>
            <p:nvPr/>
          </p:nvSpPr>
          <p:spPr>
            <a:xfrm>
              <a:off x="713738" y="2699779"/>
              <a:ext cx="19860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the second planet from the Sun</a:t>
              </a:r>
              <a:endParaRPr>
                <a:solidFill>
                  <a:schemeClr val="dk1"/>
                </a:solidFill>
                <a:latin typeface="Bellota Text"/>
                <a:ea typeface="Bellota Text"/>
                <a:cs typeface="Bellota Text"/>
                <a:sym typeface="Bellota Text"/>
              </a:endParaRPr>
            </a:p>
          </p:txBody>
        </p:sp>
      </p:grpSp>
      <p:grpSp>
        <p:nvGrpSpPr>
          <p:cNvPr id="1558" name="Google Shape;1558;p44"/>
          <p:cNvGrpSpPr/>
          <p:nvPr/>
        </p:nvGrpSpPr>
        <p:grpSpPr>
          <a:xfrm>
            <a:off x="6444338" y="2324179"/>
            <a:ext cx="1986000" cy="903300"/>
            <a:chOff x="6444338" y="2324179"/>
            <a:chExt cx="1986000" cy="903300"/>
          </a:xfrm>
        </p:grpSpPr>
        <p:sp>
          <p:nvSpPr>
            <p:cNvPr id="1559" name="Google Shape;1559;p44"/>
            <p:cNvSpPr txBox="1"/>
            <p:nvPr/>
          </p:nvSpPr>
          <p:spPr>
            <a:xfrm>
              <a:off x="6444338" y="2324179"/>
              <a:ext cx="1986000" cy="3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Jupiter</a:t>
              </a:r>
              <a:endParaRPr sz="2400">
                <a:solidFill>
                  <a:schemeClr val="dk1"/>
                </a:solidFill>
                <a:latin typeface="Bellefair"/>
                <a:ea typeface="Bellefair"/>
                <a:cs typeface="Bellefair"/>
                <a:sym typeface="Bellefair"/>
              </a:endParaRPr>
            </a:p>
          </p:txBody>
        </p:sp>
        <p:sp>
          <p:nvSpPr>
            <p:cNvPr id="1560" name="Google Shape;1560;p44"/>
            <p:cNvSpPr txBox="1"/>
            <p:nvPr/>
          </p:nvSpPr>
          <p:spPr>
            <a:xfrm>
              <a:off x="6444338" y="2699779"/>
              <a:ext cx="19860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p:txBody>
        </p:sp>
      </p:grpSp>
      <p:grpSp>
        <p:nvGrpSpPr>
          <p:cNvPr id="1561" name="Google Shape;1561;p44"/>
          <p:cNvGrpSpPr/>
          <p:nvPr/>
        </p:nvGrpSpPr>
        <p:grpSpPr>
          <a:xfrm>
            <a:off x="3578994" y="3590625"/>
            <a:ext cx="1986000" cy="903300"/>
            <a:chOff x="3578994" y="3590625"/>
            <a:chExt cx="1986000" cy="903300"/>
          </a:xfrm>
        </p:grpSpPr>
        <p:sp>
          <p:nvSpPr>
            <p:cNvPr id="1562" name="Google Shape;1562;p44"/>
            <p:cNvSpPr txBox="1"/>
            <p:nvPr/>
          </p:nvSpPr>
          <p:spPr>
            <a:xfrm>
              <a:off x="3578994" y="3590625"/>
              <a:ext cx="1986000" cy="3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Saturn</a:t>
              </a:r>
              <a:endParaRPr sz="2400">
                <a:solidFill>
                  <a:schemeClr val="dk1"/>
                </a:solidFill>
                <a:latin typeface="Bellefair"/>
                <a:ea typeface="Bellefair"/>
                <a:cs typeface="Bellefair"/>
                <a:sym typeface="Bellefair"/>
              </a:endParaRPr>
            </a:p>
          </p:txBody>
        </p:sp>
        <p:sp>
          <p:nvSpPr>
            <p:cNvPr id="1563" name="Google Shape;1563;p44"/>
            <p:cNvSpPr txBox="1"/>
            <p:nvPr/>
          </p:nvSpPr>
          <p:spPr>
            <a:xfrm>
              <a:off x="3578994" y="3966225"/>
              <a:ext cx="19860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composed of hydrogen and helium</a:t>
              </a:r>
              <a:endParaRPr>
                <a:solidFill>
                  <a:schemeClr val="dk1"/>
                </a:solidFill>
                <a:latin typeface="Bellota Text"/>
                <a:ea typeface="Bellota Text"/>
                <a:cs typeface="Bellota Text"/>
                <a:sym typeface="Bellota Text"/>
              </a:endParaRPr>
            </a:p>
          </p:txBody>
        </p:sp>
      </p:grpSp>
      <p:grpSp>
        <p:nvGrpSpPr>
          <p:cNvPr id="1564" name="Google Shape;1564;p44"/>
          <p:cNvGrpSpPr/>
          <p:nvPr/>
        </p:nvGrpSpPr>
        <p:grpSpPr>
          <a:xfrm>
            <a:off x="3578994" y="1207000"/>
            <a:ext cx="1986000" cy="903300"/>
            <a:chOff x="3578994" y="1207000"/>
            <a:chExt cx="1986000" cy="903300"/>
          </a:xfrm>
        </p:grpSpPr>
        <p:sp>
          <p:nvSpPr>
            <p:cNvPr id="1565" name="Google Shape;1565;p44"/>
            <p:cNvSpPr txBox="1"/>
            <p:nvPr/>
          </p:nvSpPr>
          <p:spPr>
            <a:xfrm>
              <a:off x="3578994" y="1207000"/>
              <a:ext cx="1986000" cy="3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Neptune</a:t>
              </a:r>
              <a:endParaRPr sz="2400">
                <a:solidFill>
                  <a:schemeClr val="dk1"/>
                </a:solidFill>
                <a:latin typeface="Bellefair"/>
                <a:ea typeface="Bellefair"/>
                <a:cs typeface="Bellefair"/>
                <a:sym typeface="Bellefair"/>
              </a:endParaRPr>
            </a:p>
          </p:txBody>
        </p:sp>
        <p:sp>
          <p:nvSpPr>
            <p:cNvPr id="1566" name="Google Shape;1566;p44"/>
            <p:cNvSpPr txBox="1"/>
            <p:nvPr/>
          </p:nvSpPr>
          <p:spPr>
            <a:xfrm>
              <a:off x="3578994" y="1582600"/>
              <a:ext cx="19860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Neptune is the farthest planet from the Sun</a:t>
              </a:r>
              <a:endParaRPr>
                <a:solidFill>
                  <a:schemeClr val="dk1"/>
                </a:solidFill>
                <a:latin typeface="Bellota Text"/>
                <a:ea typeface="Bellota Text"/>
                <a:cs typeface="Bellota Text"/>
                <a:sym typeface="Bellota Text"/>
              </a:endParaRPr>
            </a:p>
          </p:txBody>
        </p:sp>
      </p:grpSp>
      <p:cxnSp>
        <p:nvCxnSpPr>
          <p:cNvPr id="1567" name="Google Shape;1567;p44"/>
          <p:cNvCxnSpPr>
            <a:stCxn id="1568" idx="1"/>
            <a:endCxn id="1557" idx="3"/>
          </p:cNvCxnSpPr>
          <p:nvPr/>
        </p:nvCxnSpPr>
        <p:spPr>
          <a:xfrm flipH="1">
            <a:off x="2699844" y="2960800"/>
            <a:ext cx="1095900" cy="2700"/>
          </a:xfrm>
          <a:prstGeom prst="straightConnector1">
            <a:avLst/>
          </a:prstGeom>
          <a:noFill/>
          <a:ln cap="flat" cmpd="sng" w="19050">
            <a:solidFill>
              <a:schemeClr val="dk1"/>
            </a:solidFill>
            <a:prstDash val="solid"/>
            <a:round/>
            <a:headEnd len="med" w="med" type="none"/>
            <a:tailEnd len="med" w="med" type="oval"/>
          </a:ln>
        </p:spPr>
      </p:cxnSp>
      <p:cxnSp>
        <p:nvCxnSpPr>
          <p:cNvPr id="1569" name="Google Shape;1569;p44"/>
          <p:cNvCxnSpPr>
            <a:stCxn id="1568" idx="3"/>
            <a:endCxn id="1560" idx="1"/>
          </p:cNvCxnSpPr>
          <p:nvPr/>
        </p:nvCxnSpPr>
        <p:spPr>
          <a:xfrm>
            <a:off x="5348244" y="2960800"/>
            <a:ext cx="1096200" cy="2700"/>
          </a:xfrm>
          <a:prstGeom prst="straightConnector1">
            <a:avLst/>
          </a:prstGeom>
          <a:noFill/>
          <a:ln cap="flat" cmpd="sng" w="19050">
            <a:solidFill>
              <a:schemeClr val="dk1"/>
            </a:solidFill>
            <a:prstDash val="solid"/>
            <a:round/>
            <a:headEnd len="med" w="med" type="none"/>
            <a:tailEnd len="med" w="med" type="oval"/>
          </a:ln>
        </p:spPr>
      </p:cxnSp>
      <p:cxnSp>
        <p:nvCxnSpPr>
          <p:cNvPr id="1570" name="Google Shape;1570;p44"/>
          <p:cNvCxnSpPr>
            <a:stCxn id="1568" idx="0"/>
            <a:endCxn id="1566" idx="2"/>
          </p:cNvCxnSpPr>
          <p:nvPr/>
        </p:nvCxnSpPr>
        <p:spPr>
          <a:xfrm rot="10800000">
            <a:off x="4571994" y="2110150"/>
            <a:ext cx="0" cy="399000"/>
          </a:xfrm>
          <a:prstGeom prst="straightConnector1">
            <a:avLst/>
          </a:prstGeom>
          <a:noFill/>
          <a:ln cap="flat" cmpd="sng" w="19050">
            <a:solidFill>
              <a:schemeClr val="dk1"/>
            </a:solidFill>
            <a:prstDash val="solid"/>
            <a:round/>
            <a:headEnd len="med" w="med" type="none"/>
            <a:tailEnd len="med" w="med" type="oval"/>
          </a:ln>
        </p:spPr>
      </p:cxnSp>
      <p:cxnSp>
        <p:nvCxnSpPr>
          <p:cNvPr id="1571" name="Google Shape;1571;p44"/>
          <p:cNvCxnSpPr>
            <a:stCxn id="1568" idx="2"/>
            <a:endCxn id="1562" idx="0"/>
          </p:cNvCxnSpPr>
          <p:nvPr/>
        </p:nvCxnSpPr>
        <p:spPr>
          <a:xfrm>
            <a:off x="4571994" y="3412450"/>
            <a:ext cx="0" cy="178200"/>
          </a:xfrm>
          <a:prstGeom prst="straightConnector1">
            <a:avLst/>
          </a:prstGeom>
          <a:noFill/>
          <a:ln cap="flat" cmpd="sng" w="19050">
            <a:solidFill>
              <a:schemeClr val="dk1"/>
            </a:solidFill>
            <a:prstDash val="solid"/>
            <a:round/>
            <a:headEnd len="med" w="med" type="none"/>
            <a:tailEnd len="med" w="med" type="oval"/>
          </a:ln>
        </p:spPr>
      </p:cxnSp>
      <p:grpSp>
        <p:nvGrpSpPr>
          <p:cNvPr id="1572" name="Google Shape;1572;p44"/>
          <p:cNvGrpSpPr/>
          <p:nvPr/>
        </p:nvGrpSpPr>
        <p:grpSpPr>
          <a:xfrm>
            <a:off x="3663920" y="2509086"/>
            <a:ext cx="1816148" cy="903245"/>
            <a:chOff x="3163775" y="1783494"/>
            <a:chExt cx="2817918" cy="2473290"/>
          </a:xfrm>
        </p:grpSpPr>
        <p:sp>
          <p:nvSpPr>
            <p:cNvPr id="1573" name="Google Shape;1573;p44"/>
            <p:cNvSpPr/>
            <p:nvPr/>
          </p:nvSpPr>
          <p:spPr>
            <a:xfrm>
              <a:off x="3163775" y="1783494"/>
              <a:ext cx="2817918" cy="2473290"/>
            </a:xfrm>
            <a:custGeom>
              <a:rect b="b" l="l" r="r" t="t"/>
              <a:pathLst>
                <a:path extrusionOk="0" h="24207" w="27580">
                  <a:moveTo>
                    <a:pt x="6266" y="1"/>
                  </a:moveTo>
                  <a:cubicBezTo>
                    <a:pt x="6041" y="1"/>
                    <a:pt x="5818" y="26"/>
                    <a:pt x="5594" y="93"/>
                  </a:cubicBezTo>
                  <a:cubicBezTo>
                    <a:pt x="5294" y="169"/>
                    <a:pt x="5010" y="349"/>
                    <a:pt x="4694" y="363"/>
                  </a:cubicBezTo>
                  <a:cubicBezTo>
                    <a:pt x="4593" y="366"/>
                    <a:pt x="4492" y="367"/>
                    <a:pt x="4391" y="367"/>
                  </a:cubicBezTo>
                  <a:cubicBezTo>
                    <a:pt x="3937" y="367"/>
                    <a:pt x="3481" y="341"/>
                    <a:pt x="3014" y="303"/>
                  </a:cubicBezTo>
                  <a:cubicBezTo>
                    <a:pt x="2880" y="303"/>
                    <a:pt x="2730" y="289"/>
                    <a:pt x="2595" y="289"/>
                  </a:cubicBezTo>
                  <a:cubicBezTo>
                    <a:pt x="2520" y="289"/>
                    <a:pt x="2445" y="273"/>
                    <a:pt x="2385" y="273"/>
                  </a:cubicBezTo>
                  <a:cubicBezTo>
                    <a:pt x="2345" y="273"/>
                    <a:pt x="2298" y="267"/>
                    <a:pt x="2254" y="267"/>
                  </a:cubicBezTo>
                  <a:cubicBezTo>
                    <a:pt x="2232" y="267"/>
                    <a:pt x="2210" y="268"/>
                    <a:pt x="2190" y="273"/>
                  </a:cubicBezTo>
                  <a:cubicBezTo>
                    <a:pt x="2145" y="273"/>
                    <a:pt x="2100" y="289"/>
                    <a:pt x="2055" y="289"/>
                  </a:cubicBezTo>
                  <a:lnTo>
                    <a:pt x="1365" y="289"/>
                  </a:lnTo>
                  <a:cubicBezTo>
                    <a:pt x="1290" y="273"/>
                    <a:pt x="1230" y="259"/>
                    <a:pt x="1170" y="259"/>
                  </a:cubicBezTo>
                  <a:cubicBezTo>
                    <a:pt x="1150" y="254"/>
                    <a:pt x="1130" y="252"/>
                    <a:pt x="1111" y="252"/>
                  </a:cubicBezTo>
                  <a:cubicBezTo>
                    <a:pt x="1072" y="252"/>
                    <a:pt x="1035" y="259"/>
                    <a:pt x="1005" y="259"/>
                  </a:cubicBezTo>
                  <a:cubicBezTo>
                    <a:pt x="855" y="259"/>
                    <a:pt x="721" y="243"/>
                    <a:pt x="571" y="243"/>
                  </a:cubicBezTo>
                  <a:cubicBezTo>
                    <a:pt x="541" y="243"/>
                    <a:pt x="511" y="229"/>
                    <a:pt x="465" y="229"/>
                  </a:cubicBezTo>
                  <a:lnTo>
                    <a:pt x="331" y="229"/>
                  </a:lnTo>
                  <a:cubicBezTo>
                    <a:pt x="285" y="229"/>
                    <a:pt x="285" y="229"/>
                    <a:pt x="285" y="273"/>
                  </a:cubicBezTo>
                  <a:cubicBezTo>
                    <a:pt x="255" y="349"/>
                    <a:pt x="241" y="439"/>
                    <a:pt x="255" y="513"/>
                  </a:cubicBezTo>
                  <a:cubicBezTo>
                    <a:pt x="271" y="603"/>
                    <a:pt x="315" y="693"/>
                    <a:pt x="331" y="783"/>
                  </a:cubicBezTo>
                  <a:cubicBezTo>
                    <a:pt x="331" y="813"/>
                    <a:pt x="345" y="843"/>
                    <a:pt x="345" y="873"/>
                  </a:cubicBezTo>
                  <a:cubicBezTo>
                    <a:pt x="361" y="889"/>
                    <a:pt x="361" y="919"/>
                    <a:pt x="361" y="933"/>
                  </a:cubicBezTo>
                  <a:cubicBezTo>
                    <a:pt x="375" y="1053"/>
                    <a:pt x="435" y="1173"/>
                    <a:pt x="451" y="1309"/>
                  </a:cubicBezTo>
                  <a:cubicBezTo>
                    <a:pt x="511" y="1729"/>
                    <a:pt x="451" y="2179"/>
                    <a:pt x="375" y="2613"/>
                  </a:cubicBezTo>
                  <a:cubicBezTo>
                    <a:pt x="315" y="2928"/>
                    <a:pt x="241" y="3228"/>
                    <a:pt x="315" y="3558"/>
                  </a:cubicBezTo>
                  <a:cubicBezTo>
                    <a:pt x="361" y="3813"/>
                    <a:pt x="571" y="3948"/>
                    <a:pt x="631" y="4173"/>
                  </a:cubicBezTo>
                  <a:cubicBezTo>
                    <a:pt x="661" y="4308"/>
                    <a:pt x="601" y="4428"/>
                    <a:pt x="691" y="4548"/>
                  </a:cubicBezTo>
                  <a:cubicBezTo>
                    <a:pt x="781" y="4682"/>
                    <a:pt x="931" y="4682"/>
                    <a:pt x="975" y="4908"/>
                  </a:cubicBezTo>
                  <a:cubicBezTo>
                    <a:pt x="1020" y="5148"/>
                    <a:pt x="811" y="5372"/>
                    <a:pt x="945" y="5598"/>
                  </a:cubicBezTo>
                  <a:cubicBezTo>
                    <a:pt x="1005" y="5702"/>
                    <a:pt x="1095" y="5748"/>
                    <a:pt x="1155" y="5852"/>
                  </a:cubicBezTo>
                  <a:cubicBezTo>
                    <a:pt x="1170" y="5912"/>
                    <a:pt x="1260" y="6108"/>
                    <a:pt x="1260" y="6168"/>
                  </a:cubicBezTo>
                  <a:cubicBezTo>
                    <a:pt x="1245" y="6272"/>
                    <a:pt x="1050" y="6422"/>
                    <a:pt x="975" y="6512"/>
                  </a:cubicBezTo>
                  <a:cubicBezTo>
                    <a:pt x="901" y="6618"/>
                    <a:pt x="811" y="6708"/>
                    <a:pt x="721" y="6812"/>
                  </a:cubicBezTo>
                  <a:cubicBezTo>
                    <a:pt x="601" y="6962"/>
                    <a:pt x="465" y="7098"/>
                    <a:pt x="331" y="7232"/>
                  </a:cubicBezTo>
                  <a:cubicBezTo>
                    <a:pt x="211" y="7352"/>
                    <a:pt x="165" y="7427"/>
                    <a:pt x="285" y="7607"/>
                  </a:cubicBezTo>
                  <a:cubicBezTo>
                    <a:pt x="331" y="7667"/>
                    <a:pt x="421" y="7697"/>
                    <a:pt x="465" y="7772"/>
                  </a:cubicBezTo>
                  <a:cubicBezTo>
                    <a:pt x="511" y="7892"/>
                    <a:pt x="435" y="8087"/>
                    <a:pt x="421" y="8207"/>
                  </a:cubicBezTo>
                  <a:cubicBezTo>
                    <a:pt x="361" y="8642"/>
                    <a:pt x="301" y="9077"/>
                    <a:pt x="225" y="9511"/>
                  </a:cubicBezTo>
                  <a:cubicBezTo>
                    <a:pt x="165" y="9781"/>
                    <a:pt x="225" y="10081"/>
                    <a:pt x="211" y="10351"/>
                  </a:cubicBezTo>
                  <a:cubicBezTo>
                    <a:pt x="195" y="10487"/>
                    <a:pt x="135" y="10591"/>
                    <a:pt x="121" y="10711"/>
                  </a:cubicBezTo>
                  <a:cubicBezTo>
                    <a:pt x="105" y="10877"/>
                    <a:pt x="255" y="11131"/>
                    <a:pt x="361" y="11281"/>
                  </a:cubicBezTo>
                  <a:cubicBezTo>
                    <a:pt x="465" y="11447"/>
                    <a:pt x="631" y="11581"/>
                    <a:pt x="721" y="11761"/>
                  </a:cubicBezTo>
                  <a:cubicBezTo>
                    <a:pt x="901" y="12107"/>
                    <a:pt x="765" y="12571"/>
                    <a:pt x="855" y="12931"/>
                  </a:cubicBezTo>
                  <a:cubicBezTo>
                    <a:pt x="915" y="13171"/>
                    <a:pt x="901" y="13471"/>
                    <a:pt x="901" y="13741"/>
                  </a:cubicBezTo>
                  <a:cubicBezTo>
                    <a:pt x="901" y="13861"/>
                    <a:pt x="945" y="13966"/>
                    <a:pt x="945" y="14056"/>
                  </a:cubicBezTo>
                  <a:cubicBezTo>
                    <a:pt x="960" y="14221"/>
                    <a:pt x="825" y="14281"/>
                    <a:pt x="661" y="14431"/>
                  </a:cubicBezTo>
                  <a:cubicBezTo>
                    <a:pt x="541" y="14521"/>
                    <a:pt x="405" y="14626"/>
                    <a:pt x="345" y="14760"/>
                  </a:cubicBezTo>
                  <a:cubicBezTo>
                    <a:pt x="255" y="14940"/>
                    <a:pt x="345" y="15046"/>
                    <a:pt x="375" y="15226"/>
                  </a:cubicBezTo>
                  <a:cubicBezTo>
                    <a:pt x="421" y="15526"/>
                    <a:pt x="285" y="15826"/>
                    <a:pt x="285" y="16140"/>
                  </a:cubicBezTo>
                  <a:cubicBezTo>
                    <a:pt x="285" y="16366"/>
                    <a:pt x="195" y="16486"/>
                    <a:pt x="211" y="16710"/>
                  </a:cubicBezTo>
                  <a:cubicBezTo>
                    <a:pt x="211" y="16920"/>
                    <a:pt x="211" y="17130"/>
                    <a:pt x="135" y="17340"/>
                  </a:cubicBezTo>
                  <a:cubicBezTo>
                    <a:pt x="91" y="17460"/>
                    <a:pt x="1" y="17550"/>
                    <a:pt x="31" y="17686"/>
                  </a:cubicBezTo>
                  <a:cubicBezTo>
                    <a:pt x="75" y="17925"/>
                    <a:pt x="391" y="18030"/>
                    <a:pt x="511" y="18210"/>
                  </a:cubicBezTo>
                  <a:cubicBezTo>
                    <a:pt x="615" y="18390"/>
                    <a:pt x="555" y="18765"/>
                    <a:pt x="601" y="18990"/>
                  </a:cubicBezTo>
                  <a:cubicBezTo>
                    <a:pt x="661" y="19320"/>
                    <a:pt x="631" y="19605"/>
                    <a:pt x="751" y="19919"/>
                  </a:cubicBezTo>
                  <a:cubicBezTo>
                    <a:pt x="841" y="20159"/>
                    <a:pt x="811" y="20385"/>
                    <a:pt x="811" y="20639"/>
                  </a:cubicBezTo>
                  <a:cubicBezTo>
                    <a:pt x="811" y="20729"/>
                    <a:pt x="841" y="20969"/>
                    <a:pt x="811" y="21059"/>
                  </a:cubicBezTo>
                  <a:cubicBezTo>
                    <a:pt x="765" y="21209"/>
                    <a:pt x="735" y="21135"/>
                    <a:pt x="631" y="21239"/>
                  </a:cubicBezTo>
                  <a:cubicBezTo>
                    <a:pt x="465" y="21405"/>
                    <a:pt x="391" y="21735"/>
                    <a:pt x="301" y="21929"/>
                  </a:cubicBezTo>
                  <a:cubicBezTo>
                    <a:pt x="1" y="22529"/>
                    <a:pt x="121" y="23279"/>
                    <a:pt x="121" y="23939"/>
                  </a:cubicBezTo>
                  <a:cubicBezTo>
                    <a:pt x="299" y="24015"/>
                    <a:pt x="509" y="24032"/>
                    <a:pt x="727" y="24032"/>
                  </a:cubicBezTo>
                  <a:cubicBezTo>
                    <a:pt x="901" y="24032"/>
                    <a:pt x="1080" y="24021"/>
                    <a:pt x="1251" y="24021"/>
                  </a:cubicBezTo>
                  <a:cubicBezTo>
                    <a:pt x="1369" y="24021"/>
                    <a:pt x="1484" y="24026"/>
                    <a:pt x="1590" y="24044"/>
                  </a:cubicBezTo>
                  <a:cubicBezTo>
                    <a:pt x="1830" y="24089"/>
                    <a:pt x="2055" y="24104"/>
                    <a:pt x="2310" y="24104"/>
                  </a:cubicBezTo>
                  <a:cubicBezTo>
                    <a:pt x="2745" y="24104"/>
                    <a:pt x="3134" y="24014"/>
                    <a:pt x="3570" y="24014"/>
                  </a:cubicBezTo>
                  <a:cubicBezTo>
                    <a:pt x="3626" y="24016"/>
                    <a:pt x="3683" y="24016"/>
                    <a:pt x="3739" y="24016"/>
                  </a:cubicBezTo>
                  <a:cubicBezTo>
                    <a:pt x="4324" y="24016"/>
                    <a:pt x="4899" y="23953"/>
                    <a:pt x="5474" y="23939"/>
                  </a:cubicBezTo>
                  <a:cubicBezTo>
                    <a:pt x="5760" y="23924"/>
                    <a:pt x="6044" y="23924"/>
                    <a:pt x="6329" y="23894"/>
                  </a:cubicBezTo>
                  <a:cubicBezTo>
                    <a:pt x="6450" y="23882"/>
                    <a:pt x="6610" y="23840"/>
                    <a:pt x="6753" y="23840"/>
                  </a:cubicBezTo>
                  <a:cubicBezTo>
                    <a:pt x="6788" y="23840"/>
                    <a:pt x="6822" y="23843"/>
                    <a:pt x="6854" y="23849"/>
                  </a:cubicBezTo>
                  <a:cubicBezTo>
                    <a:pt x="7004" y="23879"/>
                    <a:pt x="7139" y="23969"/>
                    <a:pt x="7304" y="23999"/>
                  </a:cubicBezTo>
                  <a:cubicBezTo>
                    <a:pt x="7426" y="24024"/>
                    <a:pt x="7548" y="24034"/>
                    <a:pt x="7671" y="24034"/>
                  </a:cubicBezTo>
                  <a:cubicBezTo>
                    <a:pt x="8087" y="24034"/>
                    <a:pt x="8507" y="23921"/>
                    <a:pt x="8920" y="23921"/>
                  </a:cubicBezTo>
                  <a:cubicBezTo>
                    <a:pt x="8956" y="23921"/>
                    <a:pt x="8993" y="23922"/>
                    <a:pt x="9029" y="23924"/>
                  </a:cubicBezTo>
                  <a:cubicBezTo>
                    <a:pt x="9193" y="23939"/>
                    <a:pt x="9283" y="24014"/>
                    <a:pt x="9463" y="24029"/>
                  </a:cubicBezTo>
                  <a:cubicBezTo>
                    <a:pt x="9899" y="24029"/>
                    <a:pt x="10333" y="24014"/>
                    <a:pt x="10783" y="24014"/>
                  </a:cubicBezTo>
                  <a:cubicBezTo>
                    <a:pt x="11041" y="24014"/>
                    <a:pt x="11316" y="24039"/>
                    <a:pt x="11588" y="24039"/>
                  </a:cubicBezTo>
                  <a:cubicBezTo>
                    <a:pt x="11680" y="24039"/>
                    <a:pt x="11772" y="24036"/>
                    <a:pt x="11863" y="24029"/>
                  </a:cubicBezTo>
                  <a:cubicBezTo>
                    <a:pt x="12043" y="24014"/>
                    <a:pt x="12133" y="23924"/>
                    <a:pt x="12268" y="23864"/>
                  </a:cubicBezTo>
                  <a:cubicBezTo>
                    <a:pt x="12503" y="23768"/>
                    <a:pt x="12752" y="23748"/>
                    <a:pt x="13006" y="23748"/>
                  </a:cubicBezTo>
                  <a:cubicBezTo>
                    <a:pt x="13190" y="23748"/>
                    <a:pt x="13375" y="23759"/>
                    <a:pt x="13558" y="23759"/>
                  </a:cubicBezTo>
                  <a:cubicBezTo>
                    <a:pt x="13722" y="23909"/>
                    <a:pt x="13858" y="23924"/>
                    <a:pt x="14052" y="23954"/>
                  </a:cubicBezTo>
                  <a:cubicBezTo>
                    <a:pt x="14382" y="23999"/>
                    <a:pt x="14712" y="24029"/>
                    <a:pt x="15028" y="24089"/>
                  </a:cubicBezTo>
                  <a:cubicBezTo>
                    <a:pt x="15193" y="24123"/>
                    <a:pt x="15367" y="24140"/>
                    <a:pt x="15545" y="24140"/>
                  </a:cubicBezTo>
                  <a:cubicBezTo>
                    <a:pt x="15915" y="24140"/>
                    <a:pt x="16298" y="24066"/>
                    <a:pt x="16632" y="23924"/>
                  </a:cubicBezTo>
                  <a:cubicBezTo>
                    <a:pt x="16823" y="23852"/>
                    <a:pt x="17031" y="23835"/>
                    <a:pt x="17242" y="23835"/>
                  </a:cubicBezTo>
                  <a:cubicBezTo>
                    <a:pt x="17429" y="23835"/>
                    <a:pt x="17619" y="23849"/>
                    <a:pt x="17802" y="23849"/>
                  </a:cubicBezTo>
                  <a:cubicBezTo>
                    <a:pt x="18342" y="23849"/>
                    <a:pt x="18867" y="23789"/>
                    <a:pt x="19407" y="23744"/>
                  </a:cubicBezTo>
                  <a:cubicBezTo>
                    <a:pt x="19971" y="23699"/>
                    <a:pt x="20569" y="23638"/>
                    <a:pt x="21156" y="23638"/>
                  </a:cubicBezTo>
                  <a:cubicBezTo>
                    <a:pt x="21551" y="23638"/>
                    <a:pt x="21942" y="23666"/>
                    <a:pt x="22316" y="23744"/>
                  </a:cubicBezTo>
                  <a:cubicBezTo>
                    <a:pt x="22526" y="23774"/>
                    <a:pt x="22736" y="23789"/>
                    <a:pt x="22946" y="23834"/>
                  </a:cubicBezTo>
                  <a:cubicBezTo>
                    <a:pt x="23051" y="23849"/>
                    <a:pt x="23160" y="23857"/>
                    <a:pt x="23270" y="23857"/>
                  </a:cubicBezTo>
                  <a:cubicBezTo>
                    <a:pt x="23381" y="23857"/>
                    <a:pt x="23493" y="23849"/>
                    <a:pt x="23606" y="23834"/>
                  </a:cubicBezTo>
                  <a:lnTo>
                    <a:pt x="23966" y="23744"/>
                  </a:lnTo>
                  <a:cubicBezTo>
                    <a:pt x="24040" y="23774"/>
                    <a:pt x="24116" y="23804"/>
                    <a:pt x="24206" y="23819"/>
                  </a:cubicBezTo>
                  <a:cubicBezTo>
                    <a:pt x="24370" y="23849"/>
                    <a:pt x="24550" y="23864"/>
                    <a:pt x="24716" y="23864"/>
                  </a:cubicBezTo>
                  <a:cubicBezTo>
                    <a:pt x="25030" y="23909"/>
                    <a:pt x="25300" y="23939"/>
                    <a:pt x="25586" y="24089"/>
                  </a:cubicBezTo>
                  <a:cubicBezTo>
                    <a:pt x="25777" y="24185"/>
                    <a:pt x="25963" y="24205"/>
                    <a:pt x="26156" y="24205"/>
                  </a:cubicBezTo>
                  <a:cubicBezTo>
                    <a:pt x="26295" y="24205"/>
                    <a:pt x="26439" y="24194"/>
                    <a:pt x="26590" y="24194"/>
                  </a:cubicBezTo>
                  <a:cubicBezTo>
                    <a:pt x="26670" y="24194"/>
                    <a:pt x="26765" y="24206"/>
                    <a:pt x="26857" y="24206"/>
                  </a:cubicBezTo>
                  <a:cubicBezTo>
                    <a:pt x="26973" y="24206"/>
                    <a:pt x="27085" y="24188"/>
                    <a:pt x="27160" y="24104"/>
                  </a:cubicBezTo>
                  <a:cubicBezTo>
                    <a:pt x="27190" y="23804"/>
                    <a:pt x="27115" y="23459"/>
                    <a:pt x="27055" y="23159"/>
                  </a:cubicBezTo>
                  <a:cubicBezTo>
                    <a:pt x="26980" y="22829"/>
                    <a:pt x="27010" y="22589"/>
                    <a:pt x="27055" y="22245"/>
                  </a:cubicBezTo>
                  <a:cubicBezTo>
                    <a:pt x="27100" y="21885"/>
                    <a:pt x="27190" y="21539"/>
                    <a:pt x="27175" y="21179"/>
                  </a:cubicBezTo>
                  <a:cubicBezTo>
                    <a:pt x="27160" y="20879"/>
                    <a:pt x="27010" y="20715"/>
                    <a:pt x="26890" y="20459"/>
                  </a:cubicBezTo>
                  <a:cubicBezTo>
                    <a:pt x="26800" y="20249"/>
                    <a:pt x="26785" y="20025"/>
                    <a:pt x="26830" y="19755"/>
                  </a:cubicBezTo>
                  <a:cubicBezTo>
                    <a:pt x="26875" y="19590"/>
                    <a:pt x="26980" y="19425"/>
                    <a:pt x="26995" y="19245"/>
                  </a:cubicBezTo>
                  <a:cubicBezTo>
                    <a:pt x="27010" y="19020"/>
                    <a:pt x="26875" y="18795"/>
                    <a:pt x="26830" y="18570"/>
                  </a:cubicBezTo>
                  <a:cubicBezTo>
                    <a:pt x="26800" y="18390"/>
                    <a:pt x="26830" y="18210"/>
                    <a:pt x="26800" y="18045"/>
                  </a:cubicBezTo>
                  <a:cubicBezTo>
                    <a:pt x="26725" y="17670"/>
                    <a:pt x="26635" y="17296"/>
                    <a:pt x="26650" y="16920"/>
                  </a:cubicBezTo>
                  <a:cubicBezTo>
                    <a:pt x="26650" y="16620"/>
                    <a:pt x="26635" y="16350"/>
                    <a:pt x="26725" y="16066"/>
                  </a:cubicBezTo>
                  <a:cubicBezTo>
                    <a:pt x="26800" y="15766"/>
                    <a:pt x="26965" y="15526"/>
                    <a:pt x="27085" y="15256"/>
                  </a:cubicBezTo>
                  <a:cubicBezTo>
                    <a:pt x="27265" y="14850"/>
                    <a:pt x="27580" y="14341"/>
                    <a:pt x="27490" y="13876"/>
                  </a:cubicBezTo>
                  <a:cubicBezTo>
                    <a:pt x="27430" y="13531"/>
                    <a:pt x="27400" y="13186"/>
                    <a:pt x="27325" y="12841"/>
                  </a:cubicBezTo>
                  <a:cubicBezTo>
                    <a:pt x="27265" y="12527"/>
                    <a:pt x="27175" y="12257"/>
                    <a:pt x="27175" y="11941"/>
                  </a:cubicBezTo>
                  <a:cubicBezTo>
                    <a:pt x="27160" y="11581"/>
                    <a:pt x="26935" y="11221"/>
                    <a:pt x="26995" y="10847"/>
                  </a:cubicBezTo>
                  <a:cubicBezTo>
                    <a:pt x="27025" y="10697"/>
                    <a:pt x="27175" y="10561"/>
                    <a:pt x="27175" y="10411"/>
                  </a:cubicBezTo>
                  <a:cubicBezTo>
                    <a:pt x="27160" y="10337"/>
                    <a:pt x="27115" y="10261"/>
                    <a:pt x="27055" y="10201"/>
                  </a:cubicBezTo>
                  <a:cubicBezTo>
                    <a:pt x="26950" y="9991"/>
                    <a:pt x="26890" y="9781"/>
                    <a:pt x="26890" y="9541"/>
                  </a:cubicBezTo>
                  <a:cubicBezTo>
                    <a:pt x="26905" y="9317"/>
                    <a:pt x="26905" y="9092"/>
                    <a:pt x="26905" y="8867"/>
                  </a:cubicBezTo>
                  <a:cubicBezTo>
                    <a:pt x="26920" y="8762"/>
                    <a:pt x="26890" y="8672"/>
                    <a:pt x="26830" y="8597"/>
                  </a:cubicBezTo>
                  <a:cubicBezTo>
                    <a:pt x="26710" y="7877"/>
                    <a:pt x="26860" y="7112"/>
                    <a:pt x="27055" y="6422"/>
                  </a:cubicBezTo>
                  <a:cubicBezTo>
                    <a:pt x="27205" y="5868"/>
                    <a:pt x="27340" y="5508"/>
                    <a:pt x="27340" y="4968"/>
                  </a:cubicBezTo>
                  <a:cubicBezTo>
                    <a:pt x="27325" y="4578"/>
                    <a:pt x="27340" y="4188"/>
                    <a:pt x="27340" y="3783"/>
                  </a:cubicBezTo>
                  <a:cubicBezTo>
                    <a:pt x="27340" y="3333"/>
                    <a:pt x="27415" y="2883"/>
                    <a:pt x="27430" y="2418"/>
                  </a:cubicBezTo>
                  <a:cubicBezTo>
                    <a:pt x="27430" y="2029"/>
                    <a:pt x="27355" y="1669"/>
                    <a:pt x="27340" y="1279"/>
                  </a:cubicBezTo>
                  <a:cubicBezTo>
                    <a:pt x="27325" y="1083"/>
                    <a:pt x="27355" y="889"/>
                    <a:pt x="27325" y="679"/>
                  </a:cubicBezTo>
                  <a:cubicBezTo>
                    <a:pt x="27280" y="469"/>
                    <a:pt x="27250" y="319"/>
                    <a:pt x="27250" y="93"/>
                  </a:cubicBezTo>
                  <a:cubicBezTo>
                    <a:pt x="27250" y="92"/>
                    <a:pt x="27249" y="91"/>
                    <a:pt x="27248" y="91"/>
                  </a:cubicBezTo>
                  <a:cubicBezTo>
                    <a:pt x="27230" y="91"/>
                    <a:pt x="27080" y="290"/>
                    <a:pt x="27070" y="290"/>
                  </a:cubicBezTo>
                  <a:cubicBezTo>
                    <a:pt x="27070" y="290"/>
                    <a:pt x="27070" y="289"/>
                    <a:pt x="27070" y="289"/>
                  </a:cubicBezTo>
                  <a:cubicBezTo>
                    <a:pt x="27004" y="265"/>
                    <a:pt x="26922" y="257"/>
                    <a:pt x="26838" y="257"/>
                  </a:cubicBezTo>
                  <a:cubicBezTo>
                    <a:pt x="26714" y="257"/>
                    <a:pt x="26584" y="273"/>
                    <a:pt x="26486" y="273"/>
                  </a:cubicBezTo>
                  <a:cubicBezTo>
                    <a:pt x="26170" y="273"/>
                    <a:pt x="25900" y="243"/>
                    <a:pt x="25600" y="199"/>
                  </a:cubicBezTo>
                  <a:cubicBezTo>
                    <a:pt x="25550" y="191"/>
                    <a:pt x="25503" y="188"/>
                    <a:pt x="25456" y="188"/>
                  </a:cubicBezTo>
                  <a:cubicBezTo>
                    <a:pt x="25240" y="188"/>
                    <a:pt x="25056" y="261"/>
                    <a:pt x="24820" y="273"/>
                  </a:cubicBezTo>
                  <a:cubicBezTo>
                    <a:pt x="24660" y="278"/>
                    <a:pt x="24499" y="280"/>
                    <a:pt x="24336" y="280"/>
                  </a:cubicBezTo>
                  <a:cubicBezTo>
                    <a:pt x="24011" y="280"/>
                    <a:pt x="23681" y="273"/>
                    <a:pt x="23351" y="273"/>
                  </a:cubicBezTo>
                  <a:cubicBezTo>
                    <a:pt x="22886" y="273"/>
                    <a:pt x="22511" y="423"/>
                    <a:pt x="22076" y="513"/>
                  </a:cubicBezTo>
                  <a:cubicBezTo>
                    <a:pt x="21974" y="534"/>
                    <a:pt x="21874" y="542"/>
                    <a:pt x="21776" y="542"/>
                  </a:cubicBezTo>
                  <a:cubicBezTo>
                    <a:pt x="21446" y="542"/>
                    <a:pt x="21137" y="450"/>
                    <a:pt x="20801" y="439"/>
                  </a:cubicBezTo>
                  <a:cubicBezTo>
                    <a:pt x="20663" y="430"/>
                    <a:pt x="20516" y="421"/>
                    <a:pt x="20370" y="421"/>
                  </a:cubicBezTo>
                  <a:cubicBezTo>
                    <a:pt x="20261" y="421"/>
                    <a:pt x="20153" y="426"/>
                    <a:pt x="20051" y="439"/>
                  </a:cubicBezTo>
                  <a:cubicBezTo>
                    <a:pt x="19857" y="453"/>
                    <a:pt x="19661" y="529"/>
                    <a:pt x="19467" y="529"/>
                  </a:cubicBezTo>
                  <a:cubicBezTo>
                    <a:pt x="19440" y="530"/>
                    <a:pt x="19413" y="531"/>
                    <a:pt x="19387" y="531"/>
                  </a:cubicBezTo>
                  <a:cubicBezTo>
                    <a:pt x="19141" y="531"/>
                    <a:pt x="18888" y="473"/>
                    <a:pt x="18671" y="379"/>
                  </a:cubicBezTo>
                  <a:cubicBezTo>
                    <a:pt x="18581" y="333"/>
                    <a:pt x="18581" y="273"/>
                    <a:pt x="18491" y="259"/>
                  </a:cubicBezTo>
                  <a:cubicBezTo>
                    <a:pt x="18473" y="255"/>
                    <a:pt x="18453" y="254"/>
                    <a:pt x="18432" y="254"/>
                  </a:cubicBezTo>
                  <a:cubicBezTo>
                    <a:pt x="18281" y="254"/>
                    <a:pt x="18071" y="339"/>
                    <a:pt x="17952" y="379"/>
                  </a:cubicBezTo>
                  <a:cubicBezTo>
                    <a:pt x="17637" y="469"/>
                    <a:pt x="17322" y="513"/>
                    <a:pt x="16992" y="529"/>
                  </a:cubicBezTo>
                  <a:cubicBezTo>
                    <a:pt x="16849" y="533"/>
                    <a:pt x="16702" y="535"/>
                    <a:pt x="16554" y="535"/>
                  </a:cubicBezTo>
                  <a:cubicBezTo>
                    <a:pt x="16127" y="535"/>
                    <a:pt x="15687" y="512"/>
                    <a:pt x="15298" y="423"/>
                  </a:cubicBezTo>
                  <a:cubicBezTo>
                    <a:pt x="15118" y="379"/>
                    <a:pt x="15072" y="349"/>
                    <a:pt x="14892" y="349"/>
                  </a:cubicBezTo>
                  <a:cubicBezTo>
                    <a:pt x="14548" y="349"/>
                    <a:pt x="14188" y="363"/>
                    <a:pt x="13842" y="363"/>
                  </a:cubicBezTo>
                  <a:cubicBezTo>
                    <a:pt x="13692" y="363"/>
                    <a:pt x="13558" y="363"/>
                    <a:pt x="13422" y="333"/>
                  </a:cubicBezTo>
                  <a:cubicBezTo>
                    <a:pt x="13332" y="319"/>
                    <a:pt x="13258" y="273"/>
                    <a:pt x="13198" y="199"/>
                  </a:cubicBezTo>
                  <a:cubicBezTo>
                    <a:pt x="13124" y="175"/>
                    <a:pt x="13048" y="166"/>
                    <a:pt x="12973" y="166"/>
                  </a:cubicBezTo>
                  <a:cubicBezTo>
                    <a:pt x="12758" y="166"/>
                    <a:pt x="12542" y="240"/>
                    <a:pt x="12343" y="273"/>
                  </a:cubicBezTo>
                  <a:cubicBezTo>
                    <a:pt x="12343" y="289"/>
                    <a:pt x="12253" y="319"/>
                    <a:pt x="12253" y="333"/>
                  </a:cubicBezTo>
                  <a:cubicBezTo>
                    <a:pt x="11923" y="349"/>
                    <a:pt x="9869" y="363"/>
                    <a:pt x="9899" y="603"/>
                  </a:cubicBezTo>
                  <a:cubicBezTo>
                    <a:pt x="9850" y="621"/>
                    <a:pt x="9795" y="628"/>
                    <a:pt x="9738" y="628"/>
                  </a:cubicBezTo>
                  <a:cubicBezTo>
                    <a:pt x="9548" y="628"/>
                    <a:pt x="9324" y="552"/>
                    <a:pt x="9163" y="529"/>
                  </a:cubicBezTo>
                  <a:cubicBezTo>
                    <a:pt x="8459" y="453"/>
                    <a:pt x="7784" y="183"/>
                    <a:pt x="7094" y="79"/>
                  </a:cubicBezTo>
                  <a:cubicBezTo>
                    <a:pt x="6814" y="37"/>
                    <a:pt x="6539" y="1"/>
                    <a:pt x="6266" y="1"/>
                  </a:cubicBezTo>
                  <a:close/>
                </a:path>
              </a:pathLst>
            </a:custGeom>
            <a:solidFill>
              <a:srgbClr val="DAB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4"/>
            <p:cNvSpPr/>
            <p:nvPr/>
          </p:nvSpPr>
          <p:spPr>
            <a:xfrm>
              <a:off x="3166840" y="1789931"/>
              <a:ext cx="2802592" cy="2463992"/>
            </a:xfrm>
            <a:custGeom>
              <a:rect b="b" l="l" r="r" t="t"/>
              <a:pathLst>
                <a:path extrusionOk="0" h="24116" w="27430">
                  <a:moveTo>
                    <a:pt x="2280" y="300"/>
                  </a:moveTo>
                  <a:lnTo>
                    <a:pt x="2280" y="1786"/>
                  </a:lnTo>
                  <a:lnTo>
                    <a:pt x="795" y="1786"/>
                  </a:lnTo>
                  <a:lnTo>
                    <a:pt x="795" y="300"/>
                  </a:lnTo>
                  <a:close/>
                  <a:moveTo>
                    <a:pt x="3840" y="300"/>
                  </a:moveTo>
                  <a:lnTo>
                    <a:pt x="3840" y="1786"/>
                  </a:lnTo>
                  <a:lnTo>
                    <a:pt x="2370" y="1786"/>
                  </a:lnTo>
                  <a:lnTo>
                    <a:pt x="2370" y="300"/>
                  </a:lnTo>
                  <a:close/>
                  <a:moveTo>
                    <a:pt x="6974" y="300"/>
                  </a:moveTo>
                  <a:lnTo>
                    <a:pt x="6974" y="1786"/>
                  </a:lnTo>
                  <a:lnTo>
                    <a:pt x="5490" y="1786"/>
                  </a:lnTo>
                  <a:lnTo>
                    <a:pt x="5490" y="300"/>
                  </a:lnTo>
                  <a:close/>
                  <a:moveTo>
                    <a:pt x="13228" y="300"/>
                  </a:moveTo>
                  <a:lnTo>
                    <a:pt x="13228" y="1786"/>
                  </a:lnTo>
                  <a:lnTo>
                    <a:pt x="11758" y="1786"/>
                  </a:lnTo>
                  <a:lnTo>
                    <a:pt x="11758" y="300"/>
                  </a:lnTo>
                  <a:close/>
                  <a:moveTo>
                    <a:pt x="24190" y="300"/>
                  </a:moveTo>
                  <a:lnTo>
                    <a:pt x="24190" y="1786"/>
                  </a:lnTo>
                  <a:lnTo>
                    <a:pt x="22706" y="1786"/>
                  </a:lnTo>
                  <a:lnTo>
                    <a:pt x="22706" y="300"/>
                  </a:lnTo>
                  <a:close/>
                  <a:moveTo>
                    <a:pt x="25750" y="300"/>
                  </a:moveTo>
                  <a:lnTo>
                    <a:pt x="25750" y="1786"/>
                  </a:lnTo>
                  <a:lnTo>
                    <a:pt x="24266" y="1786"/>
                  </a:lnTo>
                  <a:lnTo>
                    <a:pt x="24266" y="300"/>
                  </a:lnTo>
                  <a:close/>
                  <a:moveTo>
                    <a:pt x="2280" y="1860"/>
                  </a:moveTo>
                  <a:lnTo>
                    <a:pt x="2280" y="3345"/>
                  </a:lnTo>
                  <a:lnTo>
                    <a:pt x="795" y="3345"/>
                  </a:lnTo>
                  <a:lnTo>
                    <a:pt x="795" y="1860"/>
                  </a:lnTo>
                  <a:close/>
                  <a:moveTo>
                    <a:pt x="3840" y="1860"/>
                  </a:moveTo>
                  <a:lnTo>
                    <a:pt x="3840" y="3345"/>
                  </a:lnTo>
                  <a:lnTo>
                    <a:pt x="2370" y="3345"/>
                  </a:lnTo>
                  <a:lnTo>
                    <a:pt x="2370" y="1860"/>
                  </a:lnTo>
                  <a:close/>
                  <a:moveTo>
                    <a:pt x="5414" y="1860"/>
                  </a:moveTo>
                  <a:lnTo>
                    <a:pt x="5414" y="3345"/>
                  </a:lnTo>
                  <a:lnTo>
                    <a:pt x="3930" y="3345"/>
                  </a:lnTo>
                  <a:lnTo>
                    <a:pt x="3930" y="1860"/>
                  </a:lnTo>
                  <a:close/>
                  <a:moveTo>
                    <a:pt x="6974" y="1860"/>
                  </a:moveTo>
                  <a:lnTo>
                    <a:pt x="6974" y="3345"/>
                  </a:lnTo>
                  <a:lnTo>
                    <a:pt x="5490" y="3345"/>
                  </a:lnTo>
                  <a:lnTo>
                    <a:pt x="5490" y="1860"/>
                  </a:lnTo>
                  <a:close/>
                  <a:moveTo>
                    <a:pt x="8533" y="1860"/>
                  </a:moveTo>
                  <a:lnTo>
                    <a:pt x="8533" y="3345"/>
                  </a:lnTo>
                  <a:lnTo>
                    <a:pt x="7064" y="3345"/>
                  </a:lnTo>
                  <a:lnTo>
                    <a:pt x="7064" y="1860"/>
                  </a:lnTo>
                  <a:close/>
                  <a:moveTo>
                    <a:pt x="10109" y="1860"/>
                  </a:moveTo>
                  <a:lnTo>
                    <a:pt x="10109" y="3345"/>
                  </a:lnTo>
                  <a:lnTo>
                    <a:pt x="8623" y="3345"/>
                  </a:lnTo>
                  <a:lnTo>
                    <a:pt x="8623" y="1860"/>
                  </a:lnTo>
                  <a:close/>
                  <a:moveTo>
                    <a:pt x="11668" y="1860"/>
                  </a:moveTo>
                  <a:lnTo>
                    <a:pt x="11668" y="3345"/>
                  </a:lnTo>
                  <a:lnTo>
                    <a:pt x="10183" y="3345"/>
                  </a:lnTo>
                  <a:lnTo>
                    <a:pt x="10183" y="1860"/>
                  </a:lnTo>
                  <a:close/>
                  <a:moveTo>
                    <a:pt x="13228" y="1860"/>
                  </a:moveTo>
                  <a:lnTo>
                    <a:pt x="13228" y="3345"/>
                  </a:lnTo>
                  <a:lnTo>
                    <a:pt x="11758" y="3345"/>
                  </a:lnTo>
                  <a:lnTo>
                    <a:pt x="11758" y="1860"/>
                  </a:lnTo>
                  <a:close/>
                  <a:moveTo>
                    <a:pt x="14802" y="1860"/>
                  </a:moveTo>
                  <a:lnTo>
                    <a:pt x="14802" y="3345"/>
                  </a:lnTo>
                  <a:lnTo>
                    <a:pt x="13318" y="3345"/>
                  </a:lnTo>
                  <a:lnTo>
                    <a:pt x="13318" y="1860"/>
                  </a:lnTo>
                  <a:close/>
                  <a:moveTo>
                    <a:pt x="16362" y="1860"/>
                  </a:moveTo>
                  <a:lnTo>
                    <a:pt x="16362" y="3345"/>
                  </a:lnTo>
                  <a:lnTo>
                    <a:pt x="14878" y="3345"/>
                  </a:lnTo>
                  <a:lnTo>
                    <a:pt x="14878" y="1860"/>
                  </a:lnTo>
                  <a:close/>
                  <a:moveTo>
                    <a:pt x="17922" y="1860"/>
                  </a:moveTo>
                  <a:lnTo>
                    <a:pt x="17922" y="3345"/>
                  </a:lnTo>
                  <a:lnTo>
                    <a:pt x="16452" y="3345"/>
                  </a:lnTo>
                  <a:lnTo>
                    <a:pt x="16452" y="1860"/>
                  </a:lnTo>
                  <a:close/>
                  <a:moveTo>
                    <a:pt x="19497" y="1860"/>
                  </a:moveTo>
                  <a:lnTo>
                    <a:pt x="19497" y="3345"/>
                  </a:lnTo>
                  <a:lnTo>
                    <a:pt x="18012" y="3345"/>
                  </a:lnTo>
                  <a:lnTo>
                    <a:pt x="18012" y="1860"/>
                  </a:lnTo>
                  <a:close/>
                  <a:moveTo>
                    <a:pt x="21057" y="1860"/>
                  </a:moveTo>
                  <a:lnTo>
                    <a:pt x="21057" y="3345"/>
                  </a:lnTo>
                  <a:lnTo>
                    <a:pt x="19571" y="3345"/>
                  </a:lnTo>
                  <a:lnTo>
                    <a:pt x="19571" y="1860"/>
                  </a:lnTo>
                  <a:close/>
                  <a:moveTo>
                    <a:pt x="22616" y="1860"/>
                  </a:moveTo>
                  <a:lnTo>
                    <a:pt x="22616" y="3345"/>
                  </a:lnTo>
                  <a:lnTo>
                    <a:pt x="21147" y="3345"/>
                  </a:lnTo>
                  <a:lnTo>
                    <a:pt x="21147" y="1860"/>
                  </a:lnTo>
                  <a:close/>
                  <a:moveTo>
                    <a:pt x="24190" y="1860"/>
                  </a:moveTo>
                  <a:lnTo>
                    <a:pt x="24190" y="3345"/>
                  </a:lnTo>
                  <a:lnTo>
                    <a:pt x="22706" y="3345"/>
                  </a:lnTo>
                  <a:lnTo>
                    <a:pt x="22706" y="1860"/>
                  </a:lnTo>
                  <a:close/>
                  <a:moveTo>
                    <a:pt x="25750" y="1860"/>
                  </a:moveTo>
                  <a:lnTo>
                    <a:pt x="25750" y="3345"/>
                  </a:lnTo>
                  <a:lnTo>
                    <a:pt x="24266" y="3345"/>
                  </a:lnTo>
                  <a:lnTo>
                    <a:pt x="24266" y="1860"/>
                  </a:lnTo>
                  <a:close/>
                  <a:moveTo>
                    <a:pt x="27310" y="1860"/>
                  </a:moveTo>
                  <a:lnTo>
                    <a:pt x="27310" y="3345"/>
                  </a:lnTo>
                  <a:lnTo>
                    <a:pt x="25840" y="3345"/>
                  </a:lnTo>
                  <a:lnTo>
                    <a:pt x="25840" y="1860"/>
                  </a:lnTo>
                  <a:close/>
                  <a:moveTo>
                    <a:pt x="3840" y="3435"/>
                  </a:moveTo>
                  <a:lnTo>
                    <a:pt x="3840" y="4905"/>
                  </a:lnTo>
                  <a:lnTo>
                    <a:pt x="2370" y="4905"/>
                  </a:lnTo>
                  <a:lnTo>
                    <a:pt x="2370" y="3435"/>
                  </a:lnTo>
                  <a:close/>
                  <a:moveTo>
                    <a:pt x="5414" y="3435"/>
                  </a:moveTo>
                  <a:lnTo>
                    <a:pt x="5414" y="4905"/>
                  </a:lnTo>
                  <a:lnTo>
                    <a:pt x="3930" y="4905"/>
                  </a:lnTo>
                  <a:lnTo>
                    <a:pt x="3930" y="3435"/>
                  </a:lnTo>
                  <a:close/>
                  <a:moveTo>
                    <a:pt x="6974" y="3435"/>
                  </a:moveTo>
                  <a:lnTo>
                    <a:pt x="6974" y="4905"/>
                  </a:lnTo>
                  <a:lnTo>
                    <a:pt x="5490" y="4905"/>
                  </a:lnTo>
                  <a:lnTo>
                    <a:pt x="5490" y="3435"/>
                  </a:lnTo>
                  <a:close/>
                  <a:moveTo>
                    <a:pt x="8533" y="3435"/>
                  </a:moveTo>
                  <a:lnTo>
                    <a:pt x="8533" y="4905"/>
                  </a:lnTo>
                  <a:lnTo>
                    <a:pt x="7064" y="4905"/>
                  </a:lnTo>
                  <a:lnTo>
                    <a:pt x="7064" y="3435"/>
                  </a:lnTo>
                  <a:close/>
                  <a:moveTo>
                    <a:pt x="10109" y="3435"/>
                  </a:moveTo>
                  <a:lnTo>
                    <a:pt x="10109" y="4905"/>
                  </a:lnTo>
                  <a:lnTo>
                    <a:pt x="8623" y="4905"/>
                  </a:lnTo>
                  <a:lnTo>
                    <a:pt x="8623" y="3435"/>
                  </a:lnTo>
                  <a:close/>
                  <a:moveTo>
                    <a:pt x="11668" y="3435"/>
                  </a:moveTo>
                  <a:lnTo>
                    <a:pt x="11668" y="4905"/>
                  </a:lnTo>
                  <a:lnTo>
                    <a:pt x="10183" y="4905"/>
                  </a:lnTo>
                  <a:lnTo>
                    <a:pt x="10183" y="3435"/>
                  </a:lnTo>
                  <a:close/>
                  <a:moveTo>
                    <a:pt x="13228" y="3435"/>
                  </a:moveTo>
                  <a:lnTo>
                    <a:pt x="13228" y="4905"/>
                  </a:lnTo>
                  <a:lnTo>
                    <a:pt x="11758" y="4905"/>
                  </a:lnTo>
                  <a:lnTo>
                    <a:pt x="11758" y="3435"/>
                  </a:lnTo>
                  <a:close/>
                  <a:moveTo>
                    <a:pt x="14802" y="3435"/>
                  </a:moveTo>
                  <a:lnTo>
                    <a:pt x="14802" y="4905"/>
                  </a:lnTo>
                  <a:lnTo>
                    <a:pt x="13318" y="4905"/>
                  </a:lnTo>
                  <a:lnTo>
                    <a:pt x="13318" y="3435"/>
                  </a:lnTo>
                  <a:close/>
                  <a:moveTo>
                    <a:pt x="16362" y="3435"/>
                  </a:moveTo>
                  <a:lnTo>
                    <a:pt x="16362" y="4905"/>
                  </a:lnTo>
                  <a:lnTo>
                    <a:pt x="14878" y="4905"/>
                  </a:lnTo>
                  <a:lnTo>
                    <a:pt x="14878" y="3435"/>
                  </a:lnTo>
                  <a:close/>
                  <a:moveTo>
                    <a:pt x="17922" y="3435"/>
                  </a:moveTo>
                  <a:lnTo>
                    <a:pt x="17922" y="4905"/>
                  </a:lnTo>
                  <a:lnTo>
                    <a:pt x="16452" y="4905"/>
                  </a:lnTo>
                  <a:lnTo>
                    <a:pt x="16452" y="3435"/>
                  </a:lnTo>
                  <a:close/>
                  <a:moveTo>
                    <a:pt x="19497" y="3435"/>
                  </a:moveTo>
                  <a:lnTo>
                    <a:pt x="19497" y="4905"/>
                  </a:lnTo>
                  <a:lnTo>
                    <a:pt x="18012" y="4905"/>
                  </a:lnTo>
                  <a:lnTo>
                    <a:pt x="18012" y="3435"/>
                  </a:lnTo>
                  <a:close/>
                  <a:moveTo>
                    <a:pt x="21057" y="3435"/>
                  </a:moveTo>
                  <a:lnTo>
                    <a:pt x="21057" y="4905"/>
                  </a:lnTo>
                  <a:lnTo>
                    <a:pt x="19571" y="4905"/>
                  </a:lnTo>
                  <a:lnTo>
                    <a:pt x="19571" y="3435"/>
                  </a:lnTo>
                  <a:close/>
                  <a:moveTo>
                    <a:pt x="22616" y="3435"/>
                  </a:moveTo>
                  <a:lnTo>
                    <a:pt x="22616" y="4905"/>
                  </a:lnTo>
                  <a:lnTo>
                    <a:pt x="21147" y="4905"/>
                  </a:lnTo>
                  <a:lnTo>
                    <a:pt x="21147" y="3435"/>
                  </a:lnTo>
                  <a:close/>
                  <a:moveTo>
                    <a:pt x="24190" y="3435"/>
                  </a:moveTo>
                  <a:lnTo>
                    <a:pt x="24190" y="4905"/>
                  </a:lnTo>
                  <a:lnTo>
                    <a:pt x="22706" y="4905"/>
                  </a:lnTo>
                  <a:lnTo>
                    <a:pt x="22706" y="3435"/>
                  </a:lnTo>
                  <a:close/>
                  <a:moveTo>
                    <a:pt x="25750" y="3435"/>
                  </a:moveTo>
                  <a:lnTo>
                    <a:pt x="25750" y="4905"/>
                  </a:lnTo>
                  <a:lnTo>
                    <a:pt x="24266" y="4905"/>
                  </a:lnTo>
                  <a:lnTo>
                    <a:pt x="24266" y="3435"/>
                  </a:lnTo>
                  <a:close/>
                  <a:moveTo>
                    <a:pt x="3840" y="4995"/>
                  </a:moveTo>
                  <a:lnTo>
                    <a:pt x="3840" y="6479"/>
                  </a:lnTo>
                  <a:lnTo>
                    <a:pt x="2370" y="6479"/>
                  </a:lnTo>
                  <a:lnTo>
                    <a:pt x="2370" y="4995"/>
                  </a:lnTo>
                  <a:close/>
                  <a:moveTo>
                    <a:pt x="5414" y="4995"/>
                  </a:moveTo>
                  <a:lnTo>
                    <a:pt x="5414" y="6479"/>
                  </a:lnTo>
                  <a:lnTo>
                    <a:pt x="3930" y="6479"/>
                  </a:lnTo>
                  <a:lnTo>
                    <a:pt x="3930" y="4995"/>
                  </a:lnTo>
                  <a:close/>
                  <a:moveTo>
                    <a:pt x="6974" y="4995"/>
                  </a:moveTo>
                  <a:lnTo>
                    <a:pt x="6974" y="6479"/>
                  </a:lnTo>
                  <a:lnTo>
                    <a:pt x="5490" y="6479"/>
                  </a:lnTo>
                  <a:lnTo>
                    <a:pt x="5490" y="4995"/>
                  </a:lnTo>
                  <a:close/>
                  <a:moveTo>
                    <a:pt x="8533" y="4995"/>
                  </a:moveTo>
                  <a:lnTo>
                    <a:pt x="8533" y="6479"/>
                  </a:lnTo>
                  <a:lnTo>
                    <a:pt x="7064" y="6479"/>
                  </a:lnTo>
                  <a:lnTo>
                    <a:pt x="7064" y="4995"/>
                  </a:lnTo>
                  <a:close/>
                  <a:moveTo>
                    <a:pt x="10109" y="4995"/>
                  </a:moveTo>
                  <a:lnTo>
                    <a:pt x="10109" y="6479"/>
                  </a:lnTo>
                  <a:lnTo>
                    <a:pt x="8623" y="6479"/>
                  </a:lnTo>
                  <a:lnTo>
                    <a:pt x="8623" y="4995"/>
                  </a:lnTo>
                  <a:close/>
                  <a:moveTo>
                    <a:pt x="11668" y="4995"/>
                  </a:moveTo>
                  <a:lnTo>
                    <a:pt x="11668" y="6479"/>
                  </a:lnTo>
                  <a:lnTo>
                    <a:pt x="10183" y="6479"/>
                  </a:lnTo>
                  <a:lnTo>
                    <a:pt x="10183" y="4995"/>
                  </a:lnTo>
                  <a:close/>
                  <a:moveTo>
                    <a:pt x="13228" y="4995"/>
                  </a:moveTo>
                  <a:lnTo>
                    <a:pt x="13228" y="6479"/>
                  </a:lnTo>
                  <a:lnTo>
                    <a:pt x="11758" y="6479"/>
                  </a:lnTo>
                  <a:lnTo>
                    <a:pt x="11758" y="4995"/>
                  </a:lnTo>
                  <a:close/>
                  <a:moveTo>
                    <a:pt x="14802" y="4995"/>
                  </a:moveTo>
                  <a:lnTo>
                    <a:pt x="14802" y="6479"/>
                  </a:lnTo>
                  <a:lnTo>
                    <a:pt x="13318" y="6479"/>
                  </a:lnTo>
                  <a:lnTo>
                    <a:pt x="13318" y="4995"/>
                  </a:lnTo>
                  <a:close/>
                  <a:moveTo>
                    <a:pt x="16362" y="4995"/>
                  </a:moveTo>
                  <a:lnTo>
                    <a:pt x="16362" y="6479"/>
                  </a:lnTo>
                  <a:lnTo>
                    <a:pt x="14878" y="6479"/>
                  </a:lnTo>
                  <a:lnTo>
                    <a:pt x="14878" y="4995"/>
                  </a:lnTo>
                  <a:close/>
                  <a:moveTo>
                    <a:pt x="17922" y="4995"/>
                  </a:moveTo>
                  <a:lnTo>
                    <a:pt x="17922" y="6479"/>
                  </a:lnTo>
                  <a:lnTo>
                    <a:pt x="16452" y="6479"/>
                  </a:lnTo>
                  <a:lnTo>
                    <a:pt x="16452" y="4995"/>
                  </a:lnTo>
                  <a:close/>
                  <a:moveTo>
                    <a:pt x="19497" y="4995"/>
                  </a:moveTo>
                  <a:lnTo>
                    <a:pt x="19497" y="6479"/>
                  </a:lnTo>
                  <a:lnTo>
                    <a:pt x="18012" y="6479"/>
                  </a:lnTo>
                  <a:lnTo>
                    <a:pt x="18012" y="4995"/>
                  </a:lnTo>
                  <a:close/>
                  <a:moveTo>
                    <a:pt x="21057" y="4995"/>
                  </a:moveTo>
                  <a:lnTo>
                    <a:pt x="21057" y="6479"/>
                  </a:lnTo>
                  <a:lnTo>
                    <a:pt x="19571" y="6479"/>
                  </a:lnTo>
                  <a:lnTo>
                    <a:pt x="19571" y="4995"/>
                  </a:lnTo>
                  <a:close/>
                  <a:moveTo>
                    <a:pt x="22616" y="4995"/>
                  </a:moveTo>
                  <a:lnTo>
                    <a:pt x="22616" y="6479"/>
                  </a:lnTo>
                  <a:lnTo>
                    <a:pt x="21147" y="6479"/>
                  </a:lnTo>
                  <a:lnTo>
                    <a:pt x="21147" y="4995"/>
                  </a:lnTo>
                  <a:close/>
                  <a:moveTo>
                    <a:pt x="24190" y="4995"/>
                  </a:moveTo>
                  <a:lnTo>
                    <a:pt x="24190" y="6479"/>
                  </a:lnTo>
                  <a:lnTo>
                    <a:pt x="22706" y="6479"/>
                  </a:lnTo>
                  <a:lnTo>
                    <a:pt x="22706" y="4995"/>
                  </a:lnTo>
                  <a:close/>
                  <a:moveTo>
                    <a:pt x="25750" y="4995"/>
                  </a:moveTo>
                  <a:lnTo>
                    <a:pt x="25750" y="6479"/>
                  </a:lnTo>
                  <a:lnTo>
                    <a:pt x="24266" y="6479"/>
                  </a:lnTo>
                  <a:lnTo>
                    <a:pt x="24266" y="4995"/>
                  </a:lnTo>
                  <a:close/>
                  <a:moveTo>
                    <a:pt x="3840" y="6555"/>
                  </a:moveTo>
                  <a:lnTo>
                    <a:pt x="3840" y="8039"/>
                  </a:lnTo>
                  <a:lnTo>
                    <a:pt x="2370" y="8039"/>
                  </a:lnTo>
                  <a:lnTo>
                    <a:pt x="2370" y="6555"/>
                  </a:lnTo>
                  <a:close/>
                  <a:moveTo>
                    <a:pt x="5414" y="6555"/>
                  </a:moveTo>
                  <a:lnTo>
                    <a:pt x="5414" y="8039"/>
                  </a:lnTo>
                  <a:lnTo>
                    <a:pt x="3930" y="8039"/>
                  </a:lnTo>
                  <a:lnTo>
                    <a:pt x="3930" y="6555"/>
                  </a:lnTo>
                  <a:close/>
                  <a:moveTo>
                    <a:pt x="6974" y="6555"/>
                  </a:moveTo>
                  <a:lnTo>
                    <a:pt x="6974" y="8039"/>
                  </a:lnTo>
                  <a:lnTo>
                    <a:pt x="5490" y="8039"/>
                  </a:lnTo>
                  <a:lnTo>
                    <a:pt x="5490" y="6555"/>
                  </a:lnTo>
                  <a:close/>
                  <a:moveTo>
                    <a:pt x="8533" y="6555"/>
                  </a:moveTo>
                  <a:lnTo>
                    <a:pt x="8533" y="8039"/>
                  </a:lnTo>
                  <a:lnTo>
                    <a:pt x="7064" y="8039"/>
                  </a:lnTo>
                  <a:lnTo>
                    <a:pt x="7064" y="6555"/>
                  </a:lnTo>
                  <a:close/>
                  <a:moveTo>
                    <a:pt x="10109" y="6555"/>
                  </a:moveTo>
                  <a:lnTo>
                    <a:pt x="10109" y="8039"/>
                  </a:lnTo>
                  <a:lnTo>
                    <a:pt x="8623" y="8039"/>
                  </a:lnTo>
                  <a:lnTo>
                    <a:pt x="8623" y="6555"/>
                  </a:lnTo>
                  <a:close/>
                  <a:moveTo>
                    <a:pt x="11668" y="6555"/>
                  </a:moveTo>
                  <a:lnTo>
                    <a:pt x="11668" y="8039"/>
                  </a:lnTo>
                  <a:lnTo>
                    <a:pt x="10183" y="8039"/>
                  </a:lnTo>
                  <a:lnTo>
                    <a:pt x="10183" y="6555"/>
                  </a:lnTo>
                  <a:close/>
                  <a:moveTo>
                    <a:pt x="13228" y="6555"/>
                  </a:moveTo>
                  <a:lnTo>
                    <a:pt x="13228" y="8039"/>
                  </a:lnTo>
                  <a:lnTo>
                    <a:pt x="11758" y="8039"/>
                  </a:lnTo>
                  <a:lnTo>
                    <a:pt x="11758" y="6555"/>
                  </a:lnTo>
                  <a:close/>
                  <a:moveTo>
                    <a:pt x="14802" y="6555"/>
                  </a:moveTo>
                  <a:lnTo>
                    <a:pt x="14802" y="8039"/>
                  </a:lnTo>
                  <a:lnTo>
                    <a:pt x="13318" y="8039"/>
                  </a:lnTo>
                  <a:lnTo>
                    <a:pt x="13318" y="6555"/>
                  </a:lnTo>
                  <a:close/>
                  <a:moveTo>
                    <a:pt x="16362" y="6555"/>
                  </a:moveTo>
                  <a:lnTo>
                    <a:pt x="16362" y="8039"/>
                  </a:lnTo>
                  <a:lnTo>
                    <a:pt x="14878" y="8039"/>
                  </a:lnTo>
                  <a:lnTo>
                    <a:pt x="14878" y="6555"/>
                  </a:lnTo>
                  <a:close/>
                  <a:moveTo>
                    <a:pt x="17922" y="6555"/>
                  </a:moveTo>
                  <a:lnTo>
                    <a:pt x="17922" y="8039"/>
                  </a:lnTo>
                  <a:lnTo>
                    <a:pt x="16452" y="8039"/>
                  </a:lnTo>
                  <a:lnTo>
                    <a:pt x="16452" y="6555"/>
                  </a:lnTo>
                  <a:close/>
                  <a:moveTo>
                    <a:pt x="19497" y="6555"/>
                  </a:moveTo>
                  <a:lnTo>
                    <a:pt x="19497" y="8039"/>
                  </a:lnTo>
                  <a:lnTo>
                    <a:pt x="18012" y="8039"/>
                  </a:lnTo>
                  <a:lnTo>
                    <a:pt x="18012" y="6555"/>
                  </a:lnTo>
                  <a:close/>
                  <a:moveTo>
                    <a:pt x="21057" y="6555"/>
                  </a:moveTo>
                  <a:lnTo>
                    <a:pt x="21057" y="8039"/>
                  </a:lnTo>
                  <a:lnTo>
                    <a:pt x="19571" y="8039"/>
                  </a:lnTo>
                  <a:lnTo>
                    <a:pt x="19571" y="6555"/>
                  </a:lnTo>
                  <a:close/>
                  <a:moveTo>
                    <a:pt x="22616" y="6555"/>
                  </a:moveTo>
                  <a:lnTo>
                    <a:pt x="22616" y="8039"/>
                  </a:lnTo>
                  <a:lnTo>
                    <a:pt x="21147" y="8039"/>
                  </a:lnTo>
                  <a:lnTo>
                    <a:pt x="21147" y="6555"/>
                  </a:lnTo>
                  <a:close/>
                  <a:moveTo>
                    <a:pt x="24190" y="6555"/>
                  </a:moveTo>
                  <a:lnTo>
                    <a:pt x="24190" y="8039"/>
                  </a:lnTo>
                  <a:lnTo>
                    <a:pt x="22706" y="8039"/>
                  </a:lnTo>
                  <a:lnTo>
                    <a:pt x="22706" y="6555"/>
                  </a:lnTo>
                  <a:close/>
                  <a:moveTo>
                    <a:pt x="25750" y="6555"/>
                  </a:moveTo>
                  <a:lnTo>
                    <a:pt x="25750" y="8039"/>
                  </a:lnTo>
                  <a:lnTo>
                    <a:pt x="24266" y="8039"/>
                  </a:lnTo>
                  <a:lnTo>
                    <a:pt x="24266" y="6555"/>
                  </a:lnTo>
                  <a:close/>
                  <a:moveTo>
                    <a:pt x="2280" y="8129"/>
                  </a:moveTo>
                  <a:lnTo>
                    <a:pt x="2280" y="9598"/>
                  </a:lnTo>
                  <a:lnTo>
                    <a:pt x="795" y="9598"/>
                  </a:lnTo>
                  <a:lnTo>
                    <a:pt x="795" y="8129"/>
                  </a:lnTo>
                  <a:close/>
                  <a:moveTo>
                    <a:pt x="3840" y="8129"/>
                  </a:moveTo>
                  <a:lnTo>
                    <a:pt x="3840" y="9598"/>
                  </a:lnTo>
                  <a:lnTo>
                    <a:pt x="2370" y="9598"/>
                  </a:lnTo>
                  <a:lnTo>
                    <a:pt x="2370" y="8129"/>
                  </a:lnTo>
                  <a:close/>
                  <a:moveTo>
                    <a:pt x="5414" y="8129"/>
                  </a:moveTo>
                  <a:lnTo>
                    <a:pt x="5414" y="9598"/>
                  </a:lnTo>
                  <a:lnTo>
                    <a:pt x="3930" y="9598"/>
                  </a:lnTo>
                  <a:lnTo>
                    <a:pt x="3930" y="8129"/>
                  </a:lnTo>
                  <a:close/>
                  <a:moveTo>
                    <a:pt x="6974" y="8129"/>
                  </a:moveTo>
                  <a:lnTo>
                    <a:pt x="6974" y="9598"/>
                  </a:lnTo>
                  <a:lnTo>
                    <a:pt x="5490" y="9598"/>
                  </a:lnTo>
                  <a:lnTo>
                    <a:pt x="5490" y="8129"/>
                  </a:lnTo>
                  <a:close/>
                  <a:moveTo>
                    <a:pt x="8533" y="8129"/>
                  </a:moveTo>
                  <a:lnTo>
                    <a:pt x="8533" y="9598"/>
                  </a:lnTo>
                  <a:lnTo>
                    <a:pt x="7064" y="9598"/>
                  </a:lnTo>
                  <a:lnTo>
                    <a:pt x="7064" y="8129"/>
                  </a:lnTo>
                  <a:close/>
                  <a:moveTo>
                    <a:pt x="10109" y="8129"/>
                  </a:moveTo>
                  <a:lnTo>
                    <a:pt x="10109" y="9598"/>
                  </a:lnTo>
                  <a:lnTo>
                    <a:pt x="8623" y="9598"/>
                  </a:lnTo>
                  <a:lnTo>
                    <a:pt x="8623" y="8129"/>
                  </a:lnTo>
                  <a:close/>
                  <a:moveTo>
                    <a:pt x="11668" y="8129"/>
                  </a:moveTo>
                  <a:lnTo>
                    <a:pt x="11668" y="9598"/>
                  </a:lnTo>
                  <a:lnTo>
                    <a:pt x="10183" y="9598"/>
                  </a:lnTo>
                  <a:lnTo>
                    <a:pt x="10183" y="8129"/>
                  </a:lnTo>
                  <a:close/>
                  <a:moveTo>
                    <a:pt x="13228" y="8129"/>
                  </a:moveTo>
                  <a:lnTo>
                    <a:pt x="13228" y="9598"/>
                  </a:lnTo>
                  <a:lnTo>
                    <a:pt x="11758" y="9598"/>
                  </a:lnTo>
                  <a:lnTo>
                    <a:pt x="11758" y="8129"/>
                  </a:lnTo>
                  <a:close/>
                  <a:moveTo>
                    <a:pt x="14802" y="8129"/>
                  </a:moveTo>
                  <a:lnTo>
                    <a:pt x="14802" y="9598"/>
                  </a:lnTo>
                  <a:lnTo>
                    <a:pt x="13318" y="9598"/>
                  </a:lnTo>
                  <a:lnTo>
                    <a:pt x="13318" y="8129"/>
                  </a:lnTo>
                  <a:close/>
                  <a:moveTo>
                    <a:pt x="16362" y="8129"/>
                  </a:moveTo>
                  <a:lnTo>
                    <a:pt x="16362" y="9598"/>
                  </a:lnTo>
                  <a:lnTo>
                    <a:pt x="14878" y="9598"/>
                  </a:lnTo>
                  <a:lnTo>
                    <a:pt x="14878" y="8129"/>
                  </a:lnTo>
                  <a:close/>
                  <a:moveTo>
                    <a:pt x="17922" y="8129"/>
                  </a:moveTo>
                  <a:lnTo>
                    <a:pt x="17922" y="9598"/>
                  </a:lnTo>
                  <a:lnTo>
                    <a:pt x="16452" y="9598"/>
                  </a:lnTo>
                  <a:lnTo>
                    <a:pt x="16452" y="8129"/>
                  </a:lnTo>
                  <a:close/>
                  <a:moveTo>
                    <a:pt x="19497" y="8129"/>
                  </a:moveTo>
                  <a:lnTo>
                    <a:pt x="19497" y="9598"/>
                  </a:lnTo>
                  <a:lnTo>
                    <a:pt x="18012" y="9598"/>
                  </a:lnTo>
                  <a:lnTo>
                    <a:pt x="18012" y="8129"/>
                  </a:lnTo>
                  <a:close/>
                  <a:moveTo>
                    <a:pt x="21057" y="8129"/>
                  </a:moveTo>
                  <a:lnTo>
                    <a:pt x="21057" y="9598"/>
                  </a:lnTo>
                  <a:lnTo>
                    <a:pt x="19571" y="9598"/>
                  </a:lnTo>
                  <a:lnTo>
                    <a:pt x="19571" y="8129"/>
                  </a:lnTo>
                  <a:close/>
                  <a:moveTo>
                    <a:pt x="22616" y="8129"/>
                  </a:moveTo>
                  <a:lnTo>
                    <a:pt x="22616" y="9598"/>
                  </a:lnTo>
                  <a:lnTo>
                    <a:pt x="21147" y="9598"/>
                  </a:lnTo>
                  <a:lnTo>
                    <a:pt x="21147" y="8129"/>
                  </a:lnTo>
                  <a:close/>
                  <a:moveTo>
                    <a:pt x="24190" y="8129"/>
                  </a:moveTo>
                  <a:lnTo>
                    <a:pt x="24190" y="9598"/>
                  </a:lnTo>
                  <a:lnTo>
                    <a:pt x="22706" y="9598"/>
                  </a:lnTo>
                  <a:lnTo>
                    <a:pt x="22706" y="8129"/>
                  </a:lnTo>
                  <a:close/>
                  <a:moveTo>
                    <a:pt x="25750" y="8129"/>
                  </a:moveTo>
                  <a:lnTo>
                    <a:pt x="25750" y="9598"/>
                  </a:lnTo>
                  <a:lnTo>
                    <a:pt x="24266" y="9598"/>
                  </a:lnTo>
                  <a:lnTo>
                    <a:pt x="24266" y="8129"/>
                  </a:lnTo>
                  <a:close/>
                  <a:moveTo>
                    <a:pt x="2280" y="9688"/>
                  </a:moveTo>
                  <a:lnTo>
                    <a:pt x="2280" y="11174"/>
                  </a:lnTo>
                  <a:lnTo>
                    <a:pt x="795" y="11174"/>
                  </a:lnTo>
                  <a:lnTo>
                    <a:pt x="795" y="9688"/>
                  </a:lnTo>
                  <a:close/>
                  <a:moveTo>
                    <a:pt x="3840" y="9688"/>
                  </a:moveTo>
                  <a:lnTo>
                    <a:pt x="3840" y="11174"/>
                  </a:lnTo>
                  <a:lnTo>
                    <a:pt x="2370" y="11174"/>
                  </a:lnTo>
                  <a:lnTo>
                    <a:pt x="2370" y="9688"/>
                  </a:lnTo>
                  <a:close/>
                  <a:moveTo>
                    <a:pt x="5414" y="9688"/>
                  </a:moveTo>
                  <a:lnTo>
                    <a:pt x="5414" y="11174"/>
                  </a:lnTo>
                  <a:lnTo>
                    <a:pt x="3930" y="11174"/>
                  </a:lnTo>
                  <a:lnTo>
                    <a:pt x="3930" y="9688"/>
                  </a:lnTo>
                  <a:close/>
                  <a:moveTo>
                    <a:pt x="6974" y="9688"/>
                  </a:moveTo>
                  <a:lnTo>
                    <a:pt x="6974" y="11174"/>
                  </a:lnTo>
                  <a:lnTo>
                    <a:pt x="5490" y="11174"/>
                  </a:lnTo>
                  <a:lnTo>
                    <a:pt x="5490" y="9688"/>
                  </a:lnTo>
                  <a:close/>
                  <a:moveTo>
                    <a:pt x="8533" y="9688"/>
                  </a:moveTo>
                  <a:lnTo>
                    <a:pt x="8533" y="11174"/>
                  </a:lnTo>
                  <a:lnTo>
                    <a:pt x="7064" y="11174"/>
                  </a:lnTo>
                  <a:lnTo>
                    <a:pt x="7064" y="9688"/>
                  </a:lnTo>
                  <a:close/>
                  <a:moveTo>
                    <a:pt x="10109" y="9688"/>
                  </a:moveTo>
                  <a:lnTo>
                    <a:pt x="10109" y="11174"/>
                  </a:lnTo>
                  <a:lnTo>
                    <a:pt x="8623" y="11174"/>
                  </a:lnTo>
                  <a:lnTo>
                    <a:pt x="8623" y="9688"/>
                  </a:lnTo>
                  <a:close/>
                  <a:moveTo>
                    <a:pt x="11668" y="9688"/>
                  </a:moveTo>
                  <a:lnTo>
                    <a:pt x="11668" y="11174"/>
                  </a:lnTo>
                  <a:lnTo>
                    <a:pt x="10183" y="11174"/>
                  </a:lnTo>
                  <a:lnTo>
                    <a:pt x="10183" y="9688"/>
                  </a:lnTo>
                  <a:close/>
                  <a:moveTo>
                    <a:pt x="13228" y="9688"/>
                  </a:moveTo>
                  <a:lnTo>
                    <a:pt x="13228" y="11174"/>
                  </a:lnTo>
                  <a:lnTo>
                    <a:pt x="11758" y="11174"/>
                  </a:lnTo>
                  <a:lnTo>
                    <a:pt x="11758" y="9688"/>
                  </a:lnTo>
                  <a:close/>
                  <a:moveTo>
                    <a:pt x="14802" y="9688"/>
                  </a:moveTo>
                  <a:lnTo>
                    <a:pt x="14802" y="11174"/>
                  </a:lnTo>
                  <a:lnTo>
                    <a:pt x="13318" y="11174"/>
                  </a:lnTo>
                  <a:lnTo>
                    <a:pt x="13318" y="9688"/>
                  </a:lnTo>
                  <a:close/>
                  <a:moveTo>
                    <a:pt x="16362" y="9688"/>
                  </a:moveTo>
                  <a:lnTo>
                    <a:pt x="16362" y="11174"/>
                  </a:lnTo>
                  <a:lnTo>
                    <a:pt x="14878" y="11174"/>
                  </a:lnTo>
                  <a:lnTo>
                    <a:pt x="14878" y="9688"/>
                  </a:lnTo>
                  <a:close/>
                  <a:moveTo>
                    <a:pt x="17922" y="9688"/>
                  </a:moveTo>
                  <a:lnTo>
                    <a:pt x="17922" y="11174"/>
                  </a:lnTo>
                  <a:lnTo>
                    <a:pt x="16452" y="11174"/>
                  </a:lnTo>
                  <a:lnTo>
                    <a:pt x="16452" y="9688"/>
                  </a:lnTo>
                  <a:close/>
                  <a:moveTo>
                    <a:pt x="19497" y="9688"/>
                  </a:moveTo>
                  <a:lnTo>
                    <a:pt x="19497" y="11174"/>
                  </a:lnTo>
                  <a:lnTo>
                    <a:pt x="18012" y="11174"/>
                  </a:lnTo>
                  <a:lnTo>
                    <a:pt x="18012" y="9688"/>
                  </a:lnTo>
                  <a:close/>
                  <a:moveTo>
                    <a:pt x="21057" y="9688"/>
                  </a:moveTo>
                  <a:lnTo>
                    <a:pt x="21057" y="11174"/>
                  </a:lnTo>
                  <a:lnTo>
                    <a:pt x="19571" y="11174"/>
                  </a:lnTo>
                  <a:lnTo>
                    <a:pt x="19571" y="9688"/>
                  </a:lnTo>
                  <a:close/>
                  <a:moveTo>
                    <a:pt x="22616" y="9688"/>
                  </a:moveTo>
                  <a:lnTo>
                    <a:pt x="22616" y="11174"/>
                  </a:lnTo>
                  <a:lnTo>
                    <a:pt x="21147" y="11174"/>
                  </a:lnTo>
                  <a:lnTo>
                    <a:pt x="21147" y="9688"/>
                  </a:lnTo>
                  <a:close/>
                  <a:moveTo>
                    <a:pt x="24190" y="9688"/>
                  </a:moveTo>
                  <a:lnTo>
                    <a:pt x="24190" y="11174"/>
                  </a:lnTo>
                  <a:lnTo>
                    <a:pt x="22706" y="11174"/>
                  </a:lnTo>
                  <a:lnTo>
                    <a:pt x="22706" y="9688"/>
                  </a:lnTo>
                  <a:close/>
                  <a:moveTo>
                    <a:pt x="25750" y="9688"/>
                  </a:moveTo>
                  <a:lnTo>
                    <a:pt x="25750" y="11174"/>
                  </a:lnTo>
                  <a:lnTo>
                    <a:pt x="24266" y="11174"/>
                  </a:lnTo>
                  <a:lnTo>
                    <a:pt x="24266" y="9688"/>
                  </a:lnTo>
                  <a:close/>
                  <a:moveTo>
                    <a:pt x="795" y="12192"/>
                  </a:moveTo>
                  <a:lnTo>
                    <a:pt x="795" y="12401"/>
                  </a:lnTo>
                  <a:lnTo>
                    <a:pt x="795" y="12401"/>
                  </a:lnTo>
                  <a:cubicBezTo>
                    <a:pt x="796" y="12332"/>
                    <a:pt x="797" y="12262"/>
                    <a:pt x="795" y="12192"/>
                  </a:cubicBezTo>
                  <a:close/>
                  <a:moveTo>
                    <a:pt x="795" y="12401"/>
                  </a:moveTo>
                  <a:cubicBezTo>
                    <a:pt x="793" y="12504"/>
                    <a:pt x="790" y="12606"/>
                    <a:pt x="795" y="12703"/>
                  </a:cubicBezTo>
                  <a:lnTo>
                    <a:pt x="795" y="12401"/>
                  </a:lnTo>
                  <a:close/>
                  <a:moveTo>
                    <a:pt x="3840" y="11248"/>
                  </a:moveTo>
                  <a:lnTo>
                    <a:pt x="3840" y="12733"/>
                  </a:lnTo>
                  <a:lnTo>
                    <a:pt x="2370" y="12733"/>
                  </a:lnTo>
                  <a:lnTo>
                    <a:pt x="2370" y="11248"/>
                  </a:lnTo>
                  <a:close/>
                  <a:moveTo>
                    <a:pt x="5414" y="11248"/>
                  </a:moveTo>
                  <a:lnTo>
                    <a:pt x="5414" y="12733"/>
                  </a:lnTo>
                  <a:lnTo>
                    <a:pt x="3930" y="12733"/>
                  </a:lnTo>
                  <a:lnTo>
                    <a:pt x="3930" y="11248"/>
                  </a:lnTo>
                  <a:close/>
                  <a:moveTo>
                    <a:pt x="6974" y="11248"/>
                  </a:moveTo>
                  <a:lnTo>
                    <a:pt x="6974" y="12733"/>
                  </a:lnTo>
                  <a:lnTo>
                    <a:pt x="5490" y="12733"/>
                  </a:lnTo>
                  <a:lnTo>
                    <a:pt x="5490" y="11248"/>
                  </a:lnTo>
                  <a:close/>
                  <a:moveTo>
                    <a:pt x="8533" y="11248"/>
                  </a:moveTo>
                  <a:lnTo>
                    <a:pt x="8533" y="12733"/>
                  </a:lnTo>
                  <a:lnTo>
                    <a:pt x="7064" y="12733"/>
                  </a:lnTo>
                  <a:lnTo>
                    <a:pt x="7064" y="11248"/>
                  </a:lnTo>
                  <a:close/>
                  <a:moveTo>
                    <a:pt x="10109" y="11248"/>
                  </a:moveTo>
                  <a:lnTo>
                    <a:pt x="10109" y="12733"/>
                  </a:lnTo>
                  <a:lnTo>
                    <a:pt x="8623" y="12733"/>
                  </a:lnTo>
                  <a:lnTo>
                    <a:pt x="8623" y="11248"/>
                  </a:lnTo>
                  <a:close/>
                  <a:moveTo>
                    <a:pt x="11668" y="11248"/>
                  </a:moveTo>
                  <a:lnTo>
                    <a:pt x="11668" y="12733"/>
                  </a:lnTo>
                  <a:lnTo>
                    <a:pt x="10183" y="12733"/>
                  </a:lnTo>
                  <a:lnTo>
                    <a:pt x="10183" y="11248"/>
                  </a:lnTo>
                  <a:close/>
                  <a:moveTo>
                    <a:pt x="13228" y="11248"/>
                  </a:moveTo>
                  <a:lnTo>
                    <a:pt x="13228" y="12733"/>
                  </a:lnTo>
                  <a:lnTo>
                    <a:pt x="11758" y="12733"/>
                  </a:lnTo>
                  <a:lnTo>
                    <a:pt x="11758" y="11248"/>
                  </a:lnTo>
                  <a:close/>
                  <a:moveTo>
                    <a:pt x="14802" y="11248"/>
                  </a:moveTo>
                  <a:lnTo>
                    <a:pt x="14802" y="12733"/>
                  </a:lnTo>
                  <a:lnTo>
                    <a:pt x="13318" y="12733"/>
                  </a:lnTo>
                  <a:lnTo>
                    <a:pt x="13318" y="11248"/>
                  </a:lnTo>
                  <a:close/>
                  <a:moveTo>
                    <a:pt x="16362" y="11248"/>
                  </a:moveTo>
                  <a:lnTo>
                    <a:pt x="16362" y="12733"/>
                  </a:lnTo>
                  <a:lnTo>
                    <a:pt x="14878" y="12733"/>
                  </a:lnTo>
                  <a:lnTo>
                    <a:pt x="14878" y="11248"/>
                  </a:lnTo>
                  <a:close/>
                  <a:moveTo>
                    <a:pt x="17922" y="11248"/>
                  </a:moveTo>
                  <a:lnTo>
                    <a:pt x="17922" y="12733"/>
                  </a:lnTo>
                  <a:lnTo>
                    <a:pt x="16452" y="12733"/>
                  </a:lnTo>
                  <a:lnTo>
                    <a:pt x="16452" y="11248"/>
                  </a:lnTo>
                  <a:close/>
                  <a:moveTo>
                    <a:pt x="19497" y="11248"/>
                  </a:moveTo>
                  <a:lnTo>
                    <a:pt x="19497" y="12733"/>
                  </a:lnTo>
                  <a:lnTo>
                    <a:pt x="18012" y="12733"/>
                  </a:lnTo>
                  <a:lnTo>
                    <a:pt x="18012" y="11248"/>
                  </a:lnTo>
                  <a:close/>
                  <a:moveTo>
                    <a:pt x="21057" y="11248"/>
                  </a:moveTo>
                  <a:lnTo>
                    <a:pt x="21057" y="12733"/>
                  </a:lnTo>
                  <a:lnTo>
                    <a:pt x="19571" y="12733"/>
                  </a:lnTo>
                  <a:lnTo>
                    <a:pt x="19571" y="11248"/>
                  </a:lnTo>
                  <a:close/>
                  <a:moveTo>
                    <a:pt x="22616" y="11248"/>
                  </a:moveTo>
                  <a:lnTo>
                    <a:pt x="22616" y="12733"/>
                  </a:lnTo>
                  <a:lnTo>
                    <a:pt x="21147" y="12733"/>
                  </a:lnTo>
                  <a:lnTo>
                    <a:pt x="21147" y="11248"/>
                  </a:lnTo>
                  <a:close/>
                  <a:moveTo>
                    <a:pt x="24190" y="11248"/>
                  </a:moveTo>
                  <a:lnTo>
                    <a:pt x="24190" y="12733"/>
                  </a:lnTo>
                  <a:lnTo>
                    <a:pt x="22706" y="12733"/>
                  </a:lnTo>
                  <a:lnTo>
                    <a:pt x="22706" y="11248"/>
                  </a:lnTo>
                  <a:close/>
                  <a:moveTo>
                    <a:pt x="25750" y="11248"/>
                  </a:moveTo>
                  <a:lnTo>
                    <a:pt x="25750" y="12733"/>
                  </a:lnTo>
                  <a:lnTo>
                    <a:pt x="24266" y="12733"/>
                  </a:lnTo>
                  <a:lnTo>
                    <a:pt x="24266" y="11248"/>
                  </a:lnTo>
                  <a:close/>
                  <a:moveTo>
                    <a:pt x="3840" y="12823"/>
                  </a:moveTo>
                  <a:lnTo>
                    <a:pt x="3840" y="14293"/>
                  </a:lnTo>
                  <a:lnTo>
                    <a:pt x="2370" y="14293"/>
                  </a:lnTo>
                  <a:lnTo>
                    <a:pt x="2370" y="12823"/>
                  </a:lnTo>
                  <a:close/>
                  <a:moveTo>
                    <a:pt x="5414" y="12823"/>
                  </a:moveTo>
                  <a:lnTo>
                    <a:pt x="5414" y="14293"/>
                  </a:lnTo>
                  <a:lnTo>
                    <a:pt x="3930" y="14293"/>
                  </a:lnTo>
                  <a:lnTo>
                    <a:pt x="3930" y="12823"/>
                  </a:lnTo>
                  <a:close/>
                  <a:moveTo>
                    <a:pt x="6974" y="12823"/>
                  </a:moveTo>
                  <a:lnTo>
                    <a:pt x="6974" y="14293"/>
                  </a:lnTo>
                  <a:lnTo>
                    <a:pt x="5490" y="14293"/>
                  </a:lnTo>
                  <a:lnTo>
                    <a:pt x="5490" y="12823"/>
                  </a:lnTo>
                  <a:close/>
                  <a:moveTo>
                    <a:pt x="8533" y="12823"/>
                  </a:moveTo>
                  <a:lnTo>
                    <a:pt x="8533" y="14293"/>
                  </a:lnTo>
                  <a:lnTo>
                    <a:pt x="7064" y="14293"/>
                  </a:lnTo>
                  <a:lnTo>
                    <a:pt x="7064" y="12823"/>
                  </a:lnTo>
                  <a:close/>
                  <a:moveTo>
                    <a:pt x="10109" y="12823"/>
                  </a:moveTo>
                  <a:lnTo>
                    <a:pt x="10109" y="14293"/>
                  </a:lnTo>
                  <a:lnTo>
                    <a:pt x="8623" y="14293"/>
                  </a:lnTo>
                  <a:lnTo>
                    <a:pt x="8623" y="12823"/>
                  </a:lnTo>
                  <a:close/>
                  <a:moveTo>
                    <a:pt x="11668" y="12823"/>
                  </a:moveTo>
                  <a:lnTo>
                    <a:pt x="11668" y="14293"/>
                  </a:lnTo>
                  <a:lnTo>
                    <a:pt x="10183" y="14293"/>
                  </a:lnTo>
                  <a:lnTo>
                    <a:pt x="10183" y="12823"/>
                  </a:lnTo>
                  <a:close/>
                  <a:moveTo>
                    <a:pt x="13228" y="12823"/>
                  </a:moveTo>
                  <a:lnTo>
                    <a:pt x="13228" y="14293"/>
                  </a:lnTo>
                  <a:lnTo>
                    <a:pt x="11758" y="14293"/>
                  </a:lnTo>
                  <a:lnTo>
                    <a:pt x="11758" y="12823"/>
                  </a:lnTo>
                  <a:close/>
                  <a:moveTo>
                    <a:pt x="14802" y="12823"/>
                  </a:moveTo>
                  <a:lnTo>
                    <a:pt x="14802" y="14293"/>
                  </a:lnTo>
                  <a:lnTo>
                    <a:pt x="13318" y="14293"/>
                  </a:lnTo>
                  <a:lnTo>
                    <a:pt x="13318" y="12823"/>
                  </a:lnTo>
                  <a:close/>
                  <a:moveTo>
                    <a:pt x="16362" y="12823"/>
                  </a:moveTo>
                  <a:lnTo>
                    <a:pt x="16362" y="14293"/>
                  </a:lnTo>
                  <a:lnTo>
                    <a:pt x="14878" y="14293"/>
                  </a:lnTo>
                  <a:lnTo>
                    <a:pt x="14878" y="12823"/>
                  </a:lnTo>
                  <a:close/>
                  <a:moveTo>
                    <a:pt x="17922" y="12823"/>
                  </a:moveTo>
                  <a:lnTo>
                    <a:pt x="17922" y="14293"/>
                  </a:lnTo>
                  <a:lnTo>
                    <a:pt x="16452" y="14293"/>
                  </a:lnTo>
                  <a:lnTo>
                    <a:pt x="16452" y="12823"/>
                  </a:lnTo>
                  <a:close/>
                  <a:moveTo>
                    <a:pt x="19497" y="12823"/>
                  </a:moveTo>
                  <a:lnTo>
                    <a:pt x="19497" y="14293"/>
                  </a:lnTo>
                  <a:lnTo>
                    <a:pt x="18012" y="14293"/>
                  </a:lnTo>
                  <a:lnTo>
                    <a:pt x="18012" y="12823"/>
                  </a:lnTo>
                  <a:close/>
                  <a:moveTo>
                    <a:pt x="21057" y="12823"/>
                  </a:moveTo>
                  <a:lnTo>
                    <a:pt x="21057" y="14293"/>
                  </a:lnTo>
                  <a:lnTo>
                    <a:pt x="19571" y="14293"/>
                  </a:lnTo>
                  <a:lnTo>
                    <a:pt x="19571" y="12823"/>
                  </a:lnTo>
                  <a:close/>
                  <a:moveTo>
                    <a:pt x="22616" y="12823"/>
                  </a:moveTo>
                  <a:lnTo>
                    <a:pt x="22616" y="14293"/>
                  </a:lnTo>
                  <a:lnTo>
                    <a:pt x="21147" y="14293"/>
                  </a:lnTo>
                  <a:lnTo>
                    <a:pt x="21147" y="12823"/>
                  </a:lnTo>
                  <a:close/>
                  <a:moveTo>
                    <a:pt x="24190" y="12823"/>
                  </a:moveTo>
                  <a:lnTo>
                    <a:pt x="24190" y="14293"/>
                  </a:lnTo>
                  <a:lnTo>
                    <a:pt x="22706" y="14293"/>
                  </a:lnTo>
                  <a:lnTo>
                    <a:pt x="22706" y="12823"/>
                  </a:lnTo>
                  <a:close/>
                  <a:moveTo>
                    <a:pt x="25750" y="12823"/>
                  </a:moveTo>
                  <a:lnTo>
                    <a:pt x="25750" y="14293"/>
                  </a:lnTo>
                  <a:lnTo>
                    <a:pt x="24266" y="14293"/>
                  </a:lnTo>
                  <a:lnTo>
                    <a:pt x="24266" y="12823"/>
                  </a:lnTo>
                  <a:close/>
                  <a:moveTo>
                    <a:pt x="2280" y="14383"/>
                  </a:moveTo>
                  <a:lnTo>
                    <a:pt x="2280" y="15867"/>
                  </a:lnTo>
                  <a:lnTo>
                    <a:pt x="795" y="15867"/>
                  </a:lnTo>
                  <a:lnTo>
                    <a:pt x="795" y="14383"/>
                  </a:lnTo>
                  <a:close/>
                  <a:moveTo>
                    <a:pt x="3840" y="14383"/>
                  </a:moveTo>
                  <a:lnTo>
                    <a:pt x="3840" y="15867"/>
                  </a:lnTo>
                  <a:lnTo>
                    <a:pt x="2370" y="15867"/>
                  </a:lnTo>
                  <a:lnTo>
                    <a:pt x="2370" y="14383"/>
                  </a:lnTo>
                  <a:close/>
                  <a:moveTo>
                    <a:pt x="5414" y="14383"/>
                  </a:moveTo>
                  <a:lnTo>
                    <a:pt x="5414" y="15867"/>
                  </a:lnTo>
                  <a:lnTo>
                    <a:pt x="3930" y="15867"/>
                  </a:lnTo>
                  <a:lnTo>
                    <a:pt x="3930" y="14383"/>
                  </a:lnTo>
                  <a:close/>
                  <a:moveTo>
                    <a:pt x="6974" y="14383"/>
                  </a:moveTo>
                  <a:lnTo>
                    <a:pt x="6974" y="15867"/>
                  </a:lnTo>
                  <a:lnTo>
                    <a:pt x="5490" y="15867"/>
                  </a:lnTo>
                  <a:lnTo>
                    <a:pt x="5490" y="14383"/>
                  </a:lnTo>
                  <a:close/>
                  <a:moveTo>
                    <a:pt x="8533" y="14383"/>
                  </a:moveTo>
                  <a:lnTo>
                    <a:pt x="8533" y="15867"/>
                  </a:lnTo>
                  <a:lnTo>
                    <a:pt x="7064" y="15867"/>
                  </a:lnTo>
                  <a:lnTo>
                    <a:pt x="7064" y="14383"/>
                  </a:lnTo>
                  <a:close/>
                  <a:moveTo>
                    <a:pt x="10109" y="14383"/>
                  </a:moveTo>
                  <a:lnTo>
                    <a:pt x="10109" y="15867"/>
                  </a:lnTo>
                  <a:lnTo>
                    <a:pt x="8623" y="15867"/>
                  </a:lnTo>
                  <a:lnTo>
                    <a:pt x="8623" y="14383"/>
                  </a:lnTo>
                  <a:close/>
                  <a:moveTo>
                    <a:pt x="11668" y="14383"/>
                  </a:moveTo>
                  <a:lnTo>
                    <a:pt x="11668" y="15867"/>
                  </a:lnTo>
                  <a:lnTo>
                    <a:pt x="10183" y="15867"/>
                  </a:lnTo>
                  <a:lnTo>
                    <a:pt x="10183" y="14383"/>
                  </a:lnTo>
                  <a:close/>
                  <a:moveTo>
                    <a:pt x="13228" y="14383"/>
                  </a:moveTo>
                  <a:lnTo>
                    <a:pt x="13228" y="15867"/>
                  </a:lnTo>
                  <a:lnTo>
                    <a:pt x="11758" y="15867"/>
                  </a:lnTo>
                  <a:lnTo>
                    <a:pt x="11758" y="14383"/>
                  </a:lnTo>
                  <a:close/>
                  <a:moveTo>
                    <a:pt x="14802" y="14383"/>
                  </a:moveTo>
                  <a:lnTo>
                    <a:pt x="14802" y="15867"/>
                  </a:lnTo>
                  <a:lnTo>
                    <a:pt x="13318" y="15867"/>
                  </a:lnTo>
                  <a:lnTo>
                    <a:pt x="13318" y="14383"/>
                  </a:lnTo>
                  <a:close/>
                  <a:moveTo>
                    <a:pt x="16362" y="14383"/>
                  </a:moveTo>
                  <a:lnTo>
                    <a:pt x="16362" y="15867"/>
                  </a:lnTo>
                  <a:lnTo>
                    <a:pt x="14878" y="15867"/>
                  </a:lnTo>
                  <a:lnTo>
                    <a:pt x="14878" y="14383"/>
                  </a:lnTo>
                  <a:close/>
                  <a:moveTo>
                    <a:pt x="17922" y="14383"/>
                  </a:moveTo>
                  <a:lnTo>
                    <a:pt x="17922" y="15867"/>
                  </a:lnTo>
                  <a:lnTo>
                    <a:pt x="16452" y="15867"/>
                  </a:lnTo>
                  <a:lnTo>
                    <a:pt x="16452" y="14383"/>
                  </a:lnTo>
                  <a:close/>
                  <a:moveTo>
                    <a:pt x="19497" y="14383"/>
                  </a:moveTo>
                  <a:lnTo>
                    <a:pt x="19497" y="15867"/>
                  </a:lnTo>
                  <a:lnTo>
                    <a:pt x="18012" y="15867"/>
                  </a:lnTo>
                  <a:lnTo>
                    <a:pt x="18012" y="14383"/>
                  </a:lnTo>
                  <a:close/>
                  <a:moveTo>
                    <a:pt x="21057" y="14383"/>
                  </a:moveTo>
                  <a:lnTo>
                    <a:pt x="21057" y="15867"/>
                  </a:lnTo>
                  <a:lnTo>
                    <a:pt x="19571" y="15867"/>
                  </a:lnTo>
                  <a:lnTo>
                    <a:pt x="19571" y="14383"/>
                  </a:lnTo>
                  <a:close/>
                  <a:moveTo>
                    <a:pt x="22616" y="14383"/>
                  </a:moveTo>
                  <a:lnTo>
                    <a:pt x="22616" y="15867"/>
                  </a:lnTo>
                  <a:lnTo>
                    <a:pt x="21147" y="15867"/>
                  </a:lnTo>
                  <a:lnTo>
                    <a:pt x="21147" y="14383"/>
                  </a:lnTo>
                  <a:close/>
                  <a:moveTo>
                    <a:pt x="24190" y="14383"/>
                  </a:moveTo>
                  <a:lnTo>
                    <a:pt x="24190" y="15867"/>
                  </a:lnTo>
                  <a:lnTo>
                    <a:pt x="22706" y="15867"/>
                  </a:lnTo>
                  <a:lnTo>
                    <a:pt x="22706" y="14383"/>
                  </a:lnTo>
                  <a:close/>
                  <a:moveTo>
                    <a:pt x="25750" y="14383"/>
                  </a:moveTo>
                  <a:lnTo>
                    <a:pt x="25750" y="15867"/>
                  </a:lnTo>
                  <a:lnTo>
                    <a:pt x="24266" y="15867"/>
                  </a:lnTo>
                  <a:lnTo>
                    <a:pt x="24266" y="14383"/>
                  </a:lnTo>
                  <a:close/>
                  <a:moveTo>
                    <a:pt x="2280" y="15943"/>
                  </a:moveTo>
                  <a:lnTo>
                    <a:pt x="2280" y="17427"/>
                  </a:lnTo>
                  <a:lnTo>
                    <a:pt x="795" y="17427"/>
                  </a:lnTo>
                  <a:lnTo>
                    <a:pt x="795" y="15943"/>
                  </a:lnTo>
                  <a:close/>
                  <a:moveTo>
                    <a:pt x="3840" y="15943"/>
                  </a:moveTo>
                  <a:lnTo>
                    <a:pt x="3840" y="17427"/>
                  </a:lnTo>
                  <a:lnTo>
                    <a:pt x="2370" y="17427"/>
                  </a:lnTo>
                  <a:lnTo>
                    <a:pt x="2370" y="15943"/>
                  </a:lnTo>
                  <a:close/>
                  <a:moveTo>
                    <a:pt x="5414" y="15943"/>
                  </a:moveTo>
                  <a:lnTo>
                    <a:pt x="5414" y="17427"/>
                  </a:lnTo>
                  <a:lnTo>
                    <a:pt x="3930" y="17427"/>
                  </a:lnTo>
                  <a:lnTo>
                    <a:pt x="3930" y="15943"/>
                  </a:lnTo>
                  <a:close/>
                  <a:moveTo>
                    <a:pt x="6974" y="15943"/>
                  </a:moveTo>
                  <a:lnTo>
                    <a:pt x="6974" y="17427"/>
                  </a:lnTo>
                  <a:lnTo>
                    <a:pt x="5490" y="17427"/>
                  </a:lnTo>
                  <a:lnTo>
                    <a:pt x="5490" y="15943"/>
                  </a:lnTo>
                  <a:close/>
                  <a:moveTo>
                    <a:pt x="8533" y="15943"/>
                  </a:moveTo>
                  <a:lnTo>
                    <a:pt x="8533" y="17427"/>
                  </a:lnTo>
                  <a:lnTo>
                    <a:pt x="7064" y="17427"/>
                  </a:lnTo>
                  <a:lnTo>
                    <a:pt x="7064" y="15943"/>
                  </a:lnTo>
                  <a:close/>
                  <a:moveTo>
                    <a:pt x="10109" y="15943"/>
                  </a:moveTo>
                  <a:lnTo>
                    <a:pt x="10109" y="17427"/>
                  </a:lnTo>
                  <a:lnTo>
                    <a:pt x="8623" y="17427"/>
                  </a:lnTo>
                  <a:lnTo>
                    <a:pt x="8623" y="15943"/>
                  </a:lnTo>
                  <a:close/>
                  <a:moveTo>
                    <a:pt x="11668" y="15943"/>
                  </a:moveTo>
                  <a:lnTo>
                    <a:pt x="11668" y="17427"/>
                  </a:lnTo>
                  <a:lnTo>
                    <a:pt x="10183" y="17427"/>
                  </a:lnTo>
                  <a:lnTo>
                    <a:pt x="10183" y="15943"/>
                  </a:lnTo>
                  <a:close/>
                  <a:moveTo>
                    <a:pt x="13228" y="15943"/>
                  </a:moveTo>
                  <a:lnTo>
                    <a:pt x="13228" y="17427"/>
                  </a:lnTo>
                  <a:lnTo>
                    <a:pt x="11758" y="17427"/>
                  </a:lnTo>
                  <a:lnTo>
                    <a:pt x="11758" y="15943"/>
                  </a:lnTo>
                  <a:close/>
                  <a:moveTo>
                    <a:pt x="14802" y="15943"/>
                  </a:moveTo>
                  <a:lnTo>
                    <a:pt x="14802" y="17427"/>
                  </a:lnTo>
                  <a:lnTo>
                    <a:pt x="13318" y="17427"/>
                  </a:lnTo>
                  <a:lnTo>
                    <a:pt x="13318" y="15943"/>
                  </a:lnTo>
                  <a:close/>
                  <a:moveTo>
                    <a:pt x="16362" y="15943"/>
                  </a:moveTo>
                  <a:lnTo>
                    <a:pt x="16362" y="17427"/>
                  </a:lnTo>
                  <a:lnTo>
                    <a:pt x="14878" y="17427"/>
                  </a:lnTo>
                  <a:lnTo>
                    <a:pt x="14878" y="15943"/>
                  </a:lnTo>
                  <a:close/>
                  <a:moveTo>
                    <a:pt x="17922" y="15943"/>
                  </a:moveTo>
                  <a:lnTo>
                    <a:pt x="17922" y="17427"/>
                  </a:lnTo>
                  <a:lnTo>
                    <a:pt x="16452" y="17427"/>
                  </a:lnTo>
                  <a:lnTo>
                    <a:pt x="16452" y="15943"/>
                  </a:lnTo>
                  <a:close/>
                  <a:moveTo>
                    <a:pt x="19497" y="15943"/>
                  </a:moveTo>
                  <a:lnTo>
                    <a:pt x="19497" y="17427"/>
                  </a:lnTo>
                  <a:lnTo>
                    <a:pt x="18012" y="17427"/>
                  </a:lnTo>
                  <a:lnTo>
                    <a:pt x="18012" y="15943"/>
                  </a:lnTo>
                  <a:close/>
                  <a:moveTo>
                    <a:pt x="21057" y="15943"/>
                  </a:moveTo>
                  <a:lnTo>
                    <a:pt x="21057" y="17427"/>
                  </a:lnTo>
                  <a:lnTo>
                    <a:pt x="19571" y="17427"/>
                  </a:lnTo>
                  <a:lnTo>
                    <a:pt x="19571" y="15943"/>
                  </a:lnTo>
                  <a:close/>
                  <a:moveTo>
                    <a:pt x="22616" y="15943"/>
                  </a:moveTo>
                  <a:lnTo>
                    <a:pt x="22616" y="17427"/>
                  </a:lnTo>
                  <a:lnTo>
                    <a:pt x="21147" y="17427"/>
                  </a:lnTo>
                  <a:lnTo>
                    <a:pt x="21147" y="15943"/>
                  </a:lnTo>
                  <a:close/>
                  <a:moveTo>
                    <a:pt x="24190" y="15943"/>
                  </a:moveTo>
                  <a:lnTo>
                    <a:pt x="24190" y="17427"/>
                  </a:lnTo>
                  <a:lnTo>
                    <a:pt x="22706" y="17427"/>
                  </a:lnTo>
                  <a:lnTo>
                    <a:pt x="22706" y="15943"/>
                  </a:lnTo>
                  <a:close/>
                  <a:moveTo>
                    <a:pt x="25750" y="15943"/>
                  </a:moveTo>
                  <a:lnTo>
                    <a:pt x="25750" y="17427"/>
                  </a:lnTo>
                  <a:lnTo>
                    <a:pt x="24266" y="17427"/>
                  </a:lnTo>
                  <a:lnTo>
                    <a:pt x="24266" y="15943"/>
                  </a:lnTo>
                  <a:close/>
                  <a:moveTo>
                    <a:pt x="2280" y="17517"/>
                  </a:moveTo>
                  <a:lnTo>
                    <a:pt x="2280" y="18987"/>
                  </a:lnTo>
                  <a:lnTo>
                    <a:pt x="795" y="18987"/>
                  </a:lnTo>
                  <a:lnTo>
                    <a:pt x="795" y="17517"/>
                  </a:lnTo>
                  <a:close/>
                  <a:moveTo>
                    <a:pt x="3840" y="17517"/>
                  </a:moveTo>
                  <a:lnTo>
                    <a:pt x="3840" y="18987"/>
                  </a:lnTo>
                  <a:lnTo>
                    <a:pt x="2370" y="18987"/>
                  </a:lnTo>
                  <a:lnTo>
                    <a:pt x="2370" y="17517"/>
                  </a:lnTo>
                  <a:close/>
                  <a:moveTo>
                    <a:pt x="5414" y="17517"/>
                  </a:moveTo>
                  <a:lnTo>
                    <a:pt x="5414" y="18987"/>
                  </a:lnTo>
                  <a:lnTo>
                    <a:pt x="3930" y="18987"/>
                  </a:lnTo>
                  <a:lnTo>
                    <a:pt x="3930" y="17517"/>
                  </a:lnTo>
                  <a:close/>
                  <a:moveTo>
                    <a:pt x="6974" y="17517"/>
                  </a:moveTo>
                  <a:lnTo>
                    <a:pt x="6974" y="18987"/>
                  </a:lnTo>
                  <a:lnTo>
                    <a:pt x="5490" y="18987"/>
                  </a:lnTo>
                  <a:lnTo>
                    <a:pt x="5490" y="17517"/>
                  </a:lnTo>
                  <a:close/>
                  <a:moveTo>
                    <a:pt x="8533" y="17517"/>
                  </a:moveTo>
                  <a:lnTo>
                    <a:pt x="8533" y="18987"/>
                  </a:lnTo>
                  <a:lnTo>
                    <a:pt x="7064" y="18987"/>
                  </a:lnTo>
                  <a:lnTo>
                    <a:pt x="7064" y="17517"/>
                  </a:lnTo>
                  <a:close/>
                  <a:moveTo>
                    <a:pt x="10109" y="17517"/>
                  </a:moveTo>
                  <a:lnTo>
                    <a:pt x="10109" y="18987"/>
                  </a:lnTo>
                  <a:lnTo>
                    <a:pt x="8623" y="18987"/>
                  </a:lnTo>
                  <a:lnTo>
                    <a:pt x="8623" y="17517"/>
                  </a:lnTo>
                  <a:close/>
                  <a:moveTo>
                    <a:pt x="11668" y="17517"/>
                  </a:moveTo>
                  <a:lnTo>
                    <a:pt x="11668" y="18987"/>
                  </a:lnTo>
                  <a:lnTo>
                    <a:pt x="10183" y="18987"/>
                  </a:lnTo>
                  <a:lnTo>
                    <a:pt x="10183" y="17517"/>
                  </a:lnTo>
                  <a:close/>
                  <a:moveTo>
                    <a:pt x="13228" y="17517"/>
                  </a:moveTo>
                  <a:lnTo>
                    <a:pt x="13228" y="18987"/>
                  </a:lnTo>
                  <a:lnTo>
                    <a:pt x="11758" y="18987"/>
                  </a:lnTo>
                  <a:lnTo>
                    <a:pt x="11758" y="17517"/>
                  </a:lnTo>
                  <a:close/>
                  <a:moveTo>
                    <a:pt x="14802" y="17517"/>
                  </a:moveTo>
                  <a:lnTo>
                    <a:pt x="14802" y="18987"/>
                  </a:lnTo>
                  <a:lnTo>
                    <a:pt x="13318" y="18987"/>
                  </a:lnTo>
                  <a:lnTo>
                    <a:pt x="13318" y="17517"/>
                  </a:lnTo>
                  <a:close/>
                  <a:moveTo>
                    <a:pt x="16362" y="17517"/>
                  </a:moveTo>
                  <a:lnTo>
                    <a:pt x="16362" y="18987"/>
                  </a:lnTo>
                  <a:lnTo>
                    <a:pt x="14878" y="18987"/>
                  </a:lnTo>
                  <a:lnTo>
                    <a:pt x="14878" y="17517"/>
                  </a:lnTo>
                  <a:close/>
                  <a:moveTo>
                    <a:pt x="17922" y="17517"/>
                  </a:moveTo>
                  <a:lnTo>
                    <a:pt x="17922" y="18987"/>
                  </a:lnTo>
                  <a:lnTo>
                    <a:pt x="16452" y="18987"/>
                  </a:lnTo>
                  <a:lnTo>
                    <a:pt x="16452" y="17517"/>
                  </a:lnTo>
                  <a:close/>
                  <a:moveTo>
                    <a:pt x="19497" y="17517"/>
                  </a:moveTo>
                  <a:lnTo>
                    <a:pt x="19497" y="18987"/>
                  </a:lnTo>
                  <a:lnTo>
                    <a:pt x="18012" y="18987"/>
                  </a:lnTo>
                  <a:lnTo>
                    <a:pt x="18012" y="17517"/>
                  </a:lnTo>
                  <a:close/>
                  <a:moveTo>
                    <a:pt x="21057" y="17517"/>
                  </a:moveTo>
                  <a:lnTo>
                    <a:pt x="21057" y="18987"/>
                  </a:lnTo>
                  <a:lnTo>
                    <a:pt x="19571" y="18987"/>
                  </a:lnTo>
                  <a:lnTo>
                    <a:pt x="19571" y="17517"/>
                  </a:lnTo>
                  <a:close/>
                  <a:moveTo>
                    <a:pt x="22616" y="17517"/>
                  </a:moveTo>
                  <a:lnTo>
                    <a:pt x="22616" y="18987"/>
                  </a:lnTo>
                  <a:lnTo>
                    <a:pt x="21147" y="18987"/>
                  </a:lnTo>
                  <a:lnTo>
                    <a:pt x="21147" y="17517"/>
                  </a:lnTo>
                  <a:close/>
                  <a:moveTo>
                    <a:pt x="24190" y="17517"/>
                  </a:moveTo>
                  <a:lnTo>
                    <a:pt x="24190" y="18987"/>
                  </a:lnTo>
                  <a:lnTo>
                    <a:pt x="22706" y="18987"/>
                  </a:lnTo>
                  <a:lnTo>
                    <a:pt x="22706" y="17517"/>
                  </a:lnTo>
                  <a:close/>
                  <a:moveTo>
                    <a:pt x="25750" y="17517"/>
                  </a:moveTo>
                  <a:lnTo>
                    <a:pt x="25750" y="18987"/>
                  </a:lnTo>
                  <a:lnTo>
                    <a:pt x="24266" y="18987"/>
                  </a:lnTo>
                  <a:lnTo>
                    <a:pt x="24266" y="17517"/>
                  </a:lnTo>
                  <a:close/>
                  <a:moveTo>
                    <a:pt x="2280" y="19077"/>
                  </a:moveTo>
                  <a:lnTo>
                    <a:pt x="2280" y="20562"/>
                  </a:lnTo>
                  <a:lnTo>
                    <a:pt x="795" y="20562"/>
                  </a:lnTo>
                  <a:lnTo>
                    <a:pt x="795" y="19077"/>
                  </a:lnTo>
                  <a:close/>
                  <a:moveTo>
                    <a:pt x="3840" y="19077"/>
                  </a:moveTo>
                  <a:lnTo>
                    <a:pt x="3840" y="20562"/>
                  </a:lnTo>
                  <a:lnTo>
                    <a:pt x="2370" y="20562"/>
                  </a:lnTo>
                  <a:lnTo>
                    <a:pt x="2370" y="19077"/>
                  </a:lnTo>
                  <a:close/>
                  <a:moveTo>
                    <a:pt x="5414" y="19077"/>
                  </a:moveTo>
                  <a:lnTo>
                    <a:pt x="5414" y="20562"/>
                  </a:lnTo>
                  <a:lnTo>
                    <a:pt x="3930" y="20562"/>
                  </a:lnTo>
                  <a:lnTo>
                    <a:pt x="3930" y="19077"/>
                  </a:lnTo>
                  <a:close/>
                  <a:moveTo>
                    <a:pt x="6974" y="19077"/>
                  </a:moveTo>
                  <a:lnTo>
                    <a:pt x="6974" y="20562"/>
                  </a:lnTo>
                  <a:lnTo>
                    <a:pt x="5490" y="20562"/>
                  </a:lnTo>
                  <a:lnTo>
                    <a:pt x="5490" y="19077"/>
                  </a:lnTo>
                  <a:close/>
                  <a:moveTo>
                    <a:pt x="8533" y="19077"/>
                  </a:moveTo>
                  <a:lnTo>
                    <a:pt x="8533" y="20562"/>
                  </a:lnTo>
                  <a:lnTo>
                    <a:pt x="7064" y="20562"/>
                  </a:lnTo>
                  <a:lnTo>
                    <a:pt x="7064" y="19077"/>
                  </a:lnTo>
                  <a:close/>
                  <a:moveTo>
                    <a:pt x="10109" y="19077"/>
                  </a:moveTo>
                  <a:lnTo>
                    <a:pt x="10109" y="20562"/>
                  </a:lnTo>
                  <a:lnTo>
                    <a:pt x="8623" y="20562"/>
                  </a:lnTo>
                  <a:lnTo>
                    <a:pt x="8623" y="19077"/>
                  </a:lnTo>
                  <a:close/>
                  <a:moveTo>
                    <a:pt x="11668" y="19077"/>
                  </a:moveTo>
                  <a:lnTo>
                    <a:pt x="11668" y="20562"/>
                  </a:lnTo>
                  <a:lnTo>
                    <a:pt x="10183" y="20562"/>
                  </a:lnTo>
                  <a:lnTo>
                    <a:pt x="10183" y="19077"/>
                  </a:lnTo>
                  <a:close/>
                  <a:moveTo>
                    <a:pt x="13228" y="19077"/>
                  </a:moveTo>
                  <a:lnTo>
                    <a:pt x="13228" y="20562"/>
                  </a:lnTo>
                  <a:lnTo>
                    <a:pt x="11758" y="20562"/>
                  </a:lnTo>
                  <a:lnTo>
                    <a:pt x="11758" y="19077"/>
                  </a:lnTo>
                  <a:close/>
                  <a:moveTo>
                    <a:pt x="14802" y="19077"/>
                  </a:moveTo>
                  <a:lnTo>
                    <a:pt x="14802" y="20562"/>
                  </a:lnTo>
                  <a:lnTo>
                    <a:pt x="13318" y="20562"/>
                  </a:lnTo>
                  <a:lnTo>
                    <a:pt x="13318" y="19077"/>
                  </a:lnTo>
                  <a:close/>
                  <a:moveTo>
                    <a:pt x="16362" y="19077"/>
                  </a:moveTo>
                  <a:lnTo>
                    <a:pt x="16362" y="20562"/>
                  </a:lnTo>
                  <a:lnTo>
                    <a:pt x="14878" y="20562"/>
                  </a:lnTo>
                  <a:lnTo>
                    <a:pt x="14878" y="19077"/>
                  </a:lnTo>
                  <a:close/>
                  <a:moveTo>
                    <a:pt x="17922" y="19077"/>
                  </a:moveTo>
                  <a:lnTo>
                    <a:pt x="17922" y="20562"/>
                  </a:lnTo>
                  <a:lnTo>
                    <a:pt x="16452" y="20562"/>
                  </a:lnTo>
                  <a:lnTo>
                    <a:pt x="16452" y="19077"/>
                  </a:lnTo>
                  <a:close/>
                  <a:moveTo>
                    <a:pt x="19497" y="19077"/>
                  </a:moveTo>
                  <a:lnTo>
                    <a:pt x="19497" y="20562"/>
                  </a:lnTo>
                  <a:lnTo>
                    <a:pt x="18012" y="20562"/>
                  </a:lnTo>
                  <a:lnTo>
                    <a:pt x="18012" y="19077"/>
                  </a:lnTo>
                  <a:close/>
                  <a:moveTo>
                    <a:pt x="21057" y="19077"/>
                  </a:moveTo>
                  <a:lnTo>
                    <a:pt x="21057" y="20562"/>
                  </a:lnTo>
                  <a:lnTo>
                    <a:pt x="19571" y="20562"/>
                  </a:lnTo>
                  <a:lnTo>
                    <a:pt x="19571" y="19077"/>
                  </a:lnTo>
                  <a:close/>
                  <a:moveTo>
                    <a:pt x="22616" y="19077"/>
                  </a:moveTo>
                  <a:lnTo>
                    <a:pt x="22616" y="20562"/>
                  </a:lnTo>
                  <a:lnTo>
                    <a:pt x="21147" y="20562"/>
                  </a:lnTo>
                  <a:lnTo>
                    <a:pt x="21147" y="19077"/>
                  </a:lnTo>
                  <a:close/>
                  <a:moveTo>
                    <a:pt x="24190" y="19077"/>
                  </a:moveTo>
                  <a:lnTo>
                    <a:pt x="24190" y="20562"/>
                  </a:lnTo>
                  <a:lnTo>
                    <a:pt x="22706" y="20562"/>
                  </a:lnTo>
                  <a:lnTo>
                    <a:pt x="22706" y="19077"/>
                  </a:lnTo>
                  <a:close/>
                  <a:moveTo>
                    <a:pt x="25750" y="19077"/>
                  </a:moveTo>
                  <a:lnTo>
                    <a:pt x="25750" y="20562"/>
                  </a:lnTo>
                  <a:lnTo>
                    <a:pt x="24266" y="20562"/>
                  </a:lnTo>
                  <a:lnTo>
                    <a:pt x="24266" y="19077"/>
                  </a:lnTo>
                  <a:close/>
                  <a:moveTo>
                    <a:pt x="2280" y="20636"/>
                  </a:moveTo>
                  <a:lnTo>
                    <a:pt x="2280" y="22122"/>
                  </a:lnTo>
                  <a:lnTo>
                    <a:pt x="795" y="22122"/>
                  </a:lnTo>
                  <a:lnTo>
                    <a:pt x="795" y="20636"/>
                  </a:lnTo>
                  <a:close/>
                  <a:moveTo>
                    <a:pt x="3840" y="20636"/>
                  </a:moveTo>
                  <a:lnTo>
                    <a:pt x="3840" y="22122"/>
                  </a:lnTo>
                  <a:lnTo>
                    <a:pt x="2370" y="22122"/>
                  </a:lnTo>
                  <a:lnTo>
                    <a:pt x="2370" y="20636"/>
                  </a:lnTo>
                  <a:close/>
                  <a:moveTo>
                    <a:pt x="5414" y="20636"/>
                  </a:moveTo>
                  <a:lnTo>
                    <a:pt x="5414" y="22122"/>
                  </a:lnTo>
                  <a:lnTo>
                    <a:pt x="3930" y="22122"/>
                  </a:lnTo>
                  <a:lnTo>
                    <a:pt x="3930" y="20636"/>
                  </a:lnTo>
                  <a:close/>
                  <a:moveTo>
                    <a:pt x="6974" y="20636"/>
                  </a:moveTo>
                  <a:lnTo>
                    <a:pt x="6974" y="22122"/>
                  </a:lnTo>
                  <a:lnTo>
                    <a:pt x="5490" y="22122"/>
                  </a:lnTo>
                  <a:lnTo>
                    <a:pt x="5490" y="20636"/>
                  </a:lnTo>
                  <a:close/>
                  <a:moveTo>
                    <a:pt x="8533" y="20636"/>
                  </a:moveTo>
                  <a:lnTo>
                    <a:pt x="8533" y="22122"/>
                  </a:lnTo>
                  <a:lnTo>
                    <a:pt x="7064" y="22122"/>
                  </a:lnTo>
                  <a:lnTo>
                    <a:pt x="7064" y="20636"/>
                  </a:lnTo>
                  <a:close/>
                  <a:moveTo>
                    <a:pt x="10109" y="20636"/>
                  </a:moveTo>
                  <a:lnTo>
                    <a:pt x="10109" y="22122"/>
                  </a:lnTo>
                  <a:lnTo>
                    <a:pt x="8623" y="22122"/>
                  </a:lnTo>
                  <a:lnTo>
                    <a:pt x="8623" y="20636"/>
                  </a:lnTo>
                  <a:close/>
                  <a:moveTo>
                    <a:pt x="11668" y="20636"/>
                  </a:moveTo>
                  <a:lnTo>
                    <a:pt x="11668" y="22122"/>
                  </a:lnTo>
                  <a:lnTo>
                    <a:pt x="10183" y="22122"/>
                  </a:lnTo>
                  <a:lnTo>
                    <a:pt x="10183" y="20636"/>
                  </a:lnTo>
                  <a:close/>
                  <a:moveTo>
                    <a:pt x="13228" y="20636"/>
                  </a:moveTo>
                  <a:lnTo>
                    <a:pt x="13228" y="22122"/>
                  </a:lnTo>
                  <a:lnTo>
                    <a:pt x="11758" y="22122"/>
                  </a:lnTo>
                  <a:lnTo>
                    <a:pt x="11758" y="20636"/>
                  </a:lnTo>
                  <a:close/>
                  <a:moveTo>
                    <a:pt x="14802" y="20636"/>
                  </a:moveTo>
                  <a:lnTo>
                    <a:pt x="14802" y="22122"/>
                  </a:lnTo>
                  <a:lnTo>
                    <a:pt x="13318" y="22122"/>
                  </a:lnTo>
                  <a:lnTo>
                    <a:pt x="13318" y="20636"/>
                  </a:lnTo>
                  <a:close/>
                  <a:moveTo>
                    <a:pt x="16362" y="20636"/>
                  </a:moveTo>
                  <a:lnTo>
                    <a:pt x="16362" y="22122"/>
                  </a:lnTo>
                  <a:lnTo>
                    <a:pt x="14878" y="22122"/>
                  </a:lnTo>
                  <a:lnTo>
                    <a:pt x="14878" y="20636"/>
                  </a:lnTo>
                  <a:close/>
                  <a:moveTo>
                    <a:pt x="17922" y="20636"/>
                  </a:moveTo>
                  <a:lnTo>
                    <a:pt x="17922" y="22122"/>
                  </a:lnTo>
                  <a:lnTo>
                    <a:pt x="16452" y="22122"/>
                  </a:lnTo>
                  <a:lnTo>
                    <a:pt x="16452" y="20636"/>
                  </a:lnTo>
                  <a:close/>
                  <a:moveTo>
                    <a:pt x="19497" y="20636"/>
                  </a:moveTo>
                  <a:lnTo>
                    <a:pt x="19497" y="22122"/>
                  </a:lnTo>
                  <a:lnTo>
                    <a:pt x="18012" y="22122"/>
                  </a:lnTo>
                  <a:lnTo>
                    <a:pt x="18012" y="20636"/>
                  </a:lnTo>
                  <a:close/>
                  <a:moveTo>
                    <a:pt x="21057" y="20636"/>
                  </a:moveTo>
                  <a:lnTo>
                    <a:pt x="21057" y="22122"/>
                  </a:lnTo>
                  <a:lnTo>
                    <a:pt x="19571" y="22122"/>
                  </a:lnTo>
                  <a:lnTo>
                    <a:pt x="19571" y="20636"/>
                  </a:lnTo>
                  <a:close/>
                  <a:moveTo>
                    <a:pt x="22616" y="20636"/>
                  </a:moveTo>
                  <a:lnTo>
                    <a:pt x="22616" y="22122"/>
                  </a:lnTo>
                  <a:lnTo>
                    <a:pt x="21147" y="22122"/>
                  </a:lnTo>
                  <a:lnTo>
                    <a:pt x="21147" y="20636"/>
                  </a:lnTo>
                  <a:close/>
                  <a:moveTo>
                    <a:pt x="24190" y="20636"/>
                  </a:moveTo>
                  <a:lnTo>
                    <a:pt x="24190" y="22122"/>
                  </a:lnTo>
                  <a:lnTo>
                    <a:pt x="22706" y="22122"/>
                  </a:lnTo>
                  <a:lnTo>
                    <a:pt x="22706" y="20636"/>
                  </a:lnTo>
                  <a:close/>
                  <a:moveTo>
                    <a:pt x="25750" y="20636"/>
                  </a:moveTo>
                  <a:lnTo>
                    <a:pt x="25750" y="22122"/>
                  </a:lnTo>
                  <a:lnTo>
                    <a:pt x="24266" y="22122"/>
                  </a:lnTo>
                  <a:lnTo>
                    <a:pt x="24266" y="20636"/>
                  </a:lnTo>
                  <a:close/>
                  <a:moveTo>
                    <a:pt x="2280" y="22212"/>
                  </a:moveTo>
                  <a:lnTo>
                    <a:pt x="2280" y="23681"/>
                  </a:lnTo>
                  <a:lnTo>
                    <a:pt x="795" y="23681"/>
                  </a:lnTo>
                  <a:lnTo>
                    <a:pt x="795" y="22212"/>
                  </a:lnTo>
                  <a:close/>
                  <a:moveTo>
                    <a:pt x="3840" y="22212"/>
                  </a:moveTo>
                  <a:lnTo>
                    <a:pt x="3840" y="23681"/>
                  </a:lnTo>
                  <a:lnTo>
                    <a:pt x="2370" y="23681"/>
                  </a:lnTo>
                  <a:lnTo>
                    <a:pt x="2370" y="22212"/>
                  </a:lnTo>
                  <a:close/>
                  <a:moveTo>
                    <a:pt x="5414" y="22212"/>
                  </a:moveTo>
                  <a:lnTo>
                    <a:pt x="5414" y="23681"/>
                  </a:lnTo>
                  <a:lnTo>
                    <a:pt x="3930" y="23681"/>
                  </a:lnTo>
                  <a:lnTo>
                    <a:pt x="3930" y="22212"/>
                  </a:lnTo>
                  <a:close/>
                  <a:moveTo>
                    <a:pt x="6974" y="22212"/>
                  </a:moveTo>
                  <a:lnTo>
                    <a:pt x="6974" y="23681"/>
                  </a:lnTo>
                  <a:lnTo>
                    <a:pt x="5490" y="23681"/>
                  </a:lnTo>
                  <a:lnTo>
                    <a:pt x="5490" y="22212"/>
                  </a:lnTo>
                  <a:close/>
                  <a:moveTo>
                    <a:pt x="8533" y="22212"/>
                  </a:moveTo>
                  <a:lnTo>
                    <a:pt x="8533" y="23681"/>
                  </a:lnTo>
                  <a:lnTo>
                    <a:pt x="7064" y="23681"/>
                  </a:lnTo>
                  <a:lnTo>
                    <a:pt x="7064" y="22212"/>
                  </a:lnTo>
                  <a:close/>
                  <a:moveTo>
                    <a:pt x="10109" y="22212"/>
                  </a:moveTo>
                  <a:lnTo>
                    <a:pt x="10109" y="23681"/>
                  </a:lnTo>
                  <a:lnTo>
                    <a:pt x="8623" y="23681"/>
                  </a:lnTo>
                  <a:lnTo>
                    <a:pt x="8623" y="22212"/>
                  </a:lnTo>
                  <a:close/>
                  <a:moveTo>
                    <a:pt x="11668" y="22212"/>
                  </a:moveTo>
                  <a:lnTo>
                    <a:pt x="11668" y="23681"/>
                  </a:lnTo>
                  <a:lnTo>
                    <a:pt x="10183" y="23681"/>
                  </a:lnTo>
                  <a:lnTo>
                    <a:pt x="10183" y="22212"/>
                  </a:lnTo>
                  <a:close/>
                  <a:moveTo>
                    <a:pt x="13228" y="22212"/>
                  </a:moveTo>
                  <a:lnTo>
                    <a:pt x="13228" y="23681"/>
                  </a:lnTo>
                  <a:lnTo>
                    <a:pt x="11758" y="23681"/>
                  </a:lnTo>
                  <a:lnTo>
                    <a:pt x="11758" y="22212"/>
                  </a:lnTo>
                  <a:close/>
                  <a:moveTo>
                    <a:pt x="14802" y="22212"/>
                  </a:moveTo>
                  <a:lnTo>
                    <a:pt x="14802" y="23681"/>
                  </a:lnTo>
                  <a:lnTo>
                    <a:pt x="13318" y="23681"/>
                  </a:lnTo>
                  <a:lnTo>
                    <a:pt x="13318" y="22212"/>
                  </a:lnTo>
                  <a:close/>
                  <a:moveTo>
                    <a:pt x="16362" y="22212"/>
                  </a:moveTo>
                  <a:lnTo>
                    <a:pt x="16362" y="23681"/>
                  </a:lnTo>
                  <a:lnTo>
                    <a:pt x="14878" y="23681"/>
                  </a:lnTo>
                  <a:lnTo>
                    <a:pt x="14878" y="22212"/>
                  </a:lnTo>
                  <a:close/>
                  <a:moveTo>
                    <a:pt x="17922" y="22212"/>
                  </a:moveTo>
                  <a:lnTo>
                    <a:pt x="17922" y="23681"/>
                  </a:lnTo>
                  <a:lnTo>
                    <a:pt x="16452" y="23681"/>
                  </a:lnTo>
                  <a:lnTo>
                    <a:pt x="16452" y="22212"/>
                  </a:lnTo>
                  <a:close/>
                  <a:moveTo>
                    <a:pt x="25750" y="22212"/>
                  </a:moveTo>
                  <a:lnTo>
                    <a:pt x="25750" y="23681"/>
                  </a:lnTo>
                  <a:lnTo>
                    <a:pt x="24266" y="23681"/>
                  </a:lnTo>
                  <a:lnTo>
                    <a:pt x="24266" y="22212"/>
                  </a:lnTo>
                  <a:close/>
                  <a:moveTo>
                    <a:pt x="6974" y="0"/>
                  </a:moveTo>
                  <a:lnTo>
                    <a:pt x="6974" y="210"/>
                  </a:lnTo>
                  <a:lnTo>
                    <a:pt x="5490" y="210"/>
                  </a:lnTo>
                  <a:lnTo>
                    <a:pt x="5490" y="46"/>
                  </a:lnTo>
                  <a:cubicBezTo>
                    <a:pt x="5460" y="60"/>
                    <a:pt x="5430" y="60"/>
                    <a:pt x="5414" y="76"/>
                  </a:cubicBezTo>
                  <a:lnTo>
                    <a:pt x="5414" y="210"/>
                  </a:lnTo>
                  <a:lnTo>
                    <a:pt x="5040" y="210"/>
                  </a:lnTo>
                  <a:cubicBezTo>
                    <a:pt x="4920" y="256"/>
                    <a:pt x="4800" y="286"/>
                    <a:pt x="4664" y="300"/>
                  </a:cubicBezTo>
                  <a:lnTo>
                    <a:pt x="5414" y="300"/>
                  </a:lnTo>
                  <a:lnTo>
                    <a:pt x="5414" y="1786"/>
                  </a:lnTo>
                  <a:lnTo>
                    <a:pt x="3930" y="1786"/>
                  </a:lnTo>
                  <a:lnTo>
                    <a:pt x="3930" y="300"/>
                  </a:lnTo>
                  <a:lnTo>
                    <a:pt x="4080" y="300"/>
                  </a:lnTo>
                  <a:cubicBezTo>
                    <a:pt x="3720" y="300"/>
                    <a:pt x="3360" y="270"/>
                    <a:pt x="2984" y="240"/>
                  </a:cubicBezTo>
                  <a:cubicBezTo>
                    <a:pt x="2850" y="240"/>
                    <a:pt x="2700" y="226"/>
                    <a:pt x="2565" y="226"/>
                  </a:cubicBezTo>
                  <a:cubicBezTo>
                    <a:pt x="2505" y="226"/>
                    <a:pt x="2430" y="210"/>
                    <a:pt x="2370" y="210"/>
                  </a:cubicBezTo>
                  <a:lnTo>
                    <a:pt x="2100" y="210"/>
                  </a:lnTo>
                  <a:cubicBezTo>
                    <a:pt x="2085" y="210"/>
                    <a:pt x="2055" y="226"/>
                    <a:pt x="2025" y="226"/>
                  </a:cubicBezTo>
                  <a:lnTo>
                    <a:pt x="1335" y="226"/>
                  </a:lnTo>
                  <a:cubicBezTo>
                    <a:pt x="1305" y="226"/>
                    <a:pt x="1290" y="210"/>
                    <a:pt x="1275" y="210"/>
                  </a:cubicBezTo>
                  <a:lnTo>
                    <a:pt x="795" y="210"/>
                  </a:lnTo>
                  <a:lnTo>
                    <a:pt x="795" y="180"/>
                  </a:lnTo>
                  <a:lnTo>
                    <a:pt x="705" y="180"/>
                  </a:lnTo>
                  <a:lnTo>
                    <a:pt x="705" y="210"/>
                  </a:lnTo>
                  <a:lnTo>
                    <a:pt x="241" y="210"/>
                  </a:lnTo>
                  <a:cubicBezTo>
                    <a:pt x="241" y="240"/>
                    <a:pt x="225" y="270"/>
                    <a:pt x="225" y="300"/>
                  </a:cubicBezTo>
                  <a:lnTo>
                    <a:pt x="705" y="300"/>
                  </a:lnTo>
                  <a:lnTo>
                    <a:pt x="705" y="1786"/>
                  </a:lnTo>
                  <a:lnTo>
                    <a:pt x="435" y="1786"/>
                  </a:lnTo>
                  <a:lnTo>
                    <a:pt x="435" y="1860"/>
                  </a:lnTo>
                  <a:lnTo>
                    <a:pt x="705" y="1860"/>
                  </a:lnTo>
                  <a:lnTo>
                    <a:pt x="705" y="3345"/>
                  </a:lnTo>
                  <a:lnTo>
                    <a:pt x="255" y="3345"/>
                  </a:lnTo>
                  <a:cubicBezTo>
                    <a:pt x="255" y="3375"/>
                    <a:pt x="255" y="3405"/>
                    <a:pt x="271" y="3435"/>
                  </a:cubicBezTo>
                  <a:lnTo>
                    <a:pt x="705" y="3435"/>
                  </a:lnTo>
                  <a:lnTo>
                    <a:pt x="705" y="4545"/>
                  </a:lnTo>
                  <a:cubicBezTo>
                    <a:pt x="735" y="4575"/>
                    <a:pt x="765" y="4589"/>
                    <a:pt x="795" y="4619"/>
                  </a:cubicBezTo>
                  <a:lnTo>
                    <a:pt x="795" y="3435"/>
                  </a:lnTo>
                  <a:lnTo>
                    <a:pt x="2280" y="3435"/>
                  </a:lnTo>
                  <a:lnTo>
                    <a:pt x="2280" y="4905"/>
                  </a:lnTo>
                  <a:lnTo>
                    <a:pt x="945" y="4905"/>
                  </a:lnTo>
                  <a:lnTo>
                    <a:pt x="945" y="4995"/>
                  </a:lnTo>
                  <a:lnTo>
                    <a:pt x="2280" y="4995"/>
                  </a:lnTo>
                  <a:lnTo>
                    <a:pt x="2280" y="6479"/>
                  </a:lnTo>
                  <a:lnTo>
                    <a:pt x="930" y="6479"/>
                  </a:lnTo>
                  <a:cubicBezTo>
                    <a:pt x="915" y="6509"/>
                    <a:pt x="885" y="6539"/>
                    <a:pt x="855" y="6555"/>
                  </a:cubicBezTo>
                  <a:lnTo>
                    <a:pt x="2280" y="6555"/>
                  </a:lnTo>
                  <a:lnTo>
                    <a:pt x="2280" y="8039"/>
                  </a:lnTo>
                  <a:lnTo>
                    <a:pt x="795" y="8039"/>
                  </a:lnTo>
                  <a:lnTo>
                    <a:pt x="795" y="6629"/>
                  </a:lnTo>
                  <a:lnTo>
                    <a:pt x="705" y="6719"/>
                  </a:lnTo>
                  <a:lnTo>
                    <a:pt x="705" y="8039"/>
                  </a:lnTo>
                  <a:lnTo>
                    <a:pt x="421" y="8039"/>
                  </a:lnTo>
                  <a:cubicBezTo>
                    <a:pt x="405" y="8069"/>
                    <a:pt x="405" y="8099"/>
                    <a:pt x="391" y="8129"/>
                  </a:cubicBezTo>
                  <a:lnTo>
                    <a:pt x="705" y="8129"/>
                  </a:lnTo>
                  <a:lnTo>
                    <a:pt x="705" y="9598"/>
                  </a:lnTo>
                  <a:lnTo>
                    <a:pt x="181" y="9598"/>
                  </a:lnTo>
                  <a:cubicBezTo>
                    <a:pt x="165" y="9628"/>
                    <a:pt x="165" y="9658"/>
                    <a:pt x="165" y="9688"/>
                  </a:cubicBezTo>
                  <a:lnTo>
                    <a:pt x="705" y="9688"/>
                  </a:lnTo>
                  <a:lnTo>
                    <a:pt x="705" y="11174"/>
                  </a:lnTo>
                  <a:lnTo>
                    <a:pt x="301" y="11174"/>
                  </a:lnTo>
                  <a:cubicBezTo>
                    <a:pt x="301" y="11188"/>
                    <a:pt x="315" y="11204"/>
                    <a:pt x="331" y="11218"/>
                  </a:cubicBezTo>
                  <a:cubicBezTo>
                    <a:pt x="331" y="11234"/>
                    <a:pt x="345" y="11248"/>
                    <a:pt x="345" y="11248"/>
                  </a:cubicBezTo>
                  <a:lnTo>
                    <a:pt x="705" y="11248"/>
                  </a:lnTo>
                  <a:lnTo>
                    <a:pt x="705" y="11728"/>
                  </a:lnTo>
                  <a:cubicBezTo>
                    <a:pt x="770" y="11873"/>
                    <a:pt x="790" y="12031"/>
                    <a:pt x="795" y="12192"/>
                  </a:cubicBezTo>
                  <a:lnTo>
                    <a:pt x="795" y="12192"/>
                  </a:lnTo>
                  <a:lnTo>
                    <a:pt x="795" y="11248"/>
                  </a:lnTo>
                  <a:lnTo>
                    <a:pt x="2280" y="11248"/>
                  </a:lnTo>
                  <a:lnTo>
                    <a:pt x="2280" y="12733"/>
                  </a:lnTo>
                  <a:lnTo>
                    <a:pt x="795" y="12733"/>
                  </a:lnTo>
                  <a:cubicBezTo>
                    <a:pt x="811" y="12763"/>
                    <a:pt x="811" y="12793"/>
                    <a:pt x="811" y="12823"/>
                  </a:cubicBezTo>
                  <a:lnTo>
                    <a:pt x="2280" y="12823"/>
                  </a:lnTo>
                  <a:lnTo>
                    <a:pt x="2280" y="14293"/>
                  </a:lnTo>
                  <a:lnTo>
                    <a:pt x="795" y="14293"/>
                  </a:lnTo>
                  <a:lnTo>
                    <a:pt x="795" y="14233"/>
                  </a:lnTo>
                  <a:cubicBezTo>
                    <a:pt x="751" y="14263"/>
                    <a:pt x="691" y="14308"/>
                    <a:pt x="631" y="14368"/>
                  </a:cubicBezTo>
                  <a:cubicBezTo>
                    <a:pt x="615" y="14368"/>
                    <a:pt x="615" y="14383"/>
                    <a:pt x="615" y="14383"/>
                  </a:cubicBezTo>
                  <a:lnTo>
                    <a:pt x="705" y="14383"/>
                  </a:lnTo>
                  <a:lnTo>
                    <a:pt x="705" y="15867"/>
                  </a:lnTo>
                  <a:lnTo>
                    <a:pt x="271" y="15867"/>
                  </a:lnTo>
                  <a:lnTo>
                    <a:pt x="271" y="15943"/>
                  </a:lnTo>
                  <a:lnTo>
                    <a:pt x="705" y="15943"/>
                  </a:lnTo>
                  <a:lnTo>
                    <a:pt x="705" y="17427"/>
                  </a:lnTo>
                  <a:lnTo>
                    <a:pt x="31" y="17427"/>
                  </a:lnTo>
                  <a:cubicBezTo>
                    <a:pt x="31" y="17457"/>
                    <a:pt x="15" y="17487"/>
                    <a:pt x="1" y="17517"/>
                  </a:cubicBezTo>
                  <a:lnTo>
                    <a:pt x="705" y="17517"/>
                  </a:lnTo>
                  <a:lnTo>
                    <a:pt x="705" y="18987"/>
                  </a:lnTo>
                  <a:lnTo>
                    <a:pt x="571" y="18987"/>
                  </a:lnTo>
                  <a:cubicBezTo>
                    <a:pt x="585" y="19017"/>
                    <a:pt x="585" y="19047"/>
                    <a:pt x="585" y="19077"/>
                  </a:cubicBezTo>
                  <a:lnTo>
                    <a:pt x="705" y="19077"/>
                  </a:lnTo>
                  <a:lnTo>
                    <a:pt x="705" y="19842"/>
                  </a:lnTo>
                  <a:lnTo>
                    <a:pt x="721" y="19856"/>
                  </a:lnTo>
                  <a:cubicBezTo>
                    <a:pt x="811" y="20096"/>
                    <a:pt x="781" y="20322"/>
                    <a:pt x="781" y="20576"/>
                  </a:cubicBezTo>
                  <a:cubicBezTo>
                    <a:pt x="781" y="20666"/>
                    <a:pt x="811" y="20906"/>
                    <a:pt x="781" y="20996"/>
                  </a:cubicBezTo>
                  <a:cubicBezTo>
                    <a:pt x="765" y="21072"/>
                    <a:pt x="751" y="21086"/>
                    <a:pt x="705" y="21102"/>
                  </a:cubicBezTo>
                  <a:lnTo>
                    <a:pt x="705" y="22122"/>
                  </a:lnTo>
                  <a:lnTo>
                    <a:pt x="165" y="22122"/>
                  </a:lnTo>
                  <a:cubicBezTo>
                    <a:pt x="165" y="22152"/>
                    <a:pt x="151" y="22182"/>
                    <a:pt x="151" y="22212"/>
                  </a:cubicBezTo>
                  <a:lnTo>
                    <a:pt x="705" y="22212"/>
                  </a:lnTo>
                  <a:lnTo>
                    <a:pt x="705" y="23681"/>
                  </a:lnTo>
                  <a:lnTo>
                    <a:pt x="91" y="23681"/>
                  </a:lnTo>
                  <a:lnTo>
                    <a:pt x="91" y="23771"/>
                  </a:lnTo>
                  <a:lnTo>
                    <a:pt x="705" y="23771"/>
                  </a:lnTo>
                  <a:lnTo>
                    <a:pt x="705" y="23966"/>
                  </a:lnTo>
                  <a:lnTo>
                    <a:pt x="795" y="23966"/>
                  </a:lnTo>
                  <a:lnTo>
                    <a:pt x="795" y="23771"/>
                  </a:lnTo>
                  <a:lnTo>
                    <a:pt x="2280" y="23771"/>
                  </a:lnTo>
                  <a:lnTo>
                    <a:pt x="2280" y="24041"/>
                  </a:lnTo>
                  <a:lnTo>
                    <a:pt x="2370" y="24041"/>
                  </a:lnTo>
                  <a:lnTo>
                    <a:pt x="2370" y="23771"/>
                  </a:lnTo>
                  <a:lnTo>
                    <a:pt x="3840" y="23771"/>
                  </a:lnTo>
                  <a:lnTo>
                    <a:pt x="3840" y="23951"/>
                  </a:lnTo>
                  <a:lnTo>
                    <a:pt x="3930" y="23951"/>
                  </a:lnTo>
                  <a:lnTo>
                    <a:pt x="3930" y="23771"/>
                  </a:lnTo>
                  <a:lnTo>
                    <a:pt x="5414" y="23771"/>
                  </a:lnTo>
                  <a:lnTo>
                    <a:pt x="5414" y="23876"/>
                  </a:lnTo>
                  <a:lnTo>
                    <a:pt x="5490" y="23876"/>
                  </a:lnTo>
                  <a:lnTo>
                    <a:pt x="5490" y="23771"/>
                  </a:lnTo>
                  <a:lnTo>
                    <a:pt x="6974" y="23771"/>
                  </a:lnTo>
                  <a:lnTo>
                    <a:pt x="6974" y="23831"/>
                  </a:lnTo>
                  <a:lnTo>
                    <a:pt x="7064" y="23876"/>
                  </a:lnTo>
                  <a:lnTo>
                    <a:pt x="7064" y="23771"/>
                  </a:lnTo>
                  <a:lnTo>
                    <a:pt x="8533" y="23771"/>
                  </a:lnTo>
                  <a:lnTo>
                    <a:pt x="8533" y="23876"/>
                  </a:lnTo>
                  <a:lnTo>
                    <a:pt x="8623" y="23876"/>
                  </a:lnTo>
                  <a:lnTo>
                    <a:pt x="8623" y="23771"/>
                  </a:lnTo>
                  <a:lnTo>
                    <a:pt x="10109" y="23771"/>
                  </a:lnTo>
                  <a:lnTo>
                    <a:pt x="10109" y="23966"/>
                  </a:lnTo>
                  <a:lnTo>
                    <a:pt x="10183" y="23966"/>
                  </a:lnTo>
                  <a:lnTo>
                    <a:pt x="10183" y="23771"/>
                  </a:lnTo>
                  <a:lnTo>
                    <a:pt x="11668" y="23771"/>
                  </a:lnTo>
                  <a:lnTo>
                    <a:pt x="11668" y="23966"/>
                  </a:lnTo>
                  <a:lnTo>
                    <a:pt x="11758" y="23966"/>
                  </a:lnTo>
                  <a:lnTo>
                    <a:pt x="11758" y="23771"/>
                  </a:lnTo>
                  <a:lnTo>
                    <a:pt x="12328" y="23771"/>
                  </a:lnTo>
                  <a:cubicBezTo>
                    <a:pt x="12543" y="23702"/>
                    <a:pt x="12774" y="23688"/>
                    <a:pt x="13007" y="23688"/>
                  </a:cubicBezTo>
                  <a:cubicBezTo>
                    <a:pt x="13181" y="23688"/>
                    <a:pt x="13356" y="23696"/>
                    <a:pt x="13528" y="23696"/>
                  </a:cubicBezTo>
                  <a:cubicBezTo>
                    <a:pt x="13558" y="23726"/>
                    <a:pt x="13588" y="23756"/>
                    <a:pt x="13632" y="23771"/>
                  </a:cubicBezTo>
                  <a:lnTo>
                    <a:pt x="14802" y="23771"/>
                  </a:lnTo>
                  <a:lnTo>
                    <a:pt x="14802" y="23996"/>
                  </a:lnTo>
                  <a:lnTo>
                    <a:pt x="14878" y="23996"/>
                  </a:lnTo>
                  <a:lnTo>
                    <a:pt x="14878" y="23771"/>
                  </a:lnTo>
                  <a:lnTo>
                    <a:pt x="16362" y="23771"/>
                  </a:lnTo>
                  <a:lnTo>
                    <a:pt x="16362" y="23951"/>
                  </a:lnTo>
                  <a:cubicBezTo>
                    <a:pt x="16392" y="23936"/>
                    <a:pt x="16422" y="23936"/>
                    <a:pt x="16452" y="23921"/>
                  </a:cubicBezTo>
                  <a:lnTo>
                    <a:pt x="16452" y="23771"/>
                  </a:lnTo>
                  <a:lnTo>
                    <a:pt x="17922" y="23771"/>
                  </a:lnTo>
                  <a:lnTo>
                    <a:pt x="17922" y="23786"/>
                  </a:lnTo>
                  <a:lnTo>
                    <a:pt x="18012" y="23786"/>
                  </a:lnTo>
                  <a:lnTo>
                    <a:pt x="18012" y="23771"/>
                  </a:lnTo>
                  <a:lnTo>
                    <a:pt x="18192" y="23771"/>
                  </a:lnTo>
                  <a:cubicBezTo>
                    <a:pt x="18551" y="23756"/>
                    <a:pt x="18911" y="23711"/>
                    <a:pt x="19271" y="23681"/>
                  </a:cubicBezTo>
                  <a:lnTo>
                    <a:pt x="18012" y="23681"/>
                  </a:lnTo>
                  <a:lnTo>
                    <a:pt x="18012" y="22212"/>
                  </a:lnTo>
                  <a:lnTo>
                    <a:pt x="19497" y="22212"/>
                  </a:lnTo>
                  <a:lnTo>
                    <a:pt x="19497" y="23666"/>
                  </a:lnTo>
                  <a:lnTo>
                    <a:pt x="19571" y="23666"/>
                  </a:lnTo>
                  <a:lnTo>
                    <a:pt x="19571" y="22212"/>
                  </a:lnTo>
                  <a:lnTo>
                    <a:pt x="21057" y="22212"/>
                  </a:lnTo>
                  <a:lnTo>
                    <a:pt x="21057" y="23576"/>
                  </a:lnTo>
                  <a:lnTo>
                    <a:pt x="21147" y="23576"/>
                  </a:lnTo>
                  <a:lnTo>
                    <a:pt x="21147" y="22212"/>
                  </a:lnTo>
                  <a:lnTo>
                    <a:pt x="22616" y="22212"/>
                  </a:lnTo>
                  <a:lnTo>
                    <a:pt x="22616" y="23681"/>
                  </a:lnTo>
                  <a:lnTo>
                    <a:pt x="22331" y="23681"/>
                  </a:lnTo>
                  <a:cubicBezTo>
                    <a:pt x="22526" y="23726"/>
                    <a:pt x="22721" y="23726"/>
                    <a:pt x="22916" y="23771"/>
                  </a:cubicBezTo>
                  <a:lnTo>
                    <a:pt x="23576" y="23771"/>
                  </a:lnTo>
                  <a:lnTo>
                    <a:pt x="23936" y="23681"/>
                  </a:lnTo>
                  <a:lnTo>
                    <a:pt x="22706" y="23681"/>
                  </a:lnTo>
                  <a:lnTo>
                    <a:pt x="22706" y="22212"/>
                  </a:lnTo>
                  <a:lnTo>
                    <a:pt x="24190" y="22212"/>
                  </a:lnTo>
                  <a:lnTo>
                    <a:pt x="24190" y="23681"/>
                  </a:lnTo>
                  <a:lnTo>
                    <a:pt x="23936" y="23681"/>
                  </a:lnTo>
                  <a:cubicBezTo>
                    <a:pt x="24010" y="23711"/>
                    <a:pt x="24086" y="23741"/>
                    <a:pt x="24176" y="23756"/>
                  </a:cubicBezTo>
                  <a:cubicBezTo>
                    <a:pt x="24206" y="23771"/>
                    <a:pt x="24236" y="23771"/>
                    <a:pt x="24280" y="23771"/>
                  </a:cubicBezTo>
                  <a:lnTo>
                    <a:pt x="25750" y="23771"/>
                  </a:lnTo>
                  <a:lnTo>
                    <a:pt x="25750" y="24101"/>
                  </a:lnTo>
                  <a:cubicBezTo>
                    <a:pt x="25780" y="24101"/>
                    <a:pt x="25810" y="24116"/>
                    <a:pt x="25840" y="24116"/>
                  </a:cubicBezTo>
                  <a:lnTo>
                    <a:pt x="25840" y="23771"/>
                  </a:lnTo>
                  <a:lnTo>
                    <a:pt x="27130" y="23771"/>
                  </a:lnTo>
                  <a:lnTo>
                    <a:pt x="27130" y="23681"/>
                  </a:lnTo>
                  <a:lnTo>
                    <a:pt x="25840" y="23681"/>
                  </a:lnTo>
                  <a:lnTo>
                    <a:pt x="25840" y="22212"/>
                  </a:lnTo>
                  <a:lnTo>
                    <a:pt x="27025" y="22212"/>
                  </a:lnTo>
                  <a:lnTo>
                    <a:pt x="27025" y="22182"/>
                  </a:lnTo>
                  <a:lnTo>
                    <a:pt x="27025" y="22122"/>
                  </a:lnTo>
                  <a:lnTo>
                    <a:pt x="25840" y="22122"/>
                  </a:lnTo>
                  <a:lnTo>
                    <a:pt x="25840" y="20636"/>
                  </a:lnTo>
                  <a:lnTo>
                    <a:pt x="26995" y="20636"/>
                  </a:lnTo>
                  <a:cubicBezTo>
                    <a:pt x="26980" y="20622"/>
                    <a:pt x="26965" y="20592"/>
                    <a:pt x="26950" y="20562"/>
                  </a:cubicBezTo>
                  <a:lnTo>
                    <a:pt x="25840" y="20562"/>
                  </a:lnTo>
                  <a:lnTo>
                    <a:pt x="25840" y="19077"/>
                  </a:lnTo>
                  <a:lnTo>
                    <a:pt x="26965" y="19077"/>
                  </a:lnTo>
                  <a:cubicBezTo>
                    <a:pt x="26965" y="19047"/>
                    <a:pt x="26950" y="19017"/>
                    <a:pt x="26950" y="18987"/>
                  </a:cubicBezTo>
                  <a:lnTo>
                    <a:pt x="25840" y="18987"/>
                  </a:lnTo>
                  <a:lnTo>
                    <a:pt x="25840" y="17517"/>
                  </a:lnTo>
                  <a:lnTo>
                    <a:pt x="26680" y="17517"/>
                  </a:lnTo>
                  <a:cubicBezTo>
                    <a:pt x="26680" y="17487"/>
                    <a:pt x="26665" y="17457"/>
                    <a:pt x="26665" y="17427"/>
                  </a:cubicBezTo>
                  <a:lnTo>
                    <a:pt x="25840" y="17427"/>
                  </a:lnTo>
                  <a:lnTo>
                    <a:pt x="25840" y="15943"/>
                  </a:lnTo>
                  <a:lnTo>
                    <a:pt x="26710" y="15943"/>
                  </a:lnTo>
                  <a:cubicBezTo>
                    <a:pt x="26725" y="15913"/>
                    <a:pt x="26725" y="15897"/>
                    <a:pt x="26740" y="15867"/>
                  </a:cubicBezTo>
                  <a:lnTo>
                    <a:pt x="25840" y="15867"/>
                  </a:lnTo>
                  <a:lnTo>
                    <a:pt x="25840" y="14383"/>
                  </a:lnTo>
                  <a:lnTo>
                    <a:pt x="27310" y="14383"/>
                  </a:lnTo>
                  <a:lnTo>
                    <a:pt x="27310" y="14623"/>
                  </a:lnTo>
                  <a:lnTo>
                    <a:pt x="27400" y="14398"/>
                  </a:lnTo>
                  <a:lnTo>
                    <a:pt x="27400" y="14383"/>
                  </a:lnTo>
                  <a:cubicBezTo>
                    <a:pt x="27415" y="14353"/>
                    <a:pt x="27415" y="14323"/>
                    <a:pt x="27430" y="14293"/>
                  </a:cubicBezTo>
                  <a:lnTo>
                    <a:pt x="27400" y="14293"/>
                  </a:lnTo>
                  <a:lnTo>
                    <a:pt x="27400" y="13423"/>
                  </a:lnTo>
                  <a:cubicBezTo>
                    <a:pt x="27370" y="13243"/>
                    <a:pt x="27355" y="13063"/>
                    <a:pt x="27310" y="12868"/>
                  </a:cubicBezTo>
                  <a:lnTo>
                    <a:pt x="27310" y="14293"/>
                  </a:lnTo>
                  <a:lnTo>
                    <a:pt x="25840" y="14293"/>
                  </a:lnTo>
                  <a:lnTo>
                    <a:pt x="25840" y="12823"/>
                  </a:lnTo>
                  <a:lnTo>
                    <a:pt x="27310" y="12823"/>
                  </a:lnTo>
                  <a:cubicBezTo>
                    <a:pt x="27295" y="12808"/>
                    <a:pt x="27295" y="12793"/>
                    <a:pt x="27295" y="12778"/>
                  </a:cubicBezTo>
                  <a:cubicBezTo>
                    <a:pt x="27295" y="12763"/>
                    <a:pt x="27295" y="12748"/>
                    <a:pt x="27280" y="12733"/>
                  </a:cubicBezTo>
                  <a:lnTo>
                    <a:pt x="25840" y="12733"/>
                  </a:lnTo>
                  <a:lnTo>
                    <a:pt x="25840" y="11248"/>
                  </a:lnTo>
                  <a:lnTo>
                    <a:pt x="27010" y="11248"/>
                  </a:lnTo>
                  <a:cubicBezTo>
                    <a:pt x="27010" y="11218"/>
                    <a:pt x="26995" y="11204"/>
                    <a:pt x="26995" y="11174"/>
                  </a:cubicBezTo>
                  <a:lnTo>
                    <a:pt x="25840" y="11174"/>
                  </a:lnTo>
                  <a:lnTo>
                    <a:pt x="25840" y="9688"/>
                  </a:lnTo>
                  <a:lnTo>
                    <a:pt x="26875" y="9688"/>
                  </a:lnTo>
                  <a:cubicBezTo>
                    <a:pt x="26875" y="9658"/>
                    <a:pt x="26875" y="9628"/>
                    <a:pt x="26860" y="9598"/>
                  </a:cubicBezTo>
                  <a:lnTo>
                    <a:pt x="25840" y="9598"/>
                  </a:lnTo>
                  <a:lnTo>
                    <a:pt x="25840" y="8129"/>
                  </a:lnTo>
                  <a:lnTo>
                    <a:pt x="26770" y="8129"/>
                  </a:lnTo>
                  <a:cubicBezTo>
                    <a:pt x="26770" y="8099"/>
                    <a:pt x="26770" y="8069"/>
                    <a:pt x="26755" y="8039"/>
                  </a:cubicBezTo>
                  <a:lnTo>
                    <a:pt x="25840" y="8039"/>
                  </a:lnTo>
                  <a:lnTo>
                    <a:pt x="25840" y="6555"/>
                  </a:lnTo>
                  <a:lnTo>
                    <a:pt x="26965" y="6555"/>
                  </a:lnTo>
                  <a:cubicBezTo>
                    <a:pt x="26980" y="6525"/>
                    <a:pt x="26980" y="6509"/>
                    <a:pt x="26995" y="6479"/>
                  </a:cubicBezTo>
                  <a:lnTo>
                    <a:pt x="25840" y="6479"/>
                  </a:lnTo>
                  <a:lnTo>
                    <a:pt x="25840" y="4995"/>
                  </a:lnTo>
                  <a:lnTo>
                    <a:pt x="27310" y="4995"/>
                  </a:lnTo>
                  <a:lnTo>
                    <a:pt x="27310" y="4905"/>
                  </a:lnTo>
                  <a:lnTo>
                    <a:pt x="25840" y="4905"/>
                  </a:lnTo>
                  <a:lnTo>
                    <a:pt x="25840" y="3435"/>
                  </a:lnTo>
                  <a:lnTo>
                    <a:pt x="27310" y="3435"/>
                  </a:lnTo>
                  <a:lnTo>
                    <a:pt x="27310" y="3480"/>
                  </a:lnTo>
                  <a:cubicBezTo>
                    <a:pt x="27340" y="3105"/>
                    <a:pt x="27385" y="2730"/>
                    <a:pt x="27400" y="2355"/>
                  </a:cubicBezTo>
                  <a:cubicBezTo>
                    <a:pt x="27400" y="2026"/>
                    <a:pt x="27340" y="1696"/>
                    <a:pt x="27310" y="1366"/>
                  </a:cubicBezTo>
                  <a:lnTo>
                    <a:pt x="27310" y="1786"/>
                  </a:lnTo>
                  <a:lnTo>
                    <a:pt x="25840" y="1786"/>
                  </a:lnTo>
                  <a:lnTo>
                    <a:pt x="25840" y="300"/>
                  </a:lnTo>
                  <a:lnTo>
                    <a:pt x="27235" y="300"/>
                  </a:lnTo>
                  <a:cubicBezTo>
                    <a:pt x="27235" y="270"/>
                    <a:pt x="27235" y="240"/>
                    <a:pt x="27220" y="210"/>
                  </a:cubicBezTo>
                  <a:lnTo>
                    <a:pt x="27055" y="210"/>
                  </a:lnTo>
                  <a:cubicBezTo>
                    <a:pt x="27055" y="226"/>
                    <a:pt x="27040" y="226"/>
                    <a:pt x="27040" y="226"/>
                  </a:cubicBezTo>
                  <a:cubicBezTo>
                    <a:pt x="27040" y="210"/>
                    <a:pt x="27040" y="210"/>
                    <a:pt x="27025" y="210"/>
                  </a:cubicBezTo>
                  <a:lnTo>
                    <a:pt x="25840" y="210"/>
                  </a:lnTo>
                  <a:lnTo>
                    <a:pt x="25840" y="166"/>
                  </a:lnTo>
                  <a:lnTo>
                    <a:pt x="25750" y="166"/>
                  </a:lnTo>
                  <a:lnTo>
                    <a:pt x="25750" y="210"/>
                  </a:lnTo>
                  <a:lnTo>
                    <a:pt x="23111" y="210"/>
                  </a:lnTo>
                  <a:cubicBezTo>
                    <a:pt x="22946" y="226"/>
                    <a:pt x="22781" y="270"/>
                    <a:pt x="22616" y="300"/>
                  </a:cubicBezTo>
                  <a:lnTo>
                    <a:pt x="22616" y="1786"/>
                  </a:lnTo>
                  <a:lnTo>
                    <a:pt x="21147" y="1786"/>
                  </a:lnTo>
                  <a:lnTo>
                    <a:pt x="21147" y="406"/>
                  </a:lnTo>
                  <a:cubicBezTo>
                    <a:pt x="21117" y="406"/>
                    <a:pt x="21087" y="406"/>
                    <a:pt x="21057" y="390"/>
                  </a:cubicBezTo>
                  <a:lnTo>
                    <a:pt x="21057" y="1786"/>
                  </a:lnTo>
                  <a:lnTo>
                    <a:pt x="19571" y="1786"/>
                  </a:lnTo>
                  <a:lnTo>
                    <a:pt x="19571" y="450"/>
                  </a:lnTo>
                  <a:cubicBezTo>
                    <a:pt x="19541" y="466"/>
                    <a:pt x="19511" y="466"/>
                    <a:pt x="19497" y="466"/>
                  </a:cubicBezTo>
                  <a:lnTo>
                    <a:pt x="19497" y="1786"/>
                  </a:lnTo>
                  <a:lnTo>
                    <a:pt x="18012" y="1786"/>
                  </a:lnTo>
                  <a:lnTo>
                    <a:pt x="18012" y="300"/>
                  </a:lnTo>
                  <a:lnTo>
                    <a:pt x="18627" y="300"/>
                  </a:lnTo>
                  <a:cubicBezTo>
                    <a:pt x="18567" y="270"/>
                    <a:pt x="18551" y="240"/>
                    <a:pt x="18507" y="210"/>
                  </a:cubicBezTo>
                  <a:lnTo>
                    <a:pt x="18237" y="210"/>
                  </a:lnTo>
                  <a:cubicBezTo>
                    <a:pt x="18117" y="240"/>
                    <a:pt x="18012" y="286"/>
                    <a:pt x="17922" y="316"/>
                  </a:cubicBezTo>
                  <a:lnTo>
                    <a:pt x="17922" y="1786"/>
                  </a:lnTo>
                  <a:lnTo>
                    <a:pt x="16452" y="1786"/>
                  </a:lnTo>
                  <a:lnTo>
                    <a:pt x="16452" y="480"/>
                  </a:lnTo>
                  <a:lnTo>
                    <a:pt x="16362" y="480"/>
                  </a:lnTo>
                  <a:lnTo>
                    <a:pt x="16362" y="1786"/>
                  </a:lnTo>
                  <a:lnTo>
                    <a:pt x="14878" y="1786"/>
                  </a:lnTo>
                  <a:lnTo>
                    <a:pt x="14878" y="300"/>
                  </a:lnTo>
                  <a:lnTo>
                    <a:pt x="15042" y="300"/>
                  </a:lnTo>
                  <a:cubicBezTo>
                    <a:pt x="14998" y="300"/>
                    <a:pt x="14938" y="286"/>
                    <a:pt x="14862" y="286"/>
                  </a:cubicBezTo>
                  <a:cubicBezTo>
                    <a:pt x="14518" y="286"/>
                    <a:pt x="14158" y="300"/>
                    <a:pt x="13812" y="300"/>
                  </a:cubicBezTo>
                  <a:lnTo>
                    <a:pt x="14802" y="300"/>
                  </a:lnTo>
                  <a:lnTo>
                    <a:pt x="14802" y="1786"/>
                  </a:lnTo>
                  <a:lnTo>
                    <a:pt x="13318" y="1786"/>
                  </a:lnTo>
                  <a:lnTo>
                    <a:pt x="13318" y="300"/>
                  </a:lnTo>
                  <a:lnTo>
                    <a:pt x="13812" y="300"/>
                  </a:lnTo>
                  <a:cubicBezTo>
                    <a:pt x="13662" y="300"/>
                    <a:pt x="13528" y="300"/>
                    <a:pt x="13392" y="270"/>
                  </a:cubicBezTo>
                  <a:cubicBezTo>
                    <a:pt x="13332" y="256"/>
                    <a:pt x="13272" y="226"/>
                    <a:pt x="13228" y="196"/>
                  </a:cubicBezTo>
                  <a:lnTo>
                    <a:pt x="13228" y="210"/>
                  </a:lnTo>
                  <a:lnTo>
                    <a:pt x="12298" y="210"/>
                  </a:lnTo>
                  <a:cubicBezTo>
                    <a:pt x="12283" y="240"/>
                    <a:pt x="12223" y="256"/>
                    <a:pt x="12223" y="270"/>
                  </a:cubicBezTo>
                  <a:cubicBezTo>
                    <a:pt x="12103" y="286"/>
                    <a:pt x="11773" y="286"/>
                    <a:pt x="11383" y="300"/>
                  </a:cubicBezTo>
                  <a:lnTo>
                    <a:pt x="11668" y="300"/>
                  </a:lnTo>
                  <a:lnTo>
                    <a:pt x="11668" y="1786"/>
                  </a:lnTo>
                  <a:lnTo>
                    <a:pt x="10183" y="1786"/>
                  </a:lnTo>
                  <a:lnTo>
                    <a:pt x="10183" y="406"/>
                  </a:lnTo>
                  <a:cubicBezTo>
                    <a:pt x="10153" y="406"/>
                    <a:pt x="10123" y="406"/>
                    <a:pt x="10109" y="420"/>
                  </a:cubicBezTo>
                  <a:lnTo>
                    <a:pt x="10109" y="1786"/>
                  </a:lnTo>
                  <a:lnTo>
                    <a:pt x="8623" y="1786"/>
                  </a:lnTo>
                  <a:lnTo>
                    <a:pt x="8623" y="390"/>
                  </a:lnTo>
                  <a:cubicBezTo>
                    <a:pt x="8593" y="376"/>
                    <a:pt x="8563" y="376"/>
                    <a:pt x="8533" y="376"/>
                  </a:cubicBezTo>
                  <a:lnTo>
                    <a:pt x="8533" y="1786"/>
                  </a:lnTo>
                  <a:lnTo>
                    <a:pt x="7064" y="1786"/>
                  </a:lnTo>
                  <a:lnTo>
                    <a:pt x="7064" y="300"/>
                  </a:lnTo>
                  <a:lnTo>
                    <a:pt x="8263" y="300"/>
                  </a:lnTo>
                  <a:cubicBezTo>
                    <a:pt x="8143" y="270"/>
                    <a:pt x="8039" y="240"/>
                    <a:pt x="7934" y="210"/>
                  </a:cubicBezTo>
                  <a:lnTo>
                    <a:pt x="7064" y="210"/>
                  </a:lnTo>
                  <a:lnTo>
                    <a:pt x="7064" y="16"/>
                  </a:lnTo>
                  <a:cubicBezTo>
                    <a:pt x="7034" y="16"/>
                    <a:pt x="7004" y="16"/>
                    <a:pt x="6974" y="0"/>
                  </a:cubicBezTo>
                  <a:close/>
                </a:path>
              </a:pathLst>
            </a:custGeom>
            <a:solidFill>
              <a:srgbClr val="BA9F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5" name="Google Shape;1575;p44"/>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568" name="Google Shape;1568;p44"/>
          <p:cNvSpPr txBox="1"/>
          <p:nvPr/>
        </p:nvSpPr>
        <p:spPr>
          <a:xfrm>
            <a:off x="3795744" y="2509150"/>
            <a:ext cx="1552500" cy="90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Review of past events</a:t>
            </a:r>
            <a:endParaRPr sz="2400">
              <a:solidFill>
                <a:schemeClr val="dk1"/>
              </a:solidFill>
              <a:latin typeface="Bellefair"/>
              <a:ea typeface="Bellefair"/>
              <a:cs typeface="Bellefair"/>
              <a:sym typeface="Bellefai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45"/>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pSp>
        <p:nvGrpSpPr>
          <p:cNvPr id="1581" name="Google Shape;1581;p45"/>
          <p:cNvGrpSpPr/>
          <p:nvPr/>
        </p:nvGrpSpPr>
        <p:grpSpPr>
          <a:xfrm rot="4499987">
            <a:off x="6230158" y="1227678"/>
            <a:ext cx="990291" cy="1559566"/>
            <a:chOff x="1473375" y="4420725"/>
            <a:chExt cx="463825" cy="730425"/>
          </a:xfrm>
        </p:grpSpPr>
        <p:sp>
          <p:nvSpPr>
            <p:cNvPr id="1582" name="Google Shape;1582;p45"/>
            <p:cNvSpPr/>
            <p:nvPr/>
          </p:nvSpPr>
          <p:spPr>
            <a:xfrm>
              <a:off x="1473375" y="4420725"/>
              <a:ext cx="463825" cy="730425"/>
            </a:xfrm>
            <a:custGeom>
              <a:rect b="b" l="l" r="r" t="t"/>
              <a:pathLst>
                <a:path extrusionOk="0" h="29217" w="18553">
                  <a:moveTo>
                    <a:pt x="9129" y="1"/>
                  </a:moveTo>
                  <a:cubicBezTo>
                    <a:pt x="9106" y="1"/>
                    <a:pt x="9082" y="2"/>
                    <a:pt x="9058" y="3"/>
                  </a:cubicBezTo>
                  <a:cubicBezTo>
                    <a:pt x="8879" y="3"/>
                    <a:pt x="8714" y="49"/>
                    <a:pt x="8534" y="153"/>
                  </a:cubicBezTo>
                  <a:cubicBezTo>
                    <a:pt x="8369" y="259"/>
                    <a:pt x="8204" y="573"/>
                    <a:pt x="8099" y="753"/>
                  </a:cubicBezTo>
                  <a:cubicBezTo>
                    <a:pt x="8054" y="829"/>
                    <a:pt x="8009" y="933"/>
                    <a:pt x="7934" y="979"/>
                  </a:cubicBezTo>
                  <a:cubicBezTo>
                    <a:pt x="7829" y="1053"/>
                    <a:pt x="7679" y="1039"/>
                    <a:pt x="7574" y="1113"/>
                  </a:cubicBezTo>
                  <a:cubicBezTo>
                    <a:pt x="7454" y="1203"/>
                    <a:pt x="7394" y="1339"/>
                    <a:pt x="7319" y="1459"/>
                  </a:cubicBezTo>
                  <a:cubicBezTo>
                    <a:pt x="7214" y="1623"/>
                    <a:pt x="7079" y="1713"/>
                    <a:pt x="6929" y="1803"/>
                  </a:cubicBezTo>
                  <a:cubicBezTo>
                    <a:pt x="6645" y="1953"/>
                    <a:pt x="6329" y="1983"/>
                    <a:pt x="6045" y="2089"/>
                  </a:cubicBezTo>
                  <a:cubicBezTo>
                    <a:pt x="5715" y="2193"/>
                    <a:pt x="5385" y="2269"/>
                    <a:pt x="5085" y="2433"/>
                  </a:cubicBezTo>
                  <a:cubicBezTo>
                    <a:pt x="4755" y="2599"/>
                    <a:pt x="4559" y="2853"/>
                    <a:pt x="4425" y="3198"/>
                  </a:cubicBezTo>
                  <a:cubicBezTo>
                    <a:pt x="4259" y="3558"/>
                    <a:pt x="3989" y="3798"/>
                    <a:pt x="3675" y="4083"/>
                  </a:cubicBezTo>
                  <a:cubicBezTo>
                    <a:pt x="3225" y="4488"/>
                    <a:pt x="2730" y="4862"/>
                    <a:pt x="2220" y="5192"/>
                  </a:cubicBezTo>
                  <a:cubicBezTo>
                    <a:pt x="1950" y="5372"/>
                    <a:pt x="1800" y="5672"/>
                    <a:pt x="1546" y="5852"/>
                  </a:cubicBezTo>
                  <a:cubicBezTo>
                    <a:pt x="1410" y="5972"/>
                    <a:pt x="1246" y="6018"/>
                    <a:pt x="1096" y="6122"/>
                  </a:cubicBezTo>
                  <a:cubicBezTo>
                    <a:pt x="990" y="6212"/>
                    <a:pt x="916" y="6362"/>
                    <a:pt x="840" y="6468"/>
                  </a:cubicBezTo>
                  <a:cubicBezTo>
                    <a:pt x="766" y="6572"/>
                    <a:pt x="616" y="6708"/>
                    <a:pt x="570" y="6812"/>
                  </a:cubicBezTo>
                  <a:cubicBezTo>
                    <a:pt x="526" y="6918"/>
                    <a:pt x="586" y="7022"/>
                    <a:pt x="600" y="7142"/>
                  </a:cubicBezTo>
                  <a:cubicBezTo>
                    <a:pt x="660" y="7368"/>
                    <a:pt x="766" y="7668"/>
                    <a:pt x="766" y="7892"/>
                  </a:cubicBezTo>
                  <a:cubicBezTo>
                    <a:pt x="766" y="8027"/>
                    <a:pt x="690" y="8132"/>
                    <a:pt x="676" y="8267"/>
                  </a:cubicBezTo>
                  <a:cubicBezTo>
                    <a:pt x="676" y="8372"/>
                    <a:pt x="706" y="8462"/>
                    <a:pt x="676" y="8567"/>
                  </a:cubicBezTo>
                  <a:cubicBezTo>
                    <a:pt x="630" y="8717"/>
                    <a:pt x="496" y="8807"/>
                    <a:pt x="450" y="8972"/>
                  </a:cubicBezTo>
                  <a:cubicBezTo>
                    <a:pt x="436" y="9107"/>
                    <a:pt x="436" y="9272"/>
                    <a:pt x="466" y="9392"/>
                  </a:cubicBezTo>
                  <a:cubicBezTo>
                    <a:pt x="480" y="9557"/>
                    <a:pt x="570" y="9722"/>
                    <a:pt x="570" y="9872"/>
                  </a:cubicBezTo>
                  <a:cubicBezTo>
                    <a:pt x="586" y="9991"/>
                    <a:pt x="526" y="10127"/>
                    <a:pt x="526" y="10261"/>
                  </a:cubicBezTo>
                  <a:cubicBezTo>
                    <a:pt x="510" y="10921"/>
                    <a:pt x="526" y="11581"/>
                    <a:pt x="526" y="12257"/>
                  </a:cubicBezTo>
                  <a:cubicBezTo>
                    <a:pt x="526" y="12481"/>
                    <a:pt x="556" y="12721"/>
                    <a:pt x="496" y="12947"/>
                  </a:cubicBezTo>
                  <a:cubicBezTo>
                    <a:pt x="420" y="13186"/>
                    <a:pt x="256" y="13396"/>
                    <a:pt x="136" y="13621"/>
                  </a:cubicBezTo>
                  <a:cubicBezTo>
                    <a:pt x="90" y="13711"/>
                    <a:pt x="0" y="13831"/>
                    <a:pt x="0" y="13936"/>
                  </a:cubicBezTo>
                  <a:cubicBezTo>
                    <a:pt x="166" y="14026"/>
                    <a:pt x="330" y="14101"/>
                    <a:pt x="420" y="14281"/>
                  </a:cubicBezTo>
                  <a:cubicBezTo>
                    <a:pt x="540" y="14536"/>
                    <a:pt x="540" y="14821"/>
                    <a:pt x="750" y="15031"/>
                  </a:cubicBezTo>
                  <a:cubicBezTo>
                    <a:pt x="990" y="15256"/>
                    <a:pt x="1200" y="15286"/>
                    <a:pt x="1230" y="15646"/>
                  </a:cubicBezTo>
                  <a:cubicBezTo>
                    <a:pt x="1246" y="15960"/>
                    <a:pt x="1156" y="16320"/>
                    <a:pt x="1230" y="16606"/>
                  </a:cubicBezTo>
                  <a:cubicBezTo>
                    <a:pt x="1290" y="16830"/>
                    <a:pt x="1486" y="16830"/>
                    <a:pt x="1680" y="16876"/>
                  </a:cubicBezTo>
                  <a:cubicBezTo>
                    <a:pt x="1875" y="16906"/>
                    <a:pt x="2070" y="16996"/>
                    <a:pt x="2265" y="17026"/>
                  </a:cubicBezTo>
                  <a:cubicBezTo>
                    <a:pt x="2475" y="17070"/>
                    <a:pt x="2640" y="17056"/>
                    <a:pt x="2745" y="17250"/>
                  </a:cubicBezTo>
                  <a:cubicBezTo>
                    <a:pt x="2835" y="17446"/>
                    <a:pt x="2880" y="17596"/>
                    <a:pt x="3075" y="17686"/>
                  </a:cubicBezTo>
                  <a:cubicBezTo>
                    <a:pt x="3285" y="17806"/>
                    <a:pt x="3450" y="17836"/>
                    <a:pt x="3690" y="17880"/>
                  </a:cubicBezTo>
                  <a:cubicBezTo>
                    <a:pt x="4125" y="17956"/>
                    <a:pt x="4215" y="18405"/>
                    <a:pt x="4349" y="18750"/>
                  </a:cubicBezTo>
                  <a:cubicBezTo>
                    <a:pt x="4425" y="18960"/>
                    <a:pt x="4529" y="19050"/>
                    <a:pt x="4649" y="19215"/>
                  </a:cubicBezTo>
                  <a:cubicBezTo>
                    <a:pt x="4695" y="19290"/>
                    <a:pt x="4739" y="19380"/>
                    <a:pt x="4769" y="19455"/>
                  </a:cubicBezTo>
                  <a:cubicBezTo>
                    <a:pt x="4785" y="19545"/>
                    <a:pt x="4739" y="19635"/>
                    <a:pt x="4785" y="19725"/>
                  </a:cubicBezTo>
                  <a:cubicBezTo>
                    <a:pt x="4815" y="19815"/>
                    <a:pt x="4965" y="19920"/>
                    <a:pt x="5025" y="19995"/>
                  </a:cubicBezTo>
                  <a:cubicBezTo>
                    <a:pt x="5325" y="20325"/>
                    <a:pt x="5025" y="20729"/>
                    <a:pt x="4845" y="21045"/>
                  </a:cubicBezTo>
                  <a:cubicBezTo>
                    <a:pt x="4665" y="21375"/>
                    <a:pt x="4889" y="21465"/>
                    <a:pt x="4919" y="21765"/>
                  </a:cubicBezTo>
                  <a:cubicBezTo>
                    <a:pt x="4935" y="21915"/>
                    <a:pt x="4889" y="22035"/>
                    <a:pt x="4995" y="22169"/>
                  </a:cubicBezTo>
                  <a:cubicBezTo>
                    <a:pt x="5069" y="22289"/>
                    <a:pt x="5249" y="22365"/>
                    <a:pt x="5385" y="22425"/>
                  </a:cubicBezTo>
                  <a:cubicBezTo>
                    <a:pt x="5655" y="22545"/>
                    <a:pt x="5835" y="22619"/>
                    <a:pt x="5999" y="22845"/>
                  </a:cubicBezTo>
                  <a:cubicBezTo>
                    <a:pt x="6075" y="22965"/>
                    <a:pt x="6149" y="23129"/>
                    <a:pt x="6255" y="23249"/>
                  </a:cubicBezTo>
                  <a:cubicBezTo>
                    <a:pt x="6405" y="23474"/>
                    <a:pt x="6705" y="23504"/>
                    <a:pt x="6929" y="23639"/>
                  </a:cubicBezTo>
                  <a:cubicBezTo>
                    <a:pt x="7079" y="23714"/>
                    <a:pt x="7244" y="23789"/>
                    <a:pt x="7364" y="23879"/>
                  </a:cubicBezTo>
                  <a:cubicBezTo>
                    <a:pt x="7544" y="23669"/>
                    <a:pt x="7829" y="23519"/>
                    <a:pt x="8084" y="23459"/>
                  </a:cubicBezTo>
                  <a:cubicBezTo>
                    <a:pt x="8148" y="23442"/>
                    <a:pt x="8219" y="23438"/>
                    <a:pt x="8292" y="23438"/>
                  </a:cubicBezTo>
                  <a:cubicBezTo>
                    <a:pt x="8349" y="23438"/>
                    <a:pt x="8407" y="23440"/>
                    <a:pt x="8465" y="23440"/>
                  </a:cubicBezTo>
                  <a:cubicBezTo>
                    <a:pt x="8596" y="23440"/>
                    <a:pt x="8722" y="23429"/>
                    <a:pt x="8819" y="23354"/>
                  </a:cubicBezTo>
                  <a:cubicBezTo>
                    <a:pt x="8939" y="23265"/>
                    <a:pt x="8969" y="23129"/>
                    <a:pt x="9088" y="23055"/>
                  </a:cubicBezTo>
                  <a:cubicBezTo>
                    <a:pt x="9194" y="22979"/>
                    <a:pt x="9268" y="22935"/>
                    <a:pt x="9374" y="22845"/>
                  </a:cubicBezTo>
                  <a:cubicBezTo>
                    <a:pt x="9478" y="22739"/>
                    <a:pt x="9554" y="22649"/>
                    <a:pt x="9704" y="22649"/>
                  </a:cubicBezTo>
                  <a:cubicBezTo>
                    <a:pt x="9838" y="22649"/>
                    <a:pt x="9854" y="22709"/>
                    <a:pt x="9974" y="22769"/>
                  </a:cubicBezTo>
                  <a:cubicBezTo>
                    <a:pt x="10124" y="22845"/>
                    <a:pt x="10124" y="22815"/>
                    <a:pt x="10214" y="22965"/>
                  </a:cubicBezTo>
                  <a:cubicBezTo>
                    <a:pt x="10274" y="23039"/>
                    <a:pt x="10304" y="23085"/>
                    <a:pt x="10394" y="23115"/>
                  </a:cubicBezTo>
                  <a:cubicBezTo>
                    <a:pt x="10528" y="23159"/>
                    <a:pt x="10588" y="23085"/>
                    <a:pt x="10634" y="23265"/>
                  </a:cubicBezTo>
                  <a:cubicBezTo>
                    <a:pt x="10648" y="23354"/>
                    <a:pt x="10618" y="23504"/>
                    <a:pt x="10618" y="23594"/>
                  </a:cubicBezTo>
                  <a:cubicBezTo>
                    <a:pt x="10618" y="23774"/>
                    <a:pt x="10678" y="24074"/>
                    <a:pt x="10604" y="24254"/>
                  </a:cubicBezTo>
                  <a:cubicBezTo>
                    <a:pt x="10574" y="24344"/>
                    <a:pt x="10454" y="24419"/>
                    <a:pt x="10394" y="24494"/>
                  </a:cubicBezTo>
                  <a:cubicBezTo>
                    <a:pt x="10318" y="24599"/>
                    <a:pt x="10274" y="24704"/>
                    <a:pt x="10214" y="24809"/>
                  </a:cubicBezTo>
                  <a:cubicBezTo>
                    <a:pt x="10108" y="25034"/>
                    <a:pt x="10244" y="25394"/>
                    <a:pt x="10364" y="25604"/>
                  </a:cubicBezTo>
                  <a:cubicBezTo>
                    <a:pt x="10484" y="25844"/>
                    <a:pt x="10678" y="26008"/>
                    <a:pt x="10858" y="26204"/>
                  </a:cubicBezTo>
                  <a:cubicBezTo>
                    <a:pt x="11128" y="26458"/>
                    <a:pt x="11578" y="26398"/>
                    <a:pt x="11938" y="26504"/>
                  </a:cubicBezTo>
                  <a:cubicBezTo>
                    <a:pt x="12343" y="26624"/>
                    <a:pt x="12463" y="26864"/>
                    <a:pt x="12703" y="27178"/>
                  </a:cubicBezTo>
                  <a:cubicBezTo>
                    <a:pt x="12883" y="27418"/>
                    <a:pt x="13198" y="27734"/>
                    <a:pt x="13513" y="27748"/>
                  </a:cubicBezTo>
                  <a:cubicBezTo>
                    <a:pt x="13694" y="27748"/>
                    <a:pt x="13826" y="27670"/>
                    <a:pt x="13960" y="27670"/>
                  </a:cubicBezTo>
                  <a:cubicBezTo>
                    <a:pt x="14037" y="27670"/>
                    <a:pt x="14115" y="27696"/>
                    <a:pt x="14203" y="27778"/>
                  </a:cubicBezTo>
                  <a:cubicBezTo>
                    <a:pt x="14503" y="28078"/>
                    <a:pt x="14607" y="28468"/>
                    <a:pt x="15043" y="28603"/>
                  </a:cubicBezTo>
                  <a:cubicBezTo>
                    <a:pt x="15127" y="28635"/>
                    <a:pt x="15194" y="28648"/>
                    <a:pt x="15255" y="28648"/>
                  </a:cubicBezTo>
                  <a:cubicBezTo>
                    <a:pt x="15368" y="28648"/>
                    <a:pt x="15460" y="28602"/>
                    <a:pt x="15597" y="28543"/>
                  </a:cubicBezTo>
                  <a:cubicBezTo>
                    <a:pt x="15801" y="28462"/>
                    <a:pt x="15955" y="28344"/>
                    <a:pt x="16182" y="28344"/>
                  </a:cubicBezTo>
                  <a:cubicBezTo>
                    <a:pt x="16206" y="28344"/>
                    <a:pt x="16231" y="28345"/>
                    <a:pt x="16257" y="28348"/>
                  </a:cubicBezTo>
                  <a:cubicBezTo>
                    <a:pt x="16483" y="28378"/>
                    <a:pt x="16693" y="28573"/>
                    <a:pt x="16857" y="28738"/>
                  </a:cubicBezTo>
                  <a:cubicBezTo>
                    <a:pt x="17037" y="28948"/>
                    <a:pt x="17247" y="28933"/>
                    <a:pt x="17487" y="29053"/>
                  </a:cubicBezTo>
                  <a:cubicBezTo>
                    <a:pt x="17562" y="29083"/>
                    <a:pt x="17622" y="29113"/>
                    <a:pt x="17697" y="29143"/>
                  </a:cubicBezTo>
                  <a:cubicBezTo>
                    <a:pt x="17727" y="29158"/>
                    <a:pt x="17712" y="29188"/>
                    <a:pt x="17757" y="29203"/>
                  </a:cubicBezTo>
                  <a:cubicBezTo>
                    <a:pt x="17802" y="29213"/>
                    <a:pt x="17890" y="29217"/>
                    <a:pt x="17988" y="29217"/>
                  </a:cubicBezTo>
                  <a:cubicBezTo>
                    <a:pt x="18182" y="29217"/>
                    <a:pt x="18412" y="29203"/>
                    <a:pt x="18402" y="29203"/>
                  </a:cubicBezTo>
                  <a:cubicBezTo>
                    <a:pt x="18402" y="29203"/>
                    <a:pt x="18417" y="28438"/>
                    <a:pt x="18417" y="27148"/>
                  </a:cubicBezTo>
                  <a:cubicBezTo>
                    <a:pt x="18447" y="20535"/>
                    <a:pt x="18552" y="259"/>
                    <a:pt x="18492" y="169"/>
                  </a:cubicBezTo>
                  <a:cubicBezTo>
                    <a:pt x="18507" y="153"/>
                    <a:pt x="18462" y="79"/>
                    <a:pt x="18492" y="79"/>
                  </a:cubicBezTo>
                  <a:lnTo>
                    <a:pt x="9628" y="79"/>
                  </a:lnTo>
                  <a:cubicBezTo>
                    <a:pt x="9446" y="39"/>
                    <a:pt x="9286" y="1"/>
                    <a:pt x="9129" y="1"/>
                  </a:cubicBezTo>
                  <a:close/>
                </a:path>
              </a:pathLst>
            </a:custGeom>
            <a:solidFill>
              <a:srgbClr val="DAB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583" name="Google Shape;1583;p45"/>
            <p:cNvSpPr/>
            <p:nvPr/>
          </p:nvSpPr>
          <p:spPr>
            <a:xfrm>
              <a:off x="1476000" y="4420800"/>
              <a:ext cx="423300" cy="722125"/>
            </a:xfrm>
            <a:custGeom>
              <a:rect b="b" l="l" r="r" t="t"/>
              <a:pathLst>
                <a:path extrusionOk="0" h="28885" w="16932">
                  <a:moveTo>
                    <a:pt x="10363" y="226"/>
                  </a:moveTo>
                  <a:lnTo>
                    <a:pt x="10363" y="1620"/>
                  </a:lnTo>
                  <a:lnTo>
                    <a:pt x="8834" y="1620"/>
                  </a:lnTo>
                  <a:lnTo>
                    <a:pt x="8834" y="226"/>
                  </a:lnTo>
                  <a:close/>
                  <a:moveTo>
                    <a:pt x="12058" y="226"/>
                  </a:moveTo>
                  <a:lnTo>
                    <a:pt x="12058" y="1620"/>
                  </a:lnTo>
                  <a:lnTo>
                    <a:pt x="10529" y="1620"/>
                  </a:lnTo>
                  <a:lnTo>
                    <a:pt x="10529" y="226"/>
                  </a:lnTo>
                  <a:close/>
                  <a:moveTo>
                    <a:pt x="13753" y="226"/>
                  </a:moveTo>
                  <a:lnTo>
                    <a:pt x="13753" y="1636"/>
                  </a:lnTo>
                  <a:cubicBezTo>
                    <a:pt x="13243" y="1636"/>
                    <a:pt x="12733" y="1636"/>
                    <a:pt x="12223" y="1620"/>
                  </a:cubicBezTo>
                  <a:lnTo>
                    <a:pt x="12223" y="226"/>
                  </a:lnTo>
                  <a:close/>
                  <a:moveTo>
                    <a:pt x="15448" y="226"/>
                  </a:moveTo>
                  <a:lnTo>
                    <a:pt x="15448" y="1650"/>
                  </a:lnTo>
                  <a:cubicBezTo>
                    <a:pt x="14938" y="1650"/>
                    <a:pt x="14428" y="1636"/>
                    <a:pt x="13933" y="1636"/>
                  </a:cubicBezTo>
                  <a:lnTo>
                    <a:pt x="13933" y="226"/>
                  </a:lnTo>
                  <a:close/>
                  <a:moveTo>
                    <a:pt x="16692" y="210"/>
                  </a:moveTo>
                  <a:lnTo>
                    <a:pt x="16692" y="1666"/>
                  </a:lnTo>
                  <a:cubicBezTo>
                    <a:pt x="16332" y="1666"/>
                    <a:pt x="15972" y="1666"/>
                    <a:pt x="15628" y="1650"/>
                  </a:cubicBezTo>
                  <a:lnTo>
                    <a:pt x="15628" y="226"/>
                  </a:lnTo>
                  <a:cubicBezTo>
                    <a:pt x="15972" y="210"/>
                    <a:pt x="16332" y="210"/>
                    <a:pt x="16692" y="210"/>
                  </a:cubicBezTo>
                  <a:close/>
                  <a:moveTo>
                    <a:pt x="15628" y="1846"/>
                  </a:moveTo>
                  <a:cubicBezTo>
                    <a:pt x="15972" y="1860"/>
                    <a:pt x="16332" y="1860"/>
                    <a:pt x="16692" y="1860"/>
                  </a:cubicBezTo>
                  <a:lnTo>
                    <a:pt x="16692" y="3315"/>
                  </a:lnTo>
                  <a:lnTo>
                    <a:pt x="15628" y="3315"/>
                  </a:lnTo>
                  <a:lnTo>
                    <a:pt x="15628" y="1846"/>
                  </a:lnTo>
                  <a:close/>
                  <a:moveTo>
                    <a:pt x="8669" y="1816"/>
                  </a:moveTo>
                  <a:lnTo>
                    <a:pt x="8669" y="3330"/>
                  </a:lnTo>
                  <a:lnTo>
                    <a:pt x="7139" y="3330"/>
                  </a:lnTo>
                  <a:lnTo>
                    <a:pt x="7139" y="1816"/>
                  </a:lnTo>
                  <a:close/>
                  <a:moveTo>
                    <a:pt x="10363" y="1816"/>
                  </a:moveTo>
                  <a:lnTo>
                    <a:pt x="10363" y="3330"/>
                  </a:lnTo>
                  <a:lnTo>
                    <a:pt x="8834" y="3330"/>
                  </a:lnTo>
                  <a:lnTo>
                    <a:pt x="8834" y="1816"/>
                  </a:lnTo>
                  <a:close/>
                  <a:moveTo>
                    <a:pt x="10529" y="1816"/>
                  </a:moveTo>
                  <a:cubicBezTo>
                    <a:pt x="11039" y="1816"/>
                    <a:pt x="11549" y="1816"/>
                    <a:pt x="12058" y="1830"/>
                  </a:cubicBezTo>
                  <a:lnTo>
                    <a:pt x="12058" y="3330"/>
                  </a:lnTo>
                  <a:lnTo>
                    <a:pt x="10529" y="3330"/>
                  </a:lnTo>
                  <a:lnTo>
                    <a:pt x="10529" y="1816"/>
                  </a:lnTo>
                  <a:close/>
                  <a:moveTo>
                    <a:pt x="13753" y="1830"/>
                  </a:moveTo>
                  <a:lnTo>
                    <a:pt x="13753" y="3330"/>
                  </a:lnTo>
                  <a:lnTo>
                    <a:pt x="12223" y="3330"/>
                  </a:lnTo>
                  <a:lnTo>
                    <a:pt x="12223" y="1830"/>
                  </a:lnTo>
                  <a:close/>
                  <a:moveTo>
                    <a:pt x="13933" y="1830"/>
                  </a:moveTo>
                  <a:cubicBezTo>
                    <a:pt x="14428" y="1846"/>
                    <a:pt x="14938" y="1846"/>
                    <a:pt x="15448" y="1846"/>
                  </a:cubicBezTo>
                  <a:lnTo>
                    <a:pt x="15448" y="3315"/>
                  </a:lnTo>
                  <a:cubicBezTo>
                    <a:pt x="14938" y="3330"/>
                    <a:pt x="14428" y="3330"/>
                    <a:pt x="13933" y="3330"/>
                  </a:cubicBezTo>
                  <a:lnTo>
                    <a:pt x="13933" y="1830"/>
                  </a:lnTo>
                  <a:close/>
                  <a:moveTo>
                    <a:pt x="16692" y="3525"/>
                  </a:moveTo>
                  <a:lnTo>
                    <a:pt x="16692" y="5009"/>
                  </a:lnTo>
                  <a:cubicBezTo>
                    <a:pt x="16332" y="5025"/>
                    <a:pt x="15972" y="5025"/>
                    <a:pt x="15628" y="5025"/>
                  </a:cubicBezTo>
                  <a:lnTo>
                    <a:pt x="15628" y="3525"/>
                  </a:lnTo>
                  <a:close/>
                  <a:moveTo>
                    <a:pt x="13753" y="3525"/>
                  </a:moveTo>
                  <a:lnTo>
                    <a:pt x="13753" y="5039"/>
                  </a:lnTo>
                  <a:lnTo>
                    <a:pt x="12223" y="5039"/>
                  </a:lnTo>
                  <a:lnTo>
                    <a:pt x="12223" y="3525"/>
                  </a:lnTo>
                  <a:close/>
                  <a:moveTo>
                    <a:pt x="15448" y="3525"/>
                  </a:moveTo>
                  <a:lnTo>
                    <a:pt x="15448" y="5025"/>
                  </a:lnTo>
                  <a:cubicBezTo>
                    <a:pt x="14938" y="5025"/>
                    <a:pt x="14428" y="5039"/>
                    <a:pt x="13933" y="5039"/>
                  </a:cubicBezTo>
                  <a:lnTo>
                    <a:pt x="13933" y="3525"/>
                  </a:lnTo>
                  <a:close/>
                  <a:moveTo>
                    <a:pt x="6959" y="3525"/>
                  </a:moveTo>
                  <a:lnTo>
                    <a:pt x="6959" y="5055"/>
                  </a:lnTo>
                  <a:lnTo>
                    <a:pt x="5444" y="5055"/>
                  </a:lnTo>
                  <a:lnTo>
                    <a:pt x="5444" y="3525"/>
                  </a:lnTo>
                  <a:close/>
                  <a:moveTo>
                    <a:pt x="8669" y="3525"/>
                  </a:moveTo>
                  <a:lnTo>
                    <a:pt x="8669" y="5055"/>
                  </a:lnTo>
                  <a:lnTo>
                    <a:pt x="7139" y="5055"/>
                  </a:lnTo>
                  <a:lnTo>
                    <a:pt x="7139" y="3525"/>
                  </a:lnTo>
                  <a:close/>
                  <a:moveTo>
                    <a:pt x="10363" y="3525"/>
                  </a:moveTo>
                  <a:lnTo>
                    <a:pt x="10363" y="5055"/>
                  </a:lnTo>
                  <a:lnTo>
                    <a:pt x="8834" y="5055"/>
                  </a:lnTo>
                  <a:lnTo>
                    <a:pt x="8834" y="3525"/>
                  </a:lnTo>
                  <a:close/>
                  <a:moveTo>
                    <a:pt x="12058" y="3525"/>
                  </a:moveTo>
                  <a:lnTo>
                    <a:pt x="12058" y="5039"/>
                  </a:lnTo>
                  <a:cubicBezTo>
                    <a:pt x="11549" y="5055"/>
                    <a:pt x="11039" y="5055"/>
                    <a:pt x="10529" y="5055"/>
                  </a:cubicBezTo>
                  <a:lnTo>
                    <a:pt x="10529" y="3525"/>
                  </a:lnTo>
                  <a:close/>
                  <a:moveTo>
                    <a:pt x="8669" y="5249"/>
                  </a:moveTo>
                  <a:lnTo>
                    <a:pt x="8669" y="6645"/>
                  </a:lnTo>
                  <a:lnTo>
                    <a:pt x="7139" y="6645"/>
                  </a:lnTo>
                  <a:lnTo>
                    <a:pt x="7139" y="5249"/>
                  </a:lnTo>
                  <a:close/>
                  <a:moveTo>
                    <a:pt x="10363" y="5249"/>
                  </a:moveTo>
                  <a:lnTo>
                    <a:pt x="10363" y="6645"/>
                  </a:lnTo>
                  <a:lnTo>
                    <a:pt x="8834" y="6645"/>
                  </a:lnTo>
                  <a:lnTo>
                    <a:pt x="8834" y="5249"/>
                  </a:lnTo>
                  <a:close/>
                  <a:moveTo>
                    <a:pt x="3750" y="5235"/>
                  </a:moveTo>
                  <a:cubicBezTo>
                    <a:pt x="4260" y="5249"/>
                    <a:pt x="4770" y="5249"/>
                    <a:pt x="5264" y="5249"/>
                  </a:cubicBezTo>
                  <a:lnTo>
                    <a:pt x="5264" y="6659"/>
                  </a:lnTo>
                  <a:lnTo>
                    <a:pt x="3750" y="6659"/>
                  </a:lnTo>
                  <a:lnTo>
                    <a:pt x="3750" y="5235"/>
                  </a:lnTo>
                  <a:close/>
                  <a:moveTo>
                    <a:pt x="6959" y="5249"/>
                  </a:moveTo>
                  <a:lnTo>
                    <a:pt x="6959" y="6645"/>
                  </a:lnTo>
                  <a:cubicBezTo>
                    <a:pt x="6464" y="6645"/>
                    <a:pt x="5954" y="6645"/>
                    <a:pt x="5444" y="6659"/>
                  </a:cubicBezTo>
                  <a:lnTo>
                    <a:pt x="5444" y="5249"/>
                  </a:lnTo>
                  <a:close/>
                  <a:moveTo>
                    <a:pt x="12058" y="5249"/>
                  </a:moveTo>
                  <a:lnTo>
                    <a:pt x="12058" y="6659"/>
                  </a:lnTo>
                  <a:cubicBezTo>
                    <a:pt x="11549" y="6659"/>
                    <a:pt x="11039" y="6659"/>
                    <a:pt x="10529" y="6645"/>
                  </a:cubicBezTo>
                  <a:lnTo>
                    <a:pt x="10529" y="5249"/>
                  </a:lnTo>
                  <a:close/>
                  <a:moveTo>
                    <a:pt x="13753" y="5235"/>
                  </a:moveTo>
                  <a:lnTo>
                    <a:pt x="13753" y="6675"/>
                  </a:lnTo>
                  <a:cubicBezTo>
                    <a:pt x="13243" y="6675"/>
                    <a:pt x="12733" y="6659"/>
                    <a:pt x="12223" y="6659"/>
                  </a:cubicBezTo>
                  <a:lnTo>
                    <a:pt x="12223" y="5249"/>
                  </a:lnTo>
                  <a:cubicBezTo>
                    <a:pt x="12733" y="5235"/>
                    <a:pt x="13243" y="5235"/>
                    <a:pt x="13753" y="5235"/>
                  </a:cubicBezTo>
                  <a:close/>
                  <a:moveTo>
                    <a:pt x="15448" y="5219"/>
                  </a:moveTo>
                  <a:lnTo>
                    <a:pt x="15448" y="6689"/>
                  </a:lnTo>
                  <a:cubicBezTo>
                    <a:pt x="14938" y="6689"/>
                    <a:pt x="14428" y="6675"/>
                    <a:pt x="13933" y="6675"/>
                  </a:cubicBezTo>
                  <a:lnTo>
                    <a:pt x="13933" y="5235"/>
                  </a:lnTo>
                  <a:cubicBezTo>
                    <a:pt x="14428" y="5235"/>
                    <a:pt x="14938" y="5235"/>
                    <a:pt x="15448" y="5219"/>
                  </a:cubicBezTo>
                  <a:close/>
                  <a:moveTo>
                    <a:pt x="16692" y="5219"/>
                  </a:moveTo>
                  <a:lnTo>
                    <a:pt x="16692" y="6705"/>
                  </a:lnTo>
                  <a:cubicBezTo>
                    <a:pt x="16332" y="6705"/>
                    <a:pt x="15972" y="6705"/>
                    <a:pt x="15628" y="6689"/>
                  </a:cubicBezTo>
                  <a:lnTo>
                    <a:pt x="15628" y="5219"/>
                  </a:lnTo>
                  <a:close/>
                  <a:moveTo>
                    <a:pt x="6959" y="6855"/>
                  </a:moveTo>
                  <a:lnTo>
                    <a:pt x="6959" y="8369"/>
                  </a:lnTo>
                  <a:lnTo>
                    <a:pt x="5444" y="8369"/>
                  </a:lnTo>
                  <a:lnTo>
                    <a:pt x="5444" y="6855"/>
                  </a:lnTo>
                  <a:close/>
                  <a:moveTo>
                    <a:pt x="8669" y="6839"/>
                  </a:moveTo>
                  <a:lnTo>
                    <a:pt x="8669" y="8369"/>
                  </a:lnTo>
                  <a:lnTo>
                    <a:pt x="7139" y="8369"/>
                  </a:lnTo>
                  <a:lnTo>
                    <a:pt x="7139" y="6839"/>
                  </a:lnTo>
                  <a:close/>
                  <a:moveTo>
                    <a:pt x="8834" y="6839"/>
                  </a:moveTo>
                  <a:cubicBezTo>
                    <a:pt x="9343" y="6839"/>
                    <a:pt x="9853" y="6855"/>
                    <a:pt x="10363" y="6855"/>
                  </a:cubicBezTo>
                  <a:lnTo>
                    <a:pt x="10363" y="8369"/>
                  </a:lnTo>
                  <a:lnTo>
                    <a:pt x="8834" y="8369"/>
                  </a:lnTo>
                  <a:lnTo>
                    <a:pt x="8834" y="6839"/>
                  </a:lnTo>
                  <a:close/>
                  <a:moveTo>
                    <a:pt x="3570" y="6869"/>
                  </a:moveTo>
                  <a:lnTo>
                    <a:pt x="3570" y="8384"/>
                  </a:lnTo>
                  <a:lnTo>
                    <a:pt x="2055" y="8384"/>
                  </a:lnTo>
                  <a:lnTo>
                    <a:pt x="2055" y="6885"/>
                  </a:lnTo>
                  <a:cubicBezTo>
                    <a:pt x="2565" y="6869"/>
                    <a:pt x="3060" y="6869"/>
                    <a:pt x="3570" y="6869"/>
                  </a:cubicBezTo>
                  <a:close/>
                  <a:moveTo>
                    <a:pt x="5264" y="6855"/>
                  </a:moveTo>
                  <a:lnTo>
                    <a:pt x="5264" y="8369"/>
                  </a:lnTo>
                  <a:cubicBezTo>
                    <a:pt x="4770" y="8384"/>
                    <a:pt x="4260" y="8384"/>
                    <a:pt x="3750" y="8384"/>
                  </a:cubicBezTo>
                  <a:lnTo>
                    <a:pt x="3750" y="6869"/>
                  </a:lnTo>
                  <a:cubicBezTo>
                    <a:pt x="4260" y="6855"/>
                    <a:pt x="4770" y="6855"/>
                    <a:pt x="5264" y="6855"/>
                  </a:cubicBezTo>
                  <a:close/>
                  <a:moveTo>
                    <a:pt x="12058" y="6855"/>
                  </a:moveTo>
                  <a:lnTo>
                    <a:pt x="12058" y="8384"/>
                  </a:lnTo>
                  <a:cubicBezTo>
                    <a:pt x="11549" y="8369"/>
                    <a:pt x="11039" y="8369"/>
                    <a:pt x="10529" y="8369"/>
                  </a:cubicBezTo>
                  <a:lnTo>
                    <a:pt x="10529" y="6855"/>
                  </a:lnTo>
                  <a:close/>
                  <a:moveTo>
                    <a:pt x="12223" y="6855"/>
                  </a:moveTo>
                  <a:cubicBezTo>
                    <a:pt x="12733" y="6869"/>
                    <a:pt x="13243" y="6869"/>
                    <a:pt x="13753" y="6869"/>
                  </a:cubicBezTo>
                  <a:lnTo>
                    <a:pt x="13753" y="8384"/>
                  </a:lnTo>
                  <a:lnTo>
                    <a:pt x="12223" y="8384"/>
                  </a:lnTo>
                  <a:lnTo>
                    <a:pt x="12223" y="6855"/>
                  </a:lnTo>
                  <a:close/>
                  <a:moveTo>
                    <a:pt x="13933" y="6869"/>
                  </a:moveTo>
                  <a:cubicBezTo>
                    <a:pt x="14428" y="6885"/>
                    <a:pt x="14938" y="6885"/>
                    <a:pt x="15448" y="6885"/>
                  </a:cubicBezTo>
                  <a:lnTo>
                    <a:pt x="15448" y="8399"/>
                  </a:lnTo>
                  <a:cubicBezTo>
                    <a:pt x="14938" y="8399"/>
                    <a:pt x="14428" y="8384"/>
                    <a:pt x="13933" y="8384"/>
                  </a:cubicBezTo>
                  <a:lnTo>
                    <a:pt x="13933" y="6869"/>
                  </a:lnTo>
                  <a:close/>
                  <a:moveTo>
                    <a:pt x="16692" y="6899"/>
                  </a:moveTo>
                  <a:lnTo>
                    <a:pt x="16692" y="8399"/>
                  </a:lnTo>
                  <a:lnTo>
                    <a:pt x="15628" y="8399"/>
                  </a:lnTo>
                  <a:lnTo>
                    <a:pt x="15628" y="6899"/>
                  </a:lnTo>
                  <a:close/>
                  <a:moveTo>
                    <a:pt x="555" y="8594"/>
                  </a:moveTo>
                  <a:lnTo>
                    <a:pt x="555" y="8601"/>
                  </a:lnTo>
                  <a:lnTo>
                    <a:pt x="555" y="8601"/>
                  </a:lnTo>
                  <a:cubicBezTo>
                    <a:pt x="556" y="8599"/>
                    <a:pt x="557" y="8597"/>
                    <a:pt x="558" y="8594"/>
                  </a:cubicBezTo>
                  <a:close/>
                  <a:moveTo>
                    <a:pt x="3570" y="8579"/>
                  </a:moveTo>
                  <a:lnTo>
                    <a:pt x="3570" y="10094"/>
                  </a:lnTo>
                  <a:lnTo>
                    <a:pt x="2055" y="10094"/>
                  </a:lnTo>
                  <a:lnTo>
                    <a:pt x="2055" y="8594"/>
                  </a:lnTo>
                  <a:cubicBezTo>
                    <a:pt x="2565" y="8579"/>
                    <a:pt x="3060" y="8579"/>
                    <a:pt x="3570" y="8579"/>
                  </a:cubicBezTo>
                  <a:close/>
                  <a:moveTo>
                    <a:pt x="5264" y="8579"/>
                  </a:moveTo>
                  <a:lnTo>
                    <a:pt x="5264" y="10094"/>
                  </a:lnTo>
                  <a:lnTo>
                    <a:pt x="3750" y="10094"/>
                  </a:lnTo>
                  <a:lnTo>
                    <a:pt x="3750" y="8579"/>
                  </a:lnTo>
                  <a:close/>
                  <a:moveTo>
                    <a:pt x="6959" y="8564"/>
                  </a:moveTo>
                  <a:lnTo>
                    <a:pt x="6959" y="10094"/>
                  </a:lnTo>
                  <a:lnTo>
                    <a:pt x="5444" y="10094"/>
                  </a:lnTo>
                  <a:lnTo>
                    <a:pt x="5444" y="8579"/>
                  </a:lnTo>
                  <a:cubicBezTo>
                    <a:pt x="5954" y="8579"/>
                    <a:pt x="6464" y="8564"/>
                    <a:pt x="6959" y="8564"/>
                  </a:cubicBezTo>
                  <a:close/>
                  <a:moveTo>
                    <a:pt x="8669" y="8564"/>
                  </a:moveTo>
                  <a:lnTo>
                    <a:pt x="8669" y="10094"/>
                  </a:lnTo>
                  <a:lnTo>
                    <a:pt x="7139" y="10094"/>
                  </a:lnTo>
                  <a:lnTo>
                    <a:pt x="7139" y="8564"/>
                  </a:lnTo>
                  <a:close/>
                  <a:moveTo>
                    <a:pt x="8834" y="8564"/>
                  </a:moveTo>
                  <a:cubicBezTo>
                    <a:pt x="9343" y="8564"/>
                    <a:pt x="9853" y="8564"/>
                    <a:pt x="10363" y="8579"/>
                  </a:cubicBezTo>
                  <a:lnTo>
                    <a:pt x="10363" y="10094"/>
                  </a:lnTo>
                  <a:lnTo>
                    <a:pt x="8834" y="10094"/>
                  </a:lnTo>
                  <a:lnTo>
                    <a:pt x="8834" y="8564"/>
                  </a:lnTo>
                  <a:close/>
                  <a:moveTo>
                    <a:pt x="12058" y="8579"/>
                  </a:moveTo>
                  <a:lnTo>
                    <a:pt x="12058" y="10094"/>
                  </a:lnTo>
                  <a:lnTo>
                    <a:pt x="10529" y="10094"/>
                  </a:lnTo>
                  <a:lnTo>
                    <a:pt x="10529" y="8579"/>
                  </a:lnTo>
                  <a:close/>
                  <a:moveTo>
                    <a:pt x="13753" y="8579"/>
                  </a:moveTo>
                  <a:lnTo>
                    <a:pt x="13753" y="10094"/>
                  </a:lnTo>
                  <a:lnTo>
                    <a:pt x="12223" y="10094"/>
                  </a:lnTo>
                  <a:lnTo>
                    <a:pt x="12223" y="8579"/>
                  </a:lnTo>
                  <a:close/>
                  <a:moveTo>
                    <a:pt x="13933" y="8579"/>
                  </a:moveTo>
                  <a:cubicBezTo>
                    <a:pt x="14428" y="8594"/>
                    <a:pt x="14938" y="8594"/>
                    <a:pt x="15448" y="8594"/>
                  </a:cubicBezTo>
                  <a:lnTo>
                    <a:pt x="15448" y="10094"/>
                  </a:lnTo>
                  <a:lnTo>
                    <a:pt x="13933" y="10094"/>
                  </a:lnTo>
                  <a:lnTo>
                    <a:pt x="13933" y="8579"/>
                  </a:lnTo>
                  <a:close/>
                  <a:moveTo>
                    <a:pt x="15628" y="8594"/>
                  </a:moveTo>
                  <a:cubicBezTo>
                    <a:pt x="15972" y="8594"/>
                    <a:pt x="16332" y="8594"/>
                    <a:pt x="16692" y="8609"/>
                  </a:cubicBezTo>
                  <a:lnTo>
                    <a:pt x="16692" y="10094"/>
                  </a:lnTo>
                  <a:lnTo>
                    <a:pt x="15628" y="10094"/>
                  </a:lnTo>
                  <a:lnTo>
                    <a:pt x="15628" y="8594"/>
                  </a:lnTo>
                  <a:close/>
                  <a:moveTo>
                    <a:pt x="1875" y="10304"/>
                  </a:moveTo>
                  <a:lnTo>
                    <a:pt x="1875" y="11804"/>
                  </a:lnTo>
                  <a:lnTo>
                    <a:pt x="555" y="11804"/>
                  </a:lnTo>
                  <a:lnTo>
                    <a:pt x="555" y="10304"/>
                  </a:lnTo>
                  <a:close/>
                  <a:moveTo>
                    <a:pt x="13933" y="10288"/>
                  </a:moveTo>
                  <a:cubicBezTo>
                    <a:pt x="14428" y="10304"/>
                    <a:pt x="14938" y="10304"/>
                    <a:pt x="15448" y="10304"/>
                  </a:cubicBezTo>
                  <a:lnTo>
                    <a:pt x="15448" y="11804"/>
                  </a:lnTo>
                  <a:lnTo>
                    <a:pt x="13933" y="11804"/>
                  </a:lnTo>
                  <a:lnTo>
                    <a:pt x="13933" y="10288"/>
                  </a:lnTo>
                  <a:close/>
                  <a:moveTo>
                    <a:pt x="16692" y="10304"/>
                  </a:moveTo>
                  <a:lnTo>
                    <a:pt x="16692" y="11804"/>
                  </a:lnTo>
                  <a:lnTo>
                    <a:pt x="15628" y="11804"/>
                  </a:lnTo>
                  <a:lnTo>
                    <a:pt x="15628" y="10304"/>
                  </a:lnTo>
                  <a:close/>
                  <a:moveTo>
                    <a:pt x="3570" y="10288"/>
                  </a:moveTo>
                  <a:lnTo>
                    <a:pt x="3570" y="11818"/>
                  </a:lnTo>
                  <a:cubicBezTo>
                    <a:pt x="3060" y="11804"/>
                    <a:pt x="2565" y="11804"/>
                    <a:pt x="2055" y="11804"/>
                  </a:cubicBezTo>
                  <a:lnTo>
                    <a:pt x="2055" y="10304"/>
                  </a:lnTo>
                  <a:cubicBezTo>
                    <a:pt x="2565" y="10288"/>
                    <a:pt x="3060" y="10288"/>
                    <a:pt x="3570" y="10288"/>
                  </a:cubicBezTo>
                  <a:close/>
                  <a:moveTo>
                    <a:pt x="5264" y="10288"/>
                  </a:moveTo>
                  <a:lnTo>
                    <a:pt x="5264" y="11818"/>
                  </a:lnTo>
                  <a:lnTo>
                    <a:pt x="3750" y="11818"/>
                  </a:lnTo>
                  <a:lnTo>
                    <a:pt x="3750" y="10288"/>
                  </a:lnTo>
                  <a:close/>
                  <a:moveTo>
                    <a:pt x="6959" y="10288"/>
                  </a:moveTo>
                  <a:lnTo>
                    <a:pt x="6959" y="11818"/>
                  </a:lnTo>
                  <a:lnTo>
                    <a:pt x="5444" y="11818"/>
                  </a:lnTo>
                  <a:lnTo>
                    <a:pt x="5444" y="10288"/>
                  </a:lnTo>
                  <a:close/>
                  <a:moveTo>
                    <a:pt x="8669" y="10288"/>
                  </a:moveTo>
                  <a:lnTo>
                    <a:pt x="8669" y="11818"/>
                  </a:lnTo>
                  <a:lnTo>
                    <a:pt x="7139" y="11818"/>
                  </a:lnTo>
                  <a:lnTo>
                    <a:pt x="7139" y="10288"/>
                  </a:lnTo>
                  <a:close/>
                  <a:moveTo>
                    <a:pt x="10363" y="10288"/>
                  </a:moveTo>
                  <a:lnTo>
                    <a:pt x="10363" y="11818"/>
                  </a:lnTo>
                  <a:lnTo>
                    <a:pt x="8834" y="11818"/>
                  </a:lnTo>
                  <a:lnTo>
                    <a:pt x="8834" y="10288"/>
                  </a:lnTo>
                  <a:close/>
                  <a:moveTo>
                    <a:pt x="12058" y="10288"/>
                  </a:moveTo>
                  <a:lnTo>
                    <a:pt x="12058" y="11818"/>
                  </a:lnTo>
                  <a:lnTo>
                    <a:pt x="10529" y="11818"/>
                  </a:lnTo>
                  <a:lnTo>
                    <a:pt x="10529" y="10288"/>
                  </a:lnTo>
                  <a:close/>
                  <a:moveTo>
                    <a:pt x="13753" y="10288"/>
                  </a:moveTo>
                  <a:lnTo>
                    <a:pt x="13753" y="11804"/>
                  </a:lnTo>
                  <a:cubicBezTo>
                    <a:pt x="13243" y="11818"/>
                    <a:pt x="12733" y="11818"/>
                    <a:pt x="12223" y="11818"/>
                  </a:cubicBezTo>
                  <a:lnTo>
                    <a:pt x="12223" y="10288"/>
                  </a:lnTo>
                  <a:close/>
                  <a:moveTo>
                    <a:pt x="16692" y="11998"/>
                  </a:moveTo>
                  <a:lnTo>
                    <a:pt x="16692" y="13498"/>
                  </a:lnTo>
                  <a:lnTo>
                    <a:pt x="15628" y="13498"/>
                  </a:lnTo>
                  <a:lnTo>
                    <a:pt x="15628" y="11998"/>
                  </a:lnTo>
                  <a:close/>
                  <a:moveTo>
                    <a:pt x="1875" y="11998"/>
                  </a:moveTo>
                  <a:lnTo>
                    <a:pt x="1875" y="13513"/>
                  </a:lnTo>
                  <a:cubicBezTo>
                    <a:pt x="1441" y="13513"/>
                    <a:pt x="1005" y="13498"/>
                    <a:pt x="555" y="13498"/>
                  </a:cubicBezTo>
                  <a:lnTo>
                    <a:pt x="555" y="11998"/>
                  </a:lnTo>
                  <a:close/>
                  <a:moveTo>
                    <a:pt x="15448" y="11998"/>
                  </a:moveTo>
                  <a:lnTo>
                    <a:pt x="15448" y="13513"/>
                  </a:lnTo>
                  <a:lnTo>
                    <a:pt x="13933" y="13513"/>
                  </a:lnTo>
                  <a:lnTo>
                    <a:pt x="13933" y="12014"/>
                  </a:lnTo>
                  <a:cubicBezTo>
                    <a:pt x="14428" y="11998"/>
                    <a:pt x="14938" y="11998"/>
                    <a:pt x="15448" y="11998"/>
                  </a:cubicBezTo>
                  <a:close/>
                  <a:moveTo>
                    <a:pt x="2055" y="11998"/>
                  </a:moveTo>
                  <a:cubicBezTo>
                    <a:pt x="2565" y="12014"/>
                    <a:pt x="3060" y="12014"/>
                    <a:pt x="3570" y="12014"/>
                  </a:cubicBezTo>
                  <a:lnTo>
                    <a:pt x="3570" y="13528"/>
                  </a:lnTo>
                  <a:cubicBezTo>
                    <a:pt x="3060" y="13528"/>
                    <a:pt x="2565" y="13513"/>
                    <a:pt x="2055" y="13513"/>
                  </a:cubicBezTo>
                  <a:lnTo>
                    <a:pt x="2055" y="11998"/>
                  </a:lnTo>
                  <a:close/>
                  <a:moveTo>
                    <a:pt x="13753" y="12014"/>
                  </a:moveTo>
                  <a:lnTo>
                    <a:pt x="13753" y="13528"/>
                  </a:lnTo>
                  <a:lnTo>
                    <a:pt x="12223" y="13528"/>
                  </a:lnTo>
                  <a:lnTo>
                    <a:pt x="12223" y="12014"/>
                  </a:lnTo>
                  <a:close/>
                  <a:moveTo>
                    <a:pt x="5264" y="12014"/>
                  </a:moveTo>
                  <a:lnTo>
                    <a:pt x="5264" y="13543"/>
                  </a:lnTo>
                  <a:cubicBezTo>
                    <a:pt x="4770" y="13528"/>
                    <a:pt x="4260" y="13528"/>
                    <a:pt x="3750" y="13528"/>
                  </a:cubicBezTo>
                  <a:lnTo>
                    <a:pt x="3750" y="12014"/>
                  </a:lnTo>
                  <a:close/>
                  <a:moveTo>
                    <a:pt x="6959" y="12014"/>
                  </a:moveTo>
                  <a:lnTo>
                    <a:pt x="6959" y="13543"/>
                  </a:lnTo>
                  <a:lnTo>
                    <a:pt x="5444" y="13543"/>
                  </a:lnTo>
                  <a:lnTo>
                    <a:pt x="5444" y="12014"/>
                  </a:lnTo>
                  <a:close/>
                  <a:moveTo>
                    <a:pt x="8669" y="12014"/>
                  </a:moveTo>
                  <a:lnTo>
                    <a:pt x="8669" y="13543"/>
                  </a:lnTo>
                  <a:lnTo>
                    <a:pt x="7139" y="13543"/>
                  </a:lnTo>
                  <a:lnTo>
                    <a:pt x="7139" y="12014"/>
                  </a:lnTo>
                  <a:close/>
                  <a:moveTo>
                    <a:pt x="10363" y="12014"/>
                  </a:moveTo>
                  <a:lnTo>
                    <a:pt x="10363" y="13543"/>
                  </a:lnTo>
                  <a:lnTo>
                    <a:pt x="8834" y="13543"/>
                  </a:lnTo>
                  <a:lnTo>
                    <a:pt x="8834" y="12014"/>
                  </a:lnTo>
                  <a:close/>
                  <a:moveTo>
                    <a:pt x="12058" y="12014"/>
                  </a:moveTo>
                  <a:lnTo>
                    <a:pt x="12058" y="13528"/>
                  </a:lnTo>
                  <a:cubicBezTo>
                    <a:pt x="11549" y="13543"/>
                    <a:pt x="11039" y="13543"/>
                    <a:pt x="10529" y="13543"/>
                  </a:cubicBezTo>
                  <a:lnTo>
                    <a:pt x="10529" y="12014"/>
                  </a:lnTo>
                  <a:close/>
                  <a:moveTo>
                    <a:pt x="8669" y="13738"/>
                  </a:moveTo>
                  <a:lnTo>
                    <a:pt x="8669" y="15133"/>
                  </a:lnTo>
                  <a:lnTo>
                    <a:pt x="7139" y="15133"/>
                  </a:lnTo>
                  <a:lnTo>
                    <a:pt x="7139" y="13738"/>
                  </a:lnTo>
                  <a:close/>
                  <a:moveTo>
                    <a:pt x="3750" y="13723"/>
                  </a:moveTo>
                  <a:cubicBezTo>
                    <a:pt x="4260" y="13723"/>
                    <a:pt x="4770" y="13738"/>
                    <a:pt x="5264" y="13738"/>
                  </a:cubicBezTo>
                  <a:lnTo>
                    <a:pt x="5264" y="15147"/>
                  </a:lnTo>
                  <a:lnTo>
                    <a:pt x="3750" y="15147"/>
                  </a:lnTo>
                  <a:lnTo>
                    <a:pt x="3750" y="13723"/>
                  </a:lnTo>
                  <a:close/>
                  <a:moveTo>
                    <a:pt x="6959" y="13738"/>
                  </a:moveTo>
                  <a:lnTo>
                    <a:pt x="6959" y="15133"/>
                  </a:lnTo>
                  <a:cubicBezTo>
                    <a:pt x="6464" y="15133"/>
                    <a:pt x="5954" y="15147"/>
                    <a:pt x="5444" y="15147"/>
                  </a:cubicBezTo>
                  <a:lnTo>
                    <a:pt x="5444" y="13738"/>
                  </a:lnTo>
                  <a:close/>
                  <a:moveTo>
                    <a:pt x="10363" y="13738"/>
                  </a:moveTo>
                  <a:lnTo>
                    <a:pt x="10363" y="15147"/>
                  </a:lnTo>
                  <a:cubicBezTo>
                    <a:pt x="9853" y="15133"/>
                    <a:pt x="9343" y="15133"/>
                    <a:pt x="8834" y="15133"/>
                  </a:cubicBezTo>
                  <a:lnTo>
                    <a:pt x="8834" y="13738"/>
                  </a:lnTo>
                  <a:close/>
                  <a:moveTo>
                    <a:pt x="12058" y="13738"/>
                  </a:moveTo>
                  <a:lnTo>
                    <a:pt x="12058" y="15147"/>
                  </a:lnTo>
                  <a:lnTo>
                    <a:pt x="10529" y="15147"/>
                  </a:lnTo>
                  <a:lnTo>
                    <a:pt x="10529" y="13738"/>
                  </a:lnTo>
                  <a:close/>
                  <a:moveTo>
                    <a:pt x="2055" y="13708"/>
                  </a:moveTo>
                  <a:cubicBezTo>
                    <a:pt x="2565" y="13723"/>
                    <a:pt x="3060" y="13723"/>
                    <a:pt x="3570" y="13723"/>
                  </a:cubicBezTo>
                  <a:lnTo>
                    <a:pt x="3570" y="15147"/>
                  </a:lnTo>
                  <a:cubicBezTo>
                    <a:pt x="3060" y="15163"/>
                    <a:pt x="2565" y="15163"/>
                    <a:pt x="2055" y="15163"/>
                  </a:cubicBezTo>
                  <a:lnTo>
                    <a:pt x="2055" y="13708"/>
                  </a:lnTo>
                  <a:close/>
                  <a:moveTo>
                    <a:pt x="13753" y="13723"/>
                  </a:moveTo>
                  <a:lnTo>
                    <a:pt x="13753" y="15163"/>
                  </a:lnTo>
                  <a:cubicBezTo>
                    <a:pt x="13243" y="15147"/>
                    <a:pt x="12733" y="15147"/>
                    <a:pt x="12223" y="15147"/>
                  </a:cubicBezTo>
                  <a:lnTo>
                    <a:pt x="12223" y="13738"/>
                  </a:lnTo>
                  <a:cubicBezTo>
                    <a:pt x="12733" y="13723"/>
                    <a:pt x="13243" y="13723"/>
                    <a:pt x="13753" y="13723"/>
                  </a:cubicBezTo>
                  <a:close/>
                  <a:moveTo>
                    <a:pt x="15448" y="13708"/>
                  </a:moveTo>
                  <a:lnTo>
                    <a:pt x="15448" y="15177"/>
                  </a:lnTo>
                  <a:cubicBezTo>
                    <a:pt x="14938" y="15163"/>
                    <a:pt x="14428" y="15163"/>
                    <a:pt x="13933" y="15163"/>
                  </a:cubicBezTo>
                  <a:lnTo>
                    <a:pt x="13933" y="13723"/>
                  </a:lnTo>
                  <a:cubicBezTo>
                    <a:pt x="14428" y="13708"/>
                    <a:pt x="14938" y="13708"/>
                    <a:pt x="15448" y="13708"/>
                  </a:cubicBezTo>
                  <a:close/>
                  <a:moveTo>
                    <a:pt x="16692" y="13693"/>
                  </a:moveTo>
                  <a:lnTo>
                    <a:pt x="16692" y="15177"/>
                  </a:lnTo>
                  <a:lnTo>
                    <a:pt x="15628" y="15177"/>
                  </a:lnTo>
                  <a:lnTo>
                    <a:pt x="15628" y="13708"/>
                  </a:lnTo>
                  <a:cubicBezTo>
                    <a:pt x="15972" y="13693"/>
                    <a:pt x="16332" y="13693"/>
                    <a:pt x="16692" y="13693"/>
                  </a:cubicBezTo>
                  <a:close/>
                  <a:moveTo>
                    <a:pt x="6959" y="15343"/>
                  </a:moveTo>
                  <a:lnTo>
                    <a:pt x="6959" y="16857"/>
                  </a:lnTo>
                  <a:lnTo>
                    <a:pt x="5444" y="16857"/>
                  </a:lnTo>
                  <a:lnTo>
                    <a:pt x="5444" y="15343"/>
                  </a:lnTo>
                  <a:close/>
                  <a:moveTo>
                    <a:pt x="8669" y="15343"/>
                  </a:moveTo>
                  <a:lnTo>
                    <a:pt x="8669" y="16857"/>
                  </a:lnTo>
                  <a:lnTo>
                    <a:pt x="7139" y="16857"/>
                  </a:lnTo>
                  <a:lnTo>
                    <a:pt x="7139" y="15343"/>
                  </a:lnTo>
                  <a:close/>
                  <a:moveTo>
                    <a:pt x="10363" y="15343"/>
                  </a:moveTo>
                  <a:lnTo>
                    <a:pt x="10363" y="16857"/>
                  </a:lnTo>
                  <a:lnTo>
                    <a:pt x="8834" y="16857"/>
                  </a:lnTo>
                  <a:lnTo>
                    <a:pt x="8834" y="15343"/>
                  </a:lnTo>
                  <a:close/>
                  <a:moveTo>
                    <a:pt x="3570" y="15357"/>
                  </a:moveTo>
                  <a:lnTo>
                    <a:pt x="3570" y="16873"/>
                  </a:lnTo>
                  <a:lnTo>
                    <a:pt x="2055" y="16873"/>
                  </a:lnTo>
                  <a:lnTo>
                    <a:pt x="2055" y="15357"/>
                  </a:lnTo>
                  <a:close/>
                  <a:moveTo>
                    <a:pt x="5264" y="15343"/>
                  </a:moveTo>
                  <a:lnTo>
                    <a:pt x="5264" y="16857"/>
                  </a:lnTo>
                  <a:cubicBezTo>
                    <a:pt x="4770" y="16873"/>
                    <a:pt x="4260" y="16873"/>
                    <a:pt x="3750" y="16873"/>
                  </a:cubicBezTo>
                  <a:lnTo>
                    <a:pt x="3750" y="15343"/>
                  </a:lnTo>
                  <a:close/>
                  <a:moveTo>
                    <a:pt x="12058" y="15343"/>
                  </a:moveTo>
                  <a:lnTo>
                    <a:pt x="12058" y="16873"/>
                  </a:lnTo>
                  <a:cubicBezTo>
                    <a:pt x="11549" y="16857"/>
                    <a:pt x="11039" y="16857"/>
                    <a:pt x="10529" y="16857"/>
                  </a:cubicBezTo>
                  <a:lnTo>
                    <a:pt x="10529" y="15343"/>
                  </a:lnTo>
                  <a:close/>
                  <a:moveTo>
                    <a:pt x="12223" y="15343"/>
                  </a:moveTo>
                  <a:cubicBezTo>
                    <a:pt x="12733" y="15343"/>
                    <a:pt x="13243" y="15357"/>
                    <a:pt x="13753" y="15357"/>
                  </a:cubicBezTo>
                  <a:lnTo>
                    <a:pt x="13753" y="16873"/>
                  </a:lnTo>
                  <a:lnTo>
                    <a:pt x="12223" y="16873"/>
                  </a:lnTo>
                  <a:lnTo>
                    <a:pt x="12223" y="15343"/>
                  </a:lnTo>
                  <a:close/>
                  <a:moveTo>
                    <a:pt x="13933" y="15357"/>
                  </a:moveTo>
                  <a:cubicBezTo>
                    <a:pt x="14428" y="15357"/>
                    <a:pt x="14938" y="15373"/>
                    <a:pt x="15448" y="15373"/>
                  </a:cubicBezTo>
                  <a:lnTo>
                    <a:pt x="15448" y="16873"/>
                  </a:lnTo>
                  <a:lnTo>
                    <a:pt x="13933" y="16873"/>
                  </a:lnTo>
                  <a:lnTo>
                    <a:pt x="13933" y="15357"/>
                  </a:lnTo>
                  <a:close/>
                  <a:moveTo>
                    <a:pt x="15628" y="15373"/>
                  </a:moveTo>
                  <a:cubicBezTo>
                    <a:pt x="15972" y="15373"/>
                    <a:pt x="16332" y="15373"/>
                    <a:pt x="16692" y="15387"/>
                  </a:cubicBezTo>
                  <a:lnTo>
                    <a:pt x="16692" y="16887"/>
                  </a:lnTo>
                  <a:cubicBezTo>
                    <a:pt x="16332" y="16873"/>
                    <a:pt x="15972" y="16873"/>
                    <a:pt x="15628" y="16873"/>
                  </a:cubicBezTo>
                  <a:lnTo>
                    <a:pt x="15628" y="15373"/>
                  </a:lnTo>
                  <a:close/>
                  <a:moveTo>
                    <a:pt x="6959" y="17067"/>
                  </a:moveTo>
                  <a:lnTo>
                    <a:pt x="6959" y="18582"/>
                  </a:lnTo>
                  <a:lnTo>
                    <a:pt x="5444" y="18582"/>
                  </a:lnTo>
                  <a:lnTo>
                    <a:pt x="5444" y="17067"/>
                  </a:lnTo>
                  <a:close/>
                  <a:moveTo>
                    <a:pt x="8669" y="17067"/>
                  </a:moveTo>
                  <a:lnTo>
                    <a:pt x="8669" y="18582"/>
                  </a:lnTo>
                  <a:lnTo>
                    <a:pt x="7139" y="18582"/>
                  </a:lnTo>
                  <a:lnTo>
                    <a:pt x="7139" y="17067"/>
                  </a:lnTo>
                  <a:close/>
                  <a:moveTo>
                    <a:pt x="10363" y="17067"/>
                  </a:moveTo>
                  <a:lnTo>
                    <a:pt x="10363" y="18582"/>
                  </a:lnTo>
                  <a:lnTo>
                    <a:pt x="8834" y="18582"/>
                  </a:lnTo>
                  <a:lnTo>
                    <a:pt x="8834" y="17067"/>
                  </a:lnTo>
                  <a:close/>
                  <a:moveTo>
                    <a:pt x="12058" y="17067"/>
                  </a:moveTo>
                  <a:lnTo>
                    <a:pt x="12058" y="18582"/>
                  </a:lnTo>
                  <a:lnTo>
                    <a:pt x="10529" y="18582"/>
                  </a:lnTo>
                  <a:lnTo>
                    <a:pt x="10529" y="17067"/>
                  </a:lnTo>
                  <a:close/>
                  <a:moveTo>
                    <a:pt x="13753" y="17067"/>
                  </a:moveTo>
                  <a:lnTo>
                    <a:pt x="13753" y="18582"/>
                  </a:lnTo>
                  <a:lnTo>
                    <a:pt x="12223" y="18582"/>
                  </a:lnTo>
                  <a:lnTo>
                    <a:pt x="12223" y="17067"/>
                  </a:lnTo>
                  <a:close/>
                  <a:moveTo>
                    <a:pt x="15448" y="17067"/>
                  </a:moveTo>
                  <a:lnTo>
                    <a:pt x="15448" y="18582"/>
                  </a:lnTo>
                  <a:lnTo>
                    <a:pt x="13933" y="18582"/>
                  </a:lnTo>
                  <a:lnTo>
                    <a:pt x="13933" y="17067"/>
                  </a:lnTo>
                  <a:close/>
                  <a:moveTo>
                    <a:pt x="15628" y="17067"/>
                  </a:moveTo>
                  <a:cubicBezTo>
                    <a:pt x="15972" y="17083"/>
                    <a:pt x="16332" y="17083"/>
                    <a:pt x="16692" y="17083"/>
                  </a:cubicBezTo>
                  <a:lnTo>
                    <a:pt x="16692" y="18582"/>
                  </a:lnTo>
                  <a:lnTo>
                    <a:pt x="15628" y="18582"/>
                  </a:lnTo>
                  <a:lnTo>
                    <a:pt x="15628" y="17067"/>
                  </a:lnTo>
                  <a:close/>
                  <a:moveTo>
                    <a:pt x="16692" y="18777"/>
                  </a:moveTo>
                  <a:lnTo>
                    <a:pt x="16692" y="20276"/>
                  </a:lnTo>
                  <a:lnTo>
                    <a:pt x="15628" y="20276"/>
                  </a:lnTo>
                  <a:lnTo>
                    <a:pt x="15628" y="18777"/>
                  </a:lnTo>
                  <a:close/>
                  <a:moveTo>
                    <a:pt x="15448" y="18777"/>
                  </a:moveTo>
                  <a:lnTo>
                    <a:pt x="15448" y="20276"/>
                  </a:lnTo>
                  <a:cubicBezTo>
                    <a:pt x="14938" y="20292"/>
                    <a:pt x="14428" y="20292"/>
                    <a:pt x="13933" y="20292"/>
                  </a:cubicBezTo>
                  <a:lnTo>
                    <a:pt x="13933" y="18777"/>
                  </a:lnTo>
                  <a:close/>
                  <a:moveTo>
                    <a:pt x="6959" y="18777"/>
                  </a:moveTo>
                  <a:lnTo>
                    <a:pt x="6959" y="20306"/>
                  </a:lnTo>
                  <a:lnTo>
                    <a:pt x="5444" y="20306"/>
                  </a:lnTo>
                  <a:lnTo>
                    <a:pt x="5444" y="18777"/>
                  </a:lnTo>
                  <a:close/>
                  <a:moveTo>
                    <a:pt x="8669" y="18777"/>
                  </a:moveTo>
                  <a:lnTo>
                    <a:pt x="8669" y="20306"/>
                  </a:lnTo>
                  <a:lnTo>
                    <a:pt x="7139" y="20306"/>
                  </a:lnTo>
                  <a:lnTo>
                    <a:pt x="7139" y="18777"/>
                  </a:lnTo>
                  <a:close/>
                  <a:moveTo>
                    <a:pt x="10363" y="18777"/>
                  </a:moveTo>
                  <a:lnTo>
                    <a:pt x="10363" y="20306"/>
                  </a:lnTo>
                  <a:lnTo>
                    <a:pt x="8834" y="20306"/>
                  </a:lnTo>
                  <a:lnTo>
                    <a:pt x="8834" y="18777"/>
                  </a:lnTo>
                  <a:close/>
                  <a:moveTo>
                    <a:pt x="12058" y="18777"/>
                  </a:moveTo>
                  <a:lnTo>
                    <a:pt x="12058" y="20306"/>
                  </a:lnTo>
                  <a:lnTo>
                    <a:pt x="10529" y="20306"/>
                  </a:lnTo>
                  <a:lnTo>
                    <a:pt x="10529" y="18777"/>
                  </a:lnTo>
                  <a:close/>
                  <a:moveTo>
                    <a:pt x="13753" y="18777"/>
                  </a:moveTo>
                  <a:lnTo>
                    <a:pt x="13753" y="20292"/>
                  </a:lnTo>
                  <a:cubicBezTo>
                    <a:pt x="13243" y="20292"/>
                    <a:pt x="12733" y="20306"/>
                    <a:pt x="12223" y="20306"/>
                  </a:cubicBezTo>
                  <a:lnTo>
                    <a:pt x="12223" y="18777"/>
                  </a:lnTo>
                  <a:close/>
                  <a:moveTo>
                    <a:pt x="6959" y="20502"/>
                  </a:moveTo>
                  <a:lnTo>
                    <a:pt x="6959" y="21912"/>
                  </a:lnTo>
                  <a:lnTo>
                    <a:pt x="5444" y="21912"/>
                  </a:lnTo>
                  <a:lnTo>
                    <a:pt x="5444" y="20502"/>
                  </a:lnTo>
                  <a:close/>
                  <a:moveTo>
                    <a:pt x="8669" y="20502"/>
                  </a:moveTo>
                  <a:lnTo>
                    <a:pt x="8669" y="21912"/>
                  </a:lnTo>
                  <a:lnTo>
                    <a:pt x="7139" y="21912"/>
                  </a:lnTo>
                  <a:lnTo>
                    <a:pt x="7139" y="20502"/>
                  </a:lnTo>
                  <a:close/>
                  <a:moveTo>
                    <a:pt x="10363" y="20502"/>
                  </a:moveTo>
                  <a:lnTo>
                    <a:pt x="10363" y="21912"/>
                  </a:lnTo>
                  <a:lnTo>
                    <a:pt x="8834" y="21912"/>
                  </a:lnTo>
                  <a:lnTo>
                    <a:pt x="8834" y="20502"/>
                  </a:lnTo>
                  <a:close/>
                  <a:moveTo>
                    <a:pt x="12058" y="20502"/>
                  </a:moveTo>
                  <a:lnTo>
                    <a:pt x="12058" y="21912"/>
                  </a:lnTo>
                  <a:lnTo>
                    <a:pt x="10529" y="21912"/>
                  </a:lnTo>
                  <a:lnTo>
                    <a:pt x="10529" y="20502"/>
                  </a:lnTo>
                  <a:close/>
                  <a:moveTo>
                    <a:pt x="13753" y="20486"/>
                  </a:moveTo>
                  <a:lnTo>
                    <a:pt x="13753" y="21926"/>
                  </a:lnTo>
                  <a:cubicBezTo>
                    <a:pt x="13243" y="21926"/>
                    <a:pt x="12733" y="21926"/>
                    <a:pt x="12223" y="21912"/>
                  </a:cubicBezTo>
                  <a:lnTo>
                    <a:pt x="12223" y="20502"/>
                  </a:lnTo>
                  <a:cubicBezTo>
                    <a:pt x="12733" y="20502"/>
                    <a:pt x="13243" y="20502"/>
                    <a:pt x="13753" y="20486"/>
                  </a:cubicBezTo>
                  <a:close/>
                  <a:moveTo>
                    <a:pt x="15448" y="20486"/>
                  </a:moveTo>
                  <a:lnTo>
                    <a:pt x="15448" y="21942"/>
                  </a:lnTo>
                  <a:cubicBezTo>
                    <a:pt x="14938" y="21942"/>
                    <a:pt x="14428" y="21942"/>
                    <a:pt x="13933" y="21926"/>
                  </a:cubicBezTo>
                  <a:lnTo>
                    <a:pt x="13933" y="20486"/>
                  </a:lnTo>
                  <a:close/>
                  <a:moveTo>
                    <a:pt x="16692" y="20472"/>
                  </a:moveTo>
                  <a:lnTo>
                    <a:pt x="16692" y="21972"/>
                  </a:lnTo>
                  <a:cubicBezTo>
                    <a:pt x="16332" y="21956"/>
                    <a:pt x="15972" y="21956"/>
                    <a:pt x="15628" y="21956"/>
                  </a:cubicBezTo>
                  <a:lnTo>
                    <a:pt x="15628" y="20486"/>
                  </a:lnTo>
                  <a:cubicBezTo>
                    <a:pt x="15972" y="20472"/>
                    <a:pt x="16332" y="20472"/>
                    <a:pt x="16692" y="20472"/>
                  </a:cubicBezTo>
                  <a:close/>
                  <a:moveTo>
                    <a:pt x="13753" y="22122"/>
                  </a:moveTo>
                  <a:lnTo>
                    <a:pt x="13753" y="23636"/>
                  </a:lnTo>
                  <a:lnTo>
                    <a:pt x="12223" y="23636"/>
                  </a:lnTo>
                  <a:lnTo>
                    <a:pt x="12223" y="22122"/>
                  </a:lnTo>
                  <a:close/>
                  <a:moveTo>
                    <a:pt x="13933" y="22136"/>
                  </a:moveTo>
                  <a:cubicBezTo>
                    <a:pt x="14428" y="22136"/>
                    <a:pt x="14938" y="22136"/>
                    <a:pt x="15448" y="22152"/>
                  </a:cubicBezTo>
                  <a:lnTo>
                    <a:pt x="15448" y="23651"/>
                  </a:lnTo>
                  <a:cubicBezTo>
                    <a:pt x="14938" y="23651"/>
                    <a:pt x="14428" y="23651"/>
                    <a:pt x="13933" y="23636"/>
                  </a:cubicBezTo>
                  <a:lnTo>
                    <a:pt x="13933" y="22136"/>
                  </a:lnTo>
                  <a:close/>
                  <a:moveTo>
                    <a:pt x="15628" y="22152"/>
                  </a:moveTo>
                  <a:cubicBezTo>
                    <a:pt x="15972" y="22152"/>
                    <a:pt x="16332" y="22152"/>
                    <a:pt x="16692" y="22166"/>
                  </a:cubicBezTo>
                  <a:lnTo>
                    <a:pt x="16692" y="23666"/>
                  </a:lnTo>
                  <a:cubicBezTo>
                    <a:pt x="16332" y="23651"/>
                    <a:pt x="15972" y="23651"/>
                    <a:pt x="15628" y="23651"/>
                  </a:cubicBezTo>
                  <a:lnTo>
                    <a:pt x="15628" y="22152"/>
                  </a:lnTo>
                  <a:close/>
                  <a:moveTo>
                    <a:pt x="12223" y="23831"/>
                  </a:moveTo>
                  <a:cubicBezTo>
                    <a:pt x="12733" y="23831"/>
                    <a:pt x="13243" y="23831"/>
                    <a:pt x="13753" y="23846"/>
                  </a:cubicBezTo>
                  <a:lnTo>
                    <a:pt x="13753" y="25361"/>
                  </a:lnTo>
                  <a:lnTo>
                    <a:pt x="12223" y="25361"/>
                  </a:lnTo>
                  <a:lnTo>
                    <a:pt x="12223" y="23831"/>
                  </a:lnTo>
                  <a:close/>
                  <a:moveTo>
                    <a:pt x="15448" y="23846"/>
                  </a:moveTo>
                  <a:lnTo>
                    <a:pt x="15448" y="25361"/>
                  </a:lnTo>
                  <a:lnTo>
                    <a:pt x="13933" y="25361"/>
                  </a:lnTo>
                  <a:lnTo>
                    <a:pt x="13933" y="23846"/>
                  </a:lnTo>
                  <a:close/>
                  <a:moveTo>
                    <a:pt x="15628" y="23846"/>
                  </a:moveTo>
                  <a:cubicBezTo>
                    <a:pt x="15972" y="23861"/>
                    <a:pt x="16332" y="23861"/>
                    <a:pt x="16692" y="23861"/>
                  </a:cubicBezTo>
                  <a:lnTo>
                    <a:pt x="16692" y="25361"/>
                  </a:lnTo>
                  <a:lnTo>
                    <a:pt x="15628" y="25361"/>
                  </a:lnTo>
                  <a:lnTo>
                    <a:pt x="15628" y="23846"/>
                  </a:lnTo>
                  <a:close/>
                  <a:moveTo>
                    <a:pt x="16692" y="25555"/>
                  </a:moveTo>
                  <a:lnTo>
                    <a:pt x="16692" y="27055"/>
                  </a:lnTo>
                  <a:lnTo>
                    <a:pt x="15628" y="27055"/>
                  </a:lnTo>
                  <a:lnTo>
                    <a:pt x="15628" y="25555"/>
                  </a:lnTo>
                  <a:close/>
                  <a:moveTo>
                    <a:pt x="15448" y="25555"/>
                  </a:moveTo>
                  <a:lnTo>
                    <a:pt x="15448" y="27055"/>
                  </a:lnTo>
                  <a:cubicBezTo>
                    <a:pt x="14938" y="27055"/>
                    <a:pt x="14428" y="27071"/>
                    <a:pt x="13933" y="27071"/>
                  </a:cubicBezTo>
                  <a:lnTo>
                    <a:pt x="13933" y="25555"/>
                  </a:lnTo>
                  <a:close/>
                  <a:moveTo>
                    <a:pt x="8834" y="0"/>
                  </a:moveTo>
                  <a:cubicBezTo>
                    <a:pt x="8699" y="16"/>
                    <a:pt x="8564" y="60"/>
                    <a:pt x="8429" y="150"/>
                  </a:cubicBezTo>
                  <a:cubicBezTo>
                    <a:pt x="8399" y="166"/>
                    <a:pt x="8369" y="196"/>
                    <a:pt x="8339" y="226"/>
                  </a:cubicBezTo>
                  <a:lnTo>
                    <a:pt x="8669" y="226"/>
                  </a:lnTo>
                  <a:lnTo>
                    <a:pt x="8669" y="1620"/>
                  </a:lnTo>
                  <a:lnTo>
                    <a:pt x="7139" y="1620"/>
                  </a:lnTo>
                  <a:lnTo>
                    <a:pt x="7139" y="1546"/>
                  </a:lnTo>
                  <a:cubicBezTo>
                    <a:pt x="7049" y="1650"/>
                    <a:pt x="6944" y="1726"/>
                    <a:pt x="6824" y="1800"/>
                  </a:cubicBezTo>
                  <a:cubicBezTo>
                    <a:pt x="6810" y="1800"/>
                    <a:pt x="6794" y="1816"/>
                    <a:pt x="6780" y="1816"/>
                  </a:cubicBezTo>
                  <a:lnTo>
                    <a:pt x="6959" y="1816"/>
                  </a:lnTo>
                  <a:lnTo>
                    <a:pt x="6959" y="3330"/>
                  </a:lnTo>
                  <a:lnTo>
                    <a:pt x="5444" y="3330"/>
                  </a:lnTo>
                  <a:lnTo>
                    <a:pt x="5444" y="2236"/>
                  </a:lnTo>
                  <a:cubicBezTo>
                    <a:pt x="5384" y="2250"/>
                    <a:pt x="5324" y="2280"/>
                    <a:pt x="5264" y="2296"/>
                  </a:cubicBezTo>
                  <a:lnTo>
                    <a:pt x="5264" y="3330"/>
                  </a:lnTo>
                  <a:lnTo>
                    <a:pt x="4244" y="3330"/>
                  </a:lnTo>
                  <a:cubicBezTo>
                    <a:pt x="4214" y="3390"/>
                    <a:pt x="4170" y="3465"/>
                    <a:pt x="4124" y="3525"/>
                  </a:cubicBezTo>
                  <a:lnTo>
                    <a:pt x="5264" y="3525"/>
                  </a:lnTo>
                  <a:lnTo>
                    <a:pt x="5264" y="5055"/>
                  </a:lnTo>
                  <a:cubicBezTo>
                    <a:pt x="4770" y="5039"/>
                    <a:pt x="4260" y="5039"/>
                    <a:pt x="3750" y="5039"/>
                  </a:cubicBezTo>
                  <a:lnTo>
                    <a:pt x="3750" y="3915"/>
                  </a:lnTo>
                  <a:cubicBezTo>
                    <a:pt x="3690" y="3975"/>
                    <a:pt x="3630" y="4020"/>
                    <a:pt x="3570" y="4080"/>
                  </a:cubicBezTo>
                  <a:lnTo>
                    <a:pt x="3570" y="5039"/>
                  </a:lnTo>
                  <a:lnTo>
                    <a:pt x="2355" y="5039"/>
                  </a:lnTo>
                  <a:cubicBezTo>
                    <a:pt x="2280" y="5085"/>
                    <a:pt x="2190" y="5145"/>
                    <a:pt x="2115" y="5189"/>
                  </a:cubicBezTo>
                  <a:lnTo>
                    <a:pt x="2070" y="5235"/>
                  </a:lnTo>
                  <a:lnTo>
                    <a:pt x="3570" y="5235"/>
                  </a:lnTo>
                  <a:lnTo>
                    <a:pt x="3570" y="6659"/>
                  </a:lnTo>
                  <a:cubicBezTo>
                    <a:pt x="3060" y="6675"/>
                    <a:pt x="2565" y="6675"/>
                    <a:pt x="2055" y="6675"/>
                  </a:cubicBezTo>
                  <a:lnTo>
                    <a:pt x="2055" y="5249"/>
                  </a:lnTo>
                  <a:cubicBezTo>
                    <a:pt x="1995" y="5295"/>
                    <a:pt x="1935" y="5339"/>
                    <a:pt x="1875" y="5399"/>
                  </a:cubicBezTo>
                  <a:lnTo>
                    <a:pt x="1875" y="6689"/>
                  </a:lnTo>
                  <a:cubicBezTo>
                    <a:pt x="1441" y="6689"/>
                    <a:pt x="1005" y="6689"/>
                    <a:pt x="555" y="6705"/>
                  </a:cubicBezTo>
                  <a:lnTo>
                    <a:pt x="555" y="6659"/>
                  </a:lnTo>
                  <a:cubicBezTo>
                    <a:pt x="525" y="6719"/>
                    <a:pt x="481" y="6765"/>
                    <a:pt x="465" y="6809"/>
                  </a:cubicBezTo>
                  <a:cubicBezTo>
                    <a:pt x="421" y="6915"/>
                    <a:pt x="481" y="7019"/>
                    <a:pt x="495" y="7139"/>
                  </a:cubicBezTo>
                  <a:cubicBezTo>
                    <a:pt x="525" y="7215"/>
                    <a:pt x="541" y="7289"/>
                    <a:pt x="555" y="7365"/>
                  </a:cubicBezTo>
                  <a:lnTo>
                    <a:pt x="555" y="6899"/>
                  </a:lnTo>
                  <a:cubicBezTo>
                    <a:pt x="1005" y="6885"/>
                    <a:pt x="1441" y="6885"/>
                    <a:pt x="1875" y="6885"/>
                  </a:cubicBezTo>
                  <a:lnTo>
                    <a:pt x="1875" y="8384"/>
                  </a:lnTo>
                  <a:cubicBezTo>
                    <a:pt x="1441" y="8399"/>
                    <a:pt x="1005" y="8399"/>
                    <a:pt x="585" y="8399"/>
                  </a:cubicBezTo>
                  <a:cubicBezTo>
                    <a:pt x="585" y="8459"/>
                    <a:pt x="585" y="8504"/>
                    <a:pt x="571" y="8564"/>
                  </a:cubicBezTo>
                  <a:cubicBezTo>
                    <a:pt x="567" y="8575"/>
                    <a:pt x="563" y="8585"/>
                    <a:pt x="558" y="8594"/>
                  </a:cubicBezTo>
                  <a:lnTo>
                    <a:pt x="1875" y="8594"/>
                  </a:lnTo>
                  <a:lnTo>
                    <a:pt x="1875" y="10094"/>
                  </a:lnTo>
                  <a:lnTo>
                    <a:pt x="555" y="10094"/>
                  </a:lnTo>
                  <a:lnTo>
                    <a:pt x="555" y="8601"/>
                  </a:lnTo>
                  <a:lnTo>
                    <a:pt x="555" y="8601"/>
                  </a:lnTo>
                  <a:cubicBezTo>
                    <a:pt x="509" y="8701"/>
                    <a:pt x="444" y="8770"/>
                    <a:pt x="391" y="8864"/>
                  </a:cubicBezTo>
                  <a:lnTo>
                    <a:pt x="391" y="9539"/>
                  </a:lnTo>
                  <a:cubicBezTo>
                    <a:pt x="421" y="9659"/>
                    <a:pt x="465" y="9764"/>
                    <a:pt x="465" y="9869"/>
                  </a:cubicBezTo>
                  <a:cubicBezTo>
                    <a:pt x="481" y="9988"/>
                    <a:pt x="421" y="10124"/>
                    <a:pt x="421" y="10258"/>
                  </a:cubicBezTo>
                  <a:cubicBezTo>
                    <a:pt x="405" y="10918"/>
                    <a:pt x="421" y="11578"/>
                    <a:pt x="421" y="12254"/>
                  </a:cubicBezTo>
                  <a:cubicBezTo>
                    <a:pt x="421" y="12478"/>
                    <a:pt x="451" y="12718"/>
                    <a:pt x="391" y="12928"/>
                  </a:cubicBezTo>
                  <a:lnTo>
                    <a:pt x="391" y="13498"/>
                  </a:lnTo>
                  <a:lnTo>
                    <a:pt x="105" y="13498"/>
                  </a:lnTo>
                  <a:cubicBezTo>
                    <a:pt x="75" y="13543"/>
                    <a:pt x="61" y="13573"/>
                    <a:pt x="31" y="13618"/>
                  </a:cubicBezTo>
                  <a:cubicBezTo>
                    <a:pt x="31" y="13648"/>
                    <a:pt x="15" y="13663"/>
                    <a:pt x="1" y="13693"/>
                  </a:cubicBezTo>
                  <a:lnTo>
                    <a:pt x="391" y="13693"/>
                  </a:lnTo>
                  <a:lnTo>
                    <a:pt x="391" y="14488"/>
                  </a:lnTo>
                  <a:cubicBezTo>
                    <a:pt x="435" y="14623"/>
                    <a:pt x="481" y="14773"/>
                    <a:pt x="555" y="14908"/>
                  </a:cubicBezTo>
                  <a:lnTo>
                    <a:pt x="555" y="13693"/>
                  </a:lnTo>
                  <a:cubicBezTo>
                    <a:pt x="1005" y="13708"/>
                    <a:pt x="1441" y="13708"/>
                    <a:pt x="1875" y="13708"/>
                  </a:cubicBezTo>
                  <a:lnTo>
                    <a:pt x="1875" y="15163"/>
                  </a:lnTo>
                  <a:cubicBezTo>
                    <a:pt x="1531" y="15163"/>
                    <a:pt x="1185" y="15177"/>
                    <a:pt x="825" y="15177"/>
                  </a:cubicBezTo>
                  <a:cubicBezTo>
                    <a:pt x="915" y="15237"/>
                    <a:pt x="991" y="15297"/>
                    <a:pt x="1035" y="15373"/>
                  </a:cubicBezTo>
                  <a:cubicBezTo>
                    <a:pt x="1321" y="15373"/>
                    <a:pt x="1591" y="15373"/>
                    <a:pt x="1875" y="15357"/>
                  </a:cubicBezTo>
                  <a:lnTo>
                    <a:pt x="1875" y="16873"/>
                  </a:lnTo>
                  <a:lnTo>
                    <a:pt x="1605" y="16873"/>
                  </a:lnTo>
                  <a:cubicBezTo>
                    <a:pt x="1800" y="16917"/>
                    <a:pt x="1980" y="16993"/>
                    <a:pt x="2160" y="17023"/>
                  </a:cubicBezTo>
                  <a:cubicBezTo>
                    <a:pt x="2265" y="17037"/>
                    <a:pt x="2340" y="17053"/>
                    <a:pt x="2430" y="17067"/>
                  </a:cubicBezTo>
                  <a:lnTo>
                    <a:pt x="3570" y="17067"/>
                  </a:lnTo>
                  <a:lnTo>
                    <a:pt x="3570" y="17877"/>
                  </a:lnTo>
                  <a:lnTo>
                    <a:pt x="3585" y="17877"/>
                  </a:lnTo>
                  <a:cubicBezTo>
                    <a:pt x="3645" y="17877"/>
                    <a:pt x="3705" y="17907"/>
                    <a:pt x="3750" y="17923"/>
                  </a:cubicBezTo>
                  <a:lnTo>
                    <a:pt x="3750" y="17067"/>
                  </a:lnTo>
                  <a:lnTo>
                    <a:pt x="5264" y="17067"/>
                  </a:lnTo>
                  <a:lnTo>
                    <a:pt x="5264" y="18582"/>
                  </a:lnTo>
                  <a:lnTo>
                    <a:pt x="4184" y="18582"/>
                  </a:lnTo>
                  <a:cubicBezTo>
                    <a:pt x="4200" y="18642"/>
                    <a:pt x="4214" y="18702"/>
                    <a:pt x="4244" y="18747"/>
                  </a:cubicBezTo>
                  <a:lnTo>
                    <a:pt x="4244" y="18777"/>
                  </a:lnTo>
                  <a:lnTo>
                    <a:pt x="5264" y="18777"/>
                  </a:lnTo>
                  <a:lnTo>
                    <a:pt x="5264" y="20306"/>
                  </a:lnTo>
                  <a:lnTo>
                    <a:pt x="5040" y="20306"/>
                  </a:lnTo>
                  <a:cubicBezTo>
                    <a:pt x="5040" y="20366"/>
                    <a:pt x="5040" y="20442"/>
                    <a:pt x="5010" y="20502"/>
                  </a:cubicBezTo>
                  <a:lnTo>
                    <a:pt x="5264" y="20502"/>
                  </a:lnTo>
                  <a:lnTo>
                    <a:pt x="5264" y="21912"/>
                  </a:lnTo>
                  <a:lnTo>
                    <a:pt x="4814" y="21912"/>
                  </a:lnTo>
                  <a:cubicBezTo>
                    <a:pt x="4814" y="21986"/>
                    <a:pt x="4814" y="22046"/>
                    <a:pt x="4844" y="22106"/>
                  </a:cubicBezTo>
                  <a:lnTo>
                    <a:pt x="5264" y="22106"/>
                  </a:lnTo>
                  <a:lnTo>
                    <a:pt x="5264" y="22422"/>
                  </a:lnTo>
                  <a:lnTo>
                    <a:pt x="5280" y="22422"/>
                  </a:lnTo>
                  <a:cubicBezTo>
                    <a:pt x="5340" y="22452"/>
                    <a:pt x="5400" y="22466"/>
                    <a:pt x="5444" y="22496"/>
                  </a:cubicBezTo>
                  <a:lnTo>
                    <a:pt x="5444" y="22106"/>
                  </a:lnTo>
                  <a:lnTo>
                    <a:pt x="6959" y="22106"/>
                  </a:lnTo>
                  <a:lnTo>
                    <a:pt x="6959" y="23636"/>
                  </a:lnTo>
                  <a:lnTo>
                    <a:pt x="6824" y="23636"/>
                  </a:lnTo>
                  <a:cubicBezTo>
                    <a:pt x="6944" y="23696"/>
                    <a:pt x="7079" y="23756"/>
                    <a:pt x="7199" y="23831"/>
                  </a:cubicBezTo>
                  <a:lnTo>
                    <a:pt x="7304" y="23831"/>
                  </a:lnTo>
                  <a:cubicBezTo>
                    <a:pt x="7379" y="23756"/>
                    <a:pt x="7469" y="23681"/>
                    <a:pt x="7559" y="23636"/>
                  </a:cubicBezTo>
                  <a:lnTo>
                    <a:pt x="7139" y="23636"/>
                  </a:lnTo>
                  <a:lnTo>
                    <a:pt x="7139" y="22106"/>
                  </a:lnTo>
                  <a:lnTo>
                    <a:pt x="8669" y="22106"/>
                  </a:lnTo>
                  <a:lnTo>
                    <a:pt x="8669" y="23381"/>
                  </a:lnTo>
                  <a:cubicBezTo>
                    <a:pt x="8684" y="23366"/>
                    <a:pt x="8699" y="23351"/>
                    <a:pt x="8714" y="23351"/>
                  </a:cubicBezTo>
                  <a:cubicBezTo>
                    <a:pt x="8774" y="23306"/>
                    <a:pt x="8804" y="23262"/>
                    <a:pt x="8834" y="23202"/>
                  </a:cubicBezTo>
                  <a:lnTo>
                    <a:pt x="8834" y="22106"/>
                  </a:lnTo>
                  <a:lnTo>
                    <a:pt x="10363" y="22106"/>
                  </a:lnTo>
                  <a:lnTo>
                    <a:pt x="10363" y="23126"/>
                  </a:lnTo>
                  <a:cubicBezTo>
                    <a:pt x="10439" y="23142"/>
                    <a:pt x="10483" y="23112"/>
                    <a:pt x="10529" y="23262"/>
                  </a:cubicBezTo>
                  <a:lnTo>
                    <a:pt x="10529" y="22106"/>
                  </a:lnTo>
                  <a:cubicBezTo>
                    <a:pt x="11039" y="22106"/>
                    <a:pt x="11549" y="22106"/>
                    <a:pt x="12058" y="22122"/>
                  </a:cubicBezTo>
                  <a:lnTo>
                    <a:pt x="12058" y="23636"/>
                  </a:lnTo>
                  <a:lnTo>
                    <a:pt x="10529" y="23636"/>
                  </a:lnTo>
                  <a:lnTo>
                    <a:pt x="10529" y="23381"/>
                  </a:lnTo>
                  <a:cubicBezTo>
                    <a:pt x="10529" y="23456"/>
                    <a:pt x="10513" y="23531"/>
                    <a:pt x="10513" y="23591"/>
                  </a:cubicBezTo>
                  <a:cubicBezTo>
                    <a:pt x="10513" y="23666"/>
                    <a:pt x="10529" y="23756"/>
                    <a:pt x="10529" y="23846"/>
                  </a:cubicBezTo>
                  <a:lnTo>
                    <a:pt x="10529" y="23831"/>
                  </a:lnTo>
                  <a:lnTo>
                    <a:pt x="12058" y="23831"/>
                  </a:lnTo>
                  <a:lnTo>
                    <a:pt x="12058" y="25361"/>
                  </a:lnTo>
                  <a:cubicBezTo>
                    <a:pt x="11549" y="25361"/>
                    <a:pt x="11039" y="25345"/>
                    <a:pt x="10529" y="25345"/>
                  </a:cubicBezTo>
                  <a:lnTo>
                    <a:pt x="10529" y="24116"/>
                  </a:lnTo>
                  <a:cubicBezTo>
                    <a:pt x="10529" y="24161"/>
                    <a:pt x="10513" y="24206"/>
                    <a:pt x="10499" y="24251"/>
                  </a:cubicBezTo>
                  <a:cubicBezTo>
                    <a:pt x="10483" y="24311"/>
                    <a:pt x="10423" y="24371"/>
                    <a:pt x="10363" y="24416"/>
                  </a:cubicBezTo>
                  <a:lnTo>
                    <a:pt x="10363" y="25345"/>
                  </a:lnTo>
                  <a:lnTo>
                    <a:pt x="10153" y="25345"/>
                  </a:lnTo>
                  <a:cubicBezTo>
                    <a:pt x="10169" y="25421"/>
                    <a:pt x="10199" y="25495"/>
                    <a:pt x="10229" y="25555"/>
                  </a:cubicBezTo>
                  <a:lnTo>
                    <a:pt x="10363" y="25555"/>
                  </a:lnTo>
                  <a:lnTo>
                    <a:pt x="10363" y="25765"/>
                  </a:lnTo>
                  <a:cubicBezTo>
                    <a:pt x="10409" y="25841"/>
                    <a:pt x="10469" y="25915"/>
                    <a:pt x="10529" y="25975"/>
                  </a:cubicBezTo>
                  <a:lnTo>
                    <a:pt x="10529" y="25555"/>
                  </a:lnTo>
                  <a:lnTo>
                    <a:pt x="12058" y="25555"/>
                  </a:lnTo>
                  <a:lnTo>
                    <a:pt x="12058" y="26591"/>
                  </a:lnTo>
                  <a:cubicBezTo>
                    <a:pt x="12118" y="26635"/>
                    <a:pt x="12178" y="26665"/>
                    <a:pt x="12223" y="26725"/>
                  </a:cubicBezTo>
                  <a:lnTo>
                    <a:pt x="12223" y="25555"/>
                  </a:lnTo>
                  <a:lnTo>
                    <a:pt x="13753" y="25555"/>
                  </a:lnTo>
                  <a:lnTo>
                    <a:pt x="13753" y="27071"/>
                  </a:lnTo>
                  <a:lnTo>
                    <a:pt x="12523" y="27071"/>
                  </a:lnTo>
                  <a:cubicBezTo>
                    <a:pt x="12553" y="27101"/>
                    <a:pt x="12568" y="27145"/>
                    <a:pt x="12598" y="27175"/>
                  </a:cubicBezTo>
                  <a:cubicBezTo>
                    <a:pt x="12628" y="27205"/>
                    <a:pt x="12643" y="27235"/>
                    <a:pt x="12673" y="27265"/>
                  </a:cubicBezTo>
                  <a:lnTo>
                    <a:pt x="13753" y="27265"/>
                  </a:lnTo>
                  <a:lnTo>
                    <a:pt x="13753" y="27685"/>
                  </a:lnTo>
                  <a:cubicBezTo>
                    <a:pt x="13795" y="27675"/>
                    <a:pt x="13837" y="27664"/>
                    <a:pt x="13879" y="27664"/>
                  </a:cubicBezTo>
                  <a:cubicBezTo>
                    <a:pt x="13897" y="27664"/>
                    <a:pt x="13915" y="27666"/>
                    <a:pt x="13933" y="27671"/>
                  </a:cubicBezTo>
                  <a:lnTo>
                    <a:pt x="13933" y="27265"/>
                  </a:lnTo>
                  <a:lnTo>
                    <a:pt x="15448" y="27265"/>
                  </a:lnTo>
                  <a:lnTo>
                    <a:pt x="15448" y="28555"/>
                  </a:lnTo>
                  <a:cubicBezTo>
                    <a:pt x="15462" y="28555"/>
                    <a:pt x="15478" y="28555"/>
                    <a:pt x="15492" y="28540"/>
                  </a:cubicBezTo>
                  <a:cubicBezTo>
                    <a:pt x="15538" y="28525"/>
                    <a:pt x="15582" y="28510"/>
                    <a:pt x="15628" y="28480"/>
                  </a:cubicBezTo>
                  <a:lnTo>
                    <a:pt x="15628" y="27251"/>
                  </a:lnTo>
                  <a:lnTo>
                    <a:pt x="16692" y="27251"/>
                  </a:lnTo>
                  <a:lnTo>
                    <a:pt x="16692" y="28675"/>
                  </a:lnTo>
                  <a:cubicBezTo>
                    <a:pt x="16708" y="28705"/>
                    <a:pt x="16722" y="28720"/>
                    <a:pt x="16752" y="28735"/>
                  </a:cubicBezTo>
                  <a:cubicBezTo>
                    <a:pt x="16812" y="28810"/>
                    <a:pt x="16872" y="28855"/>
                    <a:pt x="16932" y="28885"/>
                  </a:cubicBezTo>
                  <a:lnTo>
                    <a:pt x="16932" y="76"/>
                  </a:lnTo>
                  <a:lnTo>
                    <a:pt x="9523" y="76"/>
                  </a:lnTo>
                  <a:cubicBezTo>
                    <a:pt x="9449" y="60"/>
                    <a:pt x="9389" y="46"/>
                    <a:pt x="9329" y="30"/>
                  </a:cubicBezTo>
                  <a:lnTo>
                    <a:pt x="8834" y="30"/>
                  </a:lnTo>
                  <a:lnTo>
                    <a:pt x="88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5"/>
            <p:cNvSpPr/>
            <p:nvPr/>
          </p:nvSpPr>
          <p:spPr>
            <a:xfrm>
              <a:off x="1473375" y="4420800"/>
              <a:ext cx="460425" cy="730350"/>
            </a:xfrm>
            <a:custGeom>
              <a:rect b="b" l="l" r="r" t="t"/>
              <a:pathLst>
                <a:path extrusionOk="0" h="29214" w="18417">
                  <a:moveTo>
                    <a:pt x="9058" y="0"/>
                  </a:moveTo>
                  <a:cubicBezTo>
                    <a:pt x="8879" y="0"/>
                    <a:pt x="8714" y="46"/>
                    <a:pt x="8534" y="150"/>
                  </a:cubicBezTo>
                  <a:cubicBezTo>
                    <a:pt x="8369" y="256"/>
                    <a:pt x="8204" y="570"/>
                    <a:pt x="8099" y="750"/>
                  </a:cubicBezTo>
                  <a:cubicBezTo>
                    <a:pt x="8054" y="826"/>
                    <a:pt x="8009" y="930"/>
                    <a:pt x="7934" y="976"/>
                  </a:cubicBezTo>
                  <a:cubicBezTo>
                    <a:pt x="7829" y="1050"/>
                    <a:pt x="7679" y="1036"/>
                    <a:pt x="7574" y="1110"/>
                  </a:cubicBezTo>
                  <a:cubicBezTo>
                    <a:pt x="7454" y="1200"/>
                    <a:pt x="7394" y="1336"/>
                    <a:pt x="7319" y="1456"/>
                  </a:cubicBezTo>
                  <a:cubicBezTo>
                    <a:pt x="7214" y="1620"/>
                    <a:pt x="7079" y="1710"/>
                    <a:pt x="6929" y="1800"/>
                  </a:cubicBezTo>
                  <a:cubicBezTo>
                    <a:pt x="6645" y="1950"/>
                    <a:pt x="6329" y="1980"/>
                    <a:pt x="6045" y="2086"/>
                  </a:cubicBezTo>
                  <a:cubicBezTo>
                    <a:pt x="5715" y="2190"/>
                    <a:pt x="5385" y="2266"/>
                    <a:pt x="5085" y="2430"/>
                  </a:cubicBezTo>
                  <a:cubicBezTo>
                    <a:pt x="4755" y="2596"/>
                    <a:pt x="4559" y="2850"/>
                    <a:pt x="4425" y="3195"/>
                  </a:cubicBezTo>
                  <a:cubicBezTo>
                    <a:pt x="4259" y="3555"/>
                    <a:pt x="3989" y="3795"/>
                    <a:pt x="3675" y="4080"/>
                  </a:cubicBezTo>
                  <a:cubicBezTo>
                    <a:pt x="3225" y="4485"/>
                    <a:pt x="2730" y="4859"/>
                    <a:pt x="2220" y="5189"/>
                  </a:cubicBezTo>
                  <a:cubicBezTo>
                    <a:pt x="1950" y="5369"/>
                    <a:pt x="1800" y="5669"/>
                    <a:pt x="1546" y="5849"/>
                  </a:cubicBezTo>
                  <a:cubicBezTo>
                    <a:pt x="1410" y="5969"/>
                    <a:pt x="1246" y="6015"/>
                    <a:pt x="1096" y="6119"/>
                  </a:cubicBezTo>
                  <a:cubicBezTo>
                    <a:pt x="990" y="6209"/>
                    <a:pt x="916" y="6359"/>
                    <a:pt x="840" y="6465"/>
                  </a:cubicBezTo>
                  <a:cubicBezTo>
                    <a:pt x="766" y="6569"/>
                    <a:pt x="616" y="6705"/>
                    <a:pt x="570" y="6809"/>
                  </a:cubicBezTo>
                  <a:cubicBezTo>
                    <a:pt x="526" y="6915"/>
                    <a:pt x="586" y="7019"/>
                    <a:pt x="600" y="7139"/>
                  </a:cubicBezTo>
                  <a:cubicBezTo>
                    <a:pt x="660" y="7365"/>
                    <a:pt x="766" y="7665"/>
                    <a:pt x="766" y="7889"/>
                  </a:cubicBezTo>
                  <a:cubicBezTo>
                    <a:pt x="766" y="8024"/>
                    <a:pt x="690" y="8129"/>
                    <a:pt x="676" y="8264"/>
                  </a:cubicBezTo>
                  <a:cubicBezTo>
                    <a:pt x="676" y="8369"/>
                    <a:pt x="706" y="8459"/>
                    <a:pt x="676" y="8564"/>
                  </a:cubicBezTo>
                  <a:cubicBezTo>
                    <a:pt x="630" y="8714"/>
                    <a:pt x="496" y="8804"/>
                    <a:pt x="450" y="8969"/>
                  </a:cubicBezTo>
                  <a:cubicBezTo>
                    <a:pt x="436" y="9104"/>
                    <a:pt x="436" y="9269"/>
                    <a:pt x="466" y="9389"/>
                  </a:cubicBezTo>
                  <a:cubicBezTo>
                    <a:pt x="480" y="9554"/>
                    <a:pt x="570" y="9719"/>
                    <a:pt x="570" y="9869"/>
                  </a:cubicBezTo>
                  <a:cubicBezTo>
                    <a:pt x="586" y="9988"/>
                    <a:pt x="526" y="10124"/>
                    <a:pt x="526" y="10258"/>
                  </a:cubicBezTo>
                  <a:cubicBezTo>
                    <a:pt x="510" y="10918"/>
                    <a:pt x="526" y="11578"/>
                    <a:pt x="526" y="12254"/>
                  </a:cubicBezTo>
                  <a:cubicBezTo>
                    <a:pt x="526" y="12478"/>
                    <a:pt x="556" y="12718"/>
                    <a:pt x="496" y="12944"/>
                  </a:cubicBezTo>
                  <a:cubicBezTo>
                    <a:pt x="420" y="13183"/>
                    <a:pt x="256" y="13393"/>
                    <a:pt x="136" y="13618"/>
                  </a:cubicBezTo>
                  <a:cubicBezTo>
                    <a:pt x="90" y="13708"/>
                    <a:pt x="0" y="13828"/>
                    <a:pt x="0" y="13933"/>
                  </a:cubicBezTo>
                  <a:cubicBezTo>
                    <a:pt x="166" y="14023"/>
                    <a:pt x="330" y="14098"/>
                    <a:pt x="420" y="14278"/>
                  </a:cubicBezTo>
                  <a:cubicBezTo>
                    <a:pt x="540" y="14533"/>
                    <a:pt x="540" y="14818"/>
                    <a:pt x="750" y="15028"/>
                  </a:cubicBezTo>
                  <a:cubicBezTo>
                    <a:pt x="990" y="15253"/>
                    <a:pt x="1200" y="15283"/>
                    <a:pt x="1230" y="15643"/>
                  </a:cubicBezTo>
                  <a:cubicBezTo>
                    <a:pt x="1246" y="15957"/>
                    <a:pt x="1156" y="16317"/>
                    <a:pt x="1230" y="16603"/>
                  </a:cubicBezTo>
                  <a:cubicBezTo>
                    <a:pt x="1290" y="16827"/>
                    <a:pt x="1486" y="16827"/>
                    <a:pt x="1680" y="16873"/>
                  </a:cubicBezTo>
                  <a:cubicBezTo>
                    <a:pt x="1875" y="16903"/>
                    <a:pt x="2070" y="16993"/>
                    <a:pt x="2265" y="17023"/>
                  </a:cubicBezTo>
                  <a:cubicBezTo>
                    <a:pt x="2475" y="17067"/>
                    <a:pt x="2640" y="17053"/>
                    <a:pt x="2745" y="17247"/>
                  </a:cubicBezTo>
                  <a:cubicBezTo>
                    <a:pt x="2835" y="17443"/>
                    <a:pt x="2880" y="17593"/>
                    <a:pt x="3075" y="17683"/>
                  </a:cubicBezTo>
                  <a:cubicBezTo>
                    <a:pt x="3285" y="17803"/>
                    <a:pt x="3450" y="17833"/>
                    <a:pt x="3690" y="17877"/>
                  </a:cubicBezTo>
                  <a:cubicBezTo>
                    <a:pt x="4125" y="17953"/>
                    <a:pt x="4215" y="18402"/>
                    <a:pt x="4349" y="18747"/>
                  </a:cubicBezTo>
                  <a:cubicBezTo>
                    <a:pt x="4425" y="18957"/>
                    <a:pt x="4529" y="19047"/>
                    <a:pt x="4649" y="19212"/>
                  </a:cubicBezTo>
                  <a:cubicBezTo>
                    <a:pt x="4695" y="19287"/>
                    <a:pt x="4739" y="19377"/>
                    <a:pt x="4769" y="19452"/>
                  </a:cubicBezTo>
                  <a:cubicBezTo>
                    <a:pt x="4785" y="19542"/>
                    <a:pt x="4739" y="19632"/>
                    <a:pt x="4785" y="19722"/>
                  </a:cubicBezTo>
                  <a:cubicBezTo>
                    <a:pt x="4815" y="19812"/>
                    <a:pt x="4965" y="19917"/>
                    <a:pt x="5025" y="19992"/>
                  </a:cubicBezTo>
                  <a:cubicBezTo>
                    <a:pt x="5325" y="20322"/>
                    <a:pt x="5025" y="20726"/>
                    <a:pt x="4845" y="21042"/>
                  </a:cubicBezTo>
                  <a:cubicBezTo>
                    <a:pt x="4665" y="21372"/>
                    <a:pt x="4889" y="21462"/>
                    <a:pt x="4919" y="21762"/>
                  </a:cubicBezTo>
                  <a:cubicBezTo>
                    <a:pt x="4935" y="21912"/>
                    <a:pt x="4889" y="22032"/>
                    <a:pt x="4995" y="22166"/>
                  </a:cubicBezTo>
                  <a:cubicBezTo>
                    <a:pt x="5069" y="22286"/>
                    <a:pt x="5249" y="22362"/>
                    <a:pt x="5385" y="22422"/>
                  </a:cubicBezTo>
                  <a:cubicBezTo>
                    <a:pt x="5655" y="22542"/>
                    <a:pt x="5835" y="22616"/>
                    <a:pt x="5999" y="22842"/>
                  </a:cubicBezTo>
                  <a:cubicBezTo>
                    <a:pt x="6075" y="22962"/>
                    <a:pt x="6149" y="23126"/>
                    <a:pt x="6255" y="23246"/>
                  </a:cubicBezTo>
                  <a:cubicBezTo>
                    <a:pt x="6405" y="23471"/>
                    <a:pt x="6705" y="23501"/>
                    <a:pt x="6929" y="23636"/>
                  </a:cubicBezTo>
                  <a:cubicBezTo>
                    <a:pt x="7079" y="23711"/>
                    <a:pt x="7244" y="23786"/>
                    <a:pt x="7364" y="23876"/>
                  </a:cubicBezTo>
                  <a:cubicBezTo>
                    <a:pt x="7544" y="23666"/>
                    <a:pt x="7829" y="23516"/>
                    <a:pt x="8084" y="23456"/>
                  </a:cubicBezTo>
                  <a:cubicBezTo>
                    <a:pt x="8148" y="23439"/>
                    <a:pt x="8219" y="23435"/>
                    <a:pt x="8292" y="23435"/>
                  </a:cubicBezTo>
                  <a:cubicBezTo>
                    <a:pt x="8349" y="23435"/>
                    <a:pt x="8407" y="23437"/>
                    <a:pt x="8465" y="23437"/>
                  </a:cubicBezTo>
                  <a:cubicBezTo>
                    <a:pt x="8596" y="23437"/>
                    <a:pt x="8722" y="23426"/>
                    <a:pt x="8819" y="23351"/>
                  </a:cubicBezTo>
                  <a:cubicBezTo>
                    <a:pt x="8939" y="23262"/>
                    <a:pt x="8969" y="23126"/>
                    <a:pt x="9088" y="23052"/>
                  </a:cubicBezTo>
                  <a:cubicBezTo>
                    <a:pt x="9194" y="22976"/>
                    <a:pt x="9268" y="22932"/>
                    <a:pt x="9374" y="22842"/>
                  </a:cubicBezTo>
                  <a:cubicBezTo>
                    <a:pt x="9478" y="22736"/>
                    <a:pt x="9554" y="22646"/>
                    <a:pt x="9704" y="22646"/>
                  </a:cubicBezTo>
                  <a:cubicBezTo>
                    <a:pt x="9838" y="22646"/>
                    <a:pt x="9854" y="22706"/>
                    <a:pt x="9974" y="22766"/>
                  </a:cubicBezTo>
                  <a:cubicBezTo>
                    <a:pt x="10124" y="22842"/>
                    <a:pt x="10124" y="22812"/>
                    <a:pt x="10214" y="22962"/>
                  </a:cubicBezTo>
                  <a:cubicBezTo>
                    <a:pt x="10274" y="23036"/>
                    <a:pt x="10304" y="23082"/>
                    <a:pt x="10394" y="23112"/>
                  </a:cubicBezTo>
                  <a:cubicBezTo>
                    <a:pt x="10528" y="23156"/>
                    <a:pt x="10588" y="23082"/>
                    <a:pt x="10634" y="23262"/>
                  </a:cubicBezTo>
                  <a:cubicBezTo>
                    <a:pt x="10648" y="23351"/>
                    <a:pt x="10618" y="23501"/>
                    <a:pt x="10618" y="23591"/>
                  </a:cubicBezTo>
                  <a:cubicBezTo>
                    <a:pt x="10618" y="23771"/>
                    <a:pt x="10678" y="24071"/>
                    <a:pt x="10604" y="24251"/>
                  </a:cubicBezTo>
                  <a:cubicBezTo>
                    <a:pt x="10574" y="24341"/>
                    <a:pt x="10454" y="24416"/>
                    <a:pt x="10394" y="24491"/>
                  </a:cubicBezTo>
                  <a:cubicBezTo>
                    <a:pt x="10318" y="24596"/>
                    <a:pt x="10274" y="24701"/>
                    <a:pt x="10214" y="24806"/>
                  </a:cubicBezTo>
                  <a:cubicBezTo>
                    <a:pt x="10108" y="25031"/>
                    <a:pt x="10244" y="25391"/>
                    <a:pt x="10364" y="25601"/>
                  </a:cubicBezTo>
                  <a:cubicBezTo>
                    <a:pt x="10484" y="25841"/>
                    <a:pt x="10678" y="26005"/>
                    <a:pt x="10858" y="26201"/>
                  </a:cubicBezTo>
                  <a:cubicBezTo>
                    <a:pt x="11128" y="26455"/>
                    <a:pt x="11578" y="26395"/>
                    <a:pt x="11938" y="26501"/>
                  </a:cubicBezTo>
                  <a:cubicBezTo>
                    <a:pt x="12343" y="26621"/>
                    <a:pt x="12463" y="26861"/>
                    <a:pt x="12703" y="27175"/>
                  </a:cubicBezTo>
                  <a:cubicBezTo>
                    <a:pt x="12883" y="27415"/>
                    <a:pt x="13198" y="27731"/>
                    <a:pt x="13513" y="27745"/>
                  </a:cubicBezTo>
                  <a:cubicBezTo>
                    <a:pt x="13694" y="27745"/>
                    <a:pt x="13826" y="27667"/>
                    <a:pt x="13960" y="27667"/>
                  </a:cubicBezTo>
                  <a:cubicBezTo>
                    <a:pt x="14037" y="27667"/>
                    <a:pt x="14115" y="27693"/>
                    <a:pt x="14203" y="27775"/>
                  </a:cubicBezTo>
                  <a:cubicBezTo>
                    <a:pt x="14503" y="28075"/>
                    <a:pt x="14607" y="28465"/>
                    <a:pt x="15043" y="28600"/>
                  </a:cubicBezTo>
                  <a:cubicBezTo>
                    <a:pt x="15127" y="28632"/>
                    <a:pt x="15194" y="28645"/>
                    <a:pt x="15255" y="28645"/>
                  </a:cubicBezTo>
                  <a:cubicBezTo>
                    <a:pt x="15368" y="28645"/>
                    <a:pt x="15460" y="28599"/>
                    <a:pt x="15597" y="28540"/>
                  </a:cubicBezTo>
                  <a:cubicBezTo>
                    <a:pt x="15801" y="28459"/>
                    <a:pt x="15955" y="28341"/>
                    <a:pt x="16182" y="28341"/>
                  </a:cubicBezTo>
                  <a:cubicBezTo>
                    <a:pt x="16206" y="28341"/>
                    <a:pt x="16231" y="28342"/>
                    <a:pt x="16257" y="28345"/>
                  </a:cubicBezTo>
                  <a:cubicBezTo>
                    <a:pt x="16483" y="28375"/>
                    <a:pt x="16693" y="28570"/>
                    <a:pt x="16857" y="28735"/>
                  </a:cubicBezTo>
                  <a:cubicBezTo>
                    <a:pt x="17037" y="28945"/>
                    <a:pt x="17247" y="28930"/>
                    <a:pt x="17487" y="29050"/>
                  </a:cubicBezTo>
                  <a:cubicBezTo>
                    <a:pt x="17562" y="29080"/>
                    <a:pt x="17622" y="29110"/>
                    <a:pt x="17697" y="29140"/>
                  </a:cubicBezTo>
                  <a:cubicBezTo>
                    <a:pt x="17727" y="29155"/>
                    <a:pt x="17712" y="29185"/>
                    <a:pt x="17757" y="29200"/>
                  </a:cubicBezTo>
                  <a:cubicBezTo>
                    <a:pt x="17802" y="29210"/>
                    <a:pt x="17890" y="29214"/>
                    <a:pt x="17988" y="29214"/>
                  </a:cubicBezTo>
                  <a:cubicBezTo>
                    <a:pt x="18182" y="29214"/>
                    <a:pt x="18412" y="29200"/>
                    <a:pt x="18402" y="29200"/>
                  </a:cubicBezTo>
                  <a:cubicBezTo>
                    <a:pt x="18402" y="29200"/>
                    <a:pt x="18417" y="28435"/>
                    <a:pt x="18417" y="27145"/>
                  </a:cubicBezTo>
                  <a:cubicBezTo>
                    <a:pt x="18361" y="27111"/>
                    <a:pt x="18296" y="27099"/>
                    <a:pt x="18225" y="27099"/>
                  </a:cubicBezTo>
                  <a:cubicBezTo>
                    <a:pt x="18144" y="27099"/>
                    <a:pt x="18055" y="27115"/>
                    <a:pt x="17967" y="27131"/>
                  </a:cubicBezTo>
                  <a:cubicBezTo>
                    <a:pt x="17843" y="27152"/>
                    <a:pt x="17709" y="27181"/>
                    <a:pt x="17579" y="27181"/>
                  </a:cubicBezTo>
                  <a:cubicBezTo>
                    <a:pt x="17442" y="27181"/>
                    <a:pt x="17310" y="27149"/>
                    <a:pt x="17202" y="27041"/>
                  </a:cubicBezTo>
                  <a:cubicBezTo>
                    <a:pt x="17097" y="26951"/>
                    <a:pt x="17053" y="26801"/>
                    <a:pt x="16947" y="26695"/>
                  </a:cubicBezTo>
                  <a:cubicBezTo>
                    <a:pt x="16852" y="26574"/>
                    <a:pt x="16696" y="26451"/>
                    <a:pt x="16534" y="26451"/>
                  </a:cubicBezTo>
                  <a:cubicBezTo>
                    <a:pt x="16517" y="26451"/>
                    <a:pt x="16500" y="26452"/>
                    <a:pt x="16483" y="26455"/>
                  </a:cubicBezTo>
                  <a:cubicBezTo>
                    <a:pt x="16357" y="26468"/>
                    <a:pt x="16253" y="26522"/>
                    <a:pt x="16126" y="26522"/>
                  </a:cubicBezTo>
                  <a:cubicBezTo>
                    <a:pt x="16100" y="26522"/>
                    <a:pt x="16074" y="26520"/>
                    <a:pt x="16047" y="26515"/>
                  </a:cubicBezTo>
                  <a:cubicBezTo>
                    <a:pt x="15793" y="26471"/>
                    <a:pt x="15597" y="26291"/>
                    <a:pt x="15417" y="26141"/>
                  </a:cubicBezTo>
                  <a:cubicBezTo>
                    <a:pt x="15237" y="26005"/>
                    <a:pt x="15103" y="25841"/>
                    <a:pt x="14877" y="25735"/>
                  </a:cubicBezTo>
                  <a:cubicBezTo>
                    <a:pt x="14727" y="25661"/>
                    <a:pt x="14593" y="25601"/>
                    <a:pt x="14517" y="25435"/>
                  </a:cubicBezTo>
                  <a:cubicBezTo>
                    <a:pt x="14413" y="25181"/>
                    <a:pt x="14397" y="24791"/>
                    <a:pt x="14203" y="24581"/>
                  </a:cubicBezTo>
                  <a:cubicBezTo>
                    <a:pt x="14053" y="24431"/>
                    <a:pt x="13813" y="24401"/>
                    <a:pt x="13618" y="24326"/>
                  </a:cubicBezTo>
                  <a:cubicBezTo>
                    <a:pt x="13523" y="24294"/>
                    <a:pt x="13330" y="24217"/>
                    <a:pt x="13183" y="24217"/>
                  </a:cubicBezTo>
                  <a:cubicBezTo>
                    <a:pt x="13122" y="24217"/>
                    <a:pt x="13068" y="24231"/>
                    <a:pt x="13033" y="24266"/>
                  </a:cubicBezTo>
                  <a:cubicBezTo>
                    <a:pt x="12943" y="24356"/>
                    <a:pt x="12958" y="24536"/>
                    <a:pt x="12913" y="24626"/>
                  </a:cubicBezTo>
                  <a:cubicBezTo>
                    <a:pt x="12868" y="24716"/>
                    <a:pt x="12778" y="24731"/>
                    <a:pt x="12658" y="24731"/>
                  </a:cubicBezTo>
                  <a:cubicBezTo>
                    <a:pt x="12508" y="24746"/>
                    <a:pt x="12313" y="24716"/>
                    <a:pt x="12208" y="24836"/>
                  </a:cubicBezTo>
                  <a:cubicBezTo>
                    <a:pt x="12118" y="24941"/>
                    <a:pt x="12088" y="25106"/>
                    <a:pt x="12043" y="25226"/>
                  </a:cubicBezTo>
                  <a:cubicBezTo>
                    <a:pt x="11993" y="25391"/>
                    <a:pt x="11909" y="25491"/>
                    <a:pt x="11758" y="25491"/>
                  </a:cubicBezTo>
                  <a:cubicBezTo>
                    <a:pt x="11730" y="25491"/>
                    <a:pt x="11700" y="25488"/>
                    <a:pt x="11668" y="25481"/>
                  </a:cubicBezTo>
                  <a:cubicBezTo>
                    <a:pt x="11474" y="25435"/>
                    <a:pt x="11248" y="25451"/>
                    <a:pt x="11084" y="25361"/>
                  </a:cubicBezTo>
                  <a:cubicBezTo>
                    <a:pt x="10904" y="25286"/>
                    <a:pt x="10738" y="24881"/>
                    <a:pt x="10754" y="24701"/>
                  </a:cubicBezTo>
                  <a:cubicBezTo>
                    <a:pt x="10784" y="24491"/>
                    <a:pt x="11054" y="24371"/>
                    <a:pt x="11204" y="24236"/>
                  </a:cubicBezTo>
                  <a:cubicBezTo>
                    <a:pt x="11324" y="24131"/>
                    <a:pt x="11428" y="24011"/>
                    <a:pt x="11504" y="23876"/>
                  </a:cubicBezTo>
                  <a:cubicBezTo>
                    <a:pt x="11638" y="23636"/>
                    <a:pt x="11848" y="23291"/>
                    <a:pt x="11654" y="23036"/>
                  </a:cubicBezTo>
                  <a:cubicBezTo>
                    <a:pt x="11548" y="22886"/>
                    <a:pt x="11474" y="22902"/>
                    <a:pt x="11548" y="22722"/>
                  </a:cubicBezTo>
                  <a:cubicBezTo>
                    <a:pt x="11594" y="22602"/>
                    <a:pt x="11744" y="22362"/>
                    <a:pt x="11684" y="22226"/>
                  </a:cubicBezTo>
                  <a:cubicBezTo>
                    <a:pt x="11638" y="22136"/>
                    <a:pt x="11458" y="22092"/>
                    <a:pt x="11368" y="22076"/>
                  </a:cubicBezTo>
                  <a:cubicBezTo>
                    <a:pt x="11234" y="22046"/>
                    <a:pt x="11158" y="22032"/>
                    <a:pt x="11038" y="21972"/>
                  </a:cubicBezTo>
                  <a:cubicBezTo>
                    <a:pt x="10948" y="21912"/>
                    <a:pt x="10678" y="21836"/>
                    <a:pt x="10648" y="21746"/>
                  </a:cubicBezTo>
                  <a:cubicBezTo>
                    <a:pt x="10604" y="21642"/>
                    <a:pt x="10784" y="21492"/>
                    <a:pt x="10844" y="21416"/>
                  </a:cubicBezTo>
                  <a:cubicBezTo>
                    <a:pt x="10964" y="21296"/>
                    <a:pt x="10964" y="21312"/>
                    <a:pt x="10874" y="21192"/>
                  </a:cubicBezTo>
                  <a:cubicBezTo>
                    <a:pt x="10828" y="21116"/>
                    <a:pt x="10798" y="21042"/>
                    <a:pt x="10724" y="20982"/>
                  </a:cubicBezTo>
                  <a:cubicBezTo>
                    <a:pt x="10634" y="20906"/>
                    <a:pt x="10514" y="20892"/>
                    <a:pt x="10438" y="20802"/>
                  </a:cubicBezTo>
                  <a:cubicBezTo>
                    <a:pt x="10364" y="20712"/>
                    <a:pt x="10334" y="20592"/>
                    <a:pt x="10244" y="20502"/>
                  </a:cubicBezTo>
                  <a:cubicBezTo>
                    <a:pt x="10107" y="20365"/>
                    <a:pt x="9978" y="20302"/>
                    <a:pt x="9816" y="20302"/>
                  </a:cubicBezTo>
                  <a:cubicBezTo>
                    <a:pt x="9746" y="20302"/>
                    <a:pt x="9670" y="20314"/>
                    <a:pt x="9584" y="20336"/>
                  </a:cubicBezTo>
                  <a:cubicBezTo>
                    <a:pt x="9268" y="20442"/>
                    <a:pt x="8504" y="20532"/>
                    <a:pt x="8534" y="20966"/>
                  </a:cubicBezTo>
                  <a:cubicBezTo>
                    <a:pt x="8534" y="21072"/>
                    <a:pt x="8624" y="21326"/>
                    <a:pt x="8579" y="21416"/>
                  </a:cubicBezTo>
                  <a:cubicBezTo>
                    <a:pt x="8534" y="21492"/>
                    <a:pt x="8369" y="21566"/>
                    <a:pt x="8294" y="21596"/>
                  </a:cubicBezTo>
                  <a:cubicBezTo>
                    <a:pt x="8099" y="21686"/>
                    <a:pt x="7934" y="21716"/>
                    <a:pt x="7799" y="21882"/>
                  </a:cubicBezTo>
                  <a:cubicBezTo>
                    <a:pt x="7679" y="22002"/>
                    <a:pt x="7559" y="22152"/>
                    <a:pt x="7394" y="22166"/>
                  </a:cubicBezTo>
                  <a:cubicBezTo>
                    <a:pt x="7358" y="22172"/>
                    <a:pt x="7308" y="22179"/>
                    <a:pt x="7258" y="22179"/>
                  </a:cubicBezTo>
                  <a:cubicBezTo>
                    <a:pt x="7184" y="22179"/>
                    <a:pt x="7108" y="22166"/>
                    <a:pt x="7064" y="22122"/>
                  </a:cubicBezTo>
                  <a:cubicBezTo>
                    <a:pt x="7004" y="22062"/>
                    <a:pt x="7004" y="21942"/>
                    <a:pt x="6974" y="21866"/>
                  </a:cubicBezTo>
                  <a:cubicBezTo>
                    <a:pt x="6879" y="21866"/>
                    <a:pt x="6821" y="21905"/>
                    <a:pt x="6740" y="21905"/>
                  </a:cubicBezTo>
                  <a:cubicBezTo>
                    <a:pt x="6720" y="21905"/>
                    <a:pt x="6699" y="21902"/>
                    <a:pt x="6675" y="21896"/>
                  </a:cubicBezTo>
                  <a:cubicBezTo>
                    <a:pt x="6599" y="21866"/>
                    <a:pt x="6539" y="21806"/>
                    <a:pt x="6479" y="21762"/>
                  </a:cubicBezTo>
                  <a:cubicBezTo>
                    <a:pt x="6359" y="21626"/>
                    <a:pt x="6315" y="21476"/>
                    <a:pt x="6255" y="21312"/>
                  </a:cubicBezTo>
                  <a:cubicBezTo>
                    <a:pt x="6209" y="21146"/>
                    <a:pt x="6075" y="21056"/>
                    <a:pt x="5999" y="20906"/>
                  </a:cubicBezTo>
                  <a:cubicBezTo>
                    <a:pt x="5909" y="20756"/>
                    <a:pt x="5955" y="20726"/>
                    <a:pt x="5969" y="20576"/>
                  </a:cubicBezTo>
                  <a:cubicBezTo>
                    <a:pt x="5985" y="20426"/>
                    <a:pt x="5955" y="20262"/>
                    <a:pt x="5985" y="20112"/>
                  </a:cubicBezTo>
                  <a:cubicBezTo>
                    <a:pt x="6015" y="19932"/>
                    <a:pt x="6105" y="19767"/>
                    <a:pt x="6179" y="19587"/>
                  </a:cubicBezTo>
                  <a:cubicBezTo>
                    <a:pt x="6225" y="19497"/>
                    <a:pt x="6269" y="19392"/>
                    <a:pt x="6315" y="19302"/>
                  </a:cubicBezTo>
                  <a:cubicBezTo>
                    <a:pt x="6345" y="19272"/>
                    <a:pt x="6389" y="19242"/>
                    <a:pt x="6419" y="19182"/>
                  </a:cubicBezTo>
                  <a:cubicBezTo>
                    <a:pt x="6479" y="19017"/>
                    <a:pt x="6329" y="19002"/>
                    <a:pt x="6225" y="18927"/>
                  </a:cubicBezTo>
                  <a:cubicBezTo>
                    <a:pt x="6075" y="18807"/>
                    <a:pt x="6179" y="18747"/>
                    <a:pt x="6269" y="18597"/>
                  </a:cubicBezTo>
                  <a:cubicBezTo>
                    <a:pt x="6345" y="18462"/>
                    <a:pt x="6449" y="18342"/>
                    <a:pt x="6479" y="18177"/>
                  </a:cubicBezTo>
                  <a:cubicBezTo>
                    <a:pt x="6495" y="18027"/>
                    <a:pt x="6479" y="17787"/>
                    <a:pt x="6345" y="17697"/>
                  </a:cubicBezTo>
                  <a:cubicBezTo>
                    <a:pt x="6209" y="17607"/>
                    <a:pt x="6075" y="17637"/>
                    <a:pt x="5969" y="17487"/>
                  </a:cubicBezTo>
                  <a:cubicBezTo>
                    <a:pt x="5955" y="17443"/>
                    <a:pt x="5939" y="17383"/>
                    <a:pt x="5909" y="17353"/>
                  </a:cubicBezTo>
                  <a:cubicBezTo>
                    <a:pt x="5879" y="17323"/>
                    <a:pt x="5835" y="17307"/>
                    <a:pt x="5819" y="17293"/>
                  </a:cubicBezTo>
                  <a:cubicBezTo>
                    <a:pt x="5715" y="17187"/>
                    <a:pt x="5729" y="17143"/>
                    <a:pt x="5759" y="17007"/>
                  </a:cubicBezTo>
                  <a:cubicBezTo>
                    <a:pt x="5805" y="16813"/>
                    <a:pt x="5819" y="16633"/>
                    <a:pt x="5819" y="16437"/>
                  </a:cubicBezTo>
                  <a:cubicBezTo>
                    <a:pt x="5819" y="16257"/>
                    <a:pt x="5849" y="16047"/>
                    <a:pt x="5775" y="15883"/>
                  </a:cubicBezTo>
                  <a:cubicBezTo>
                    <a:pt x="5669" y="15687"/>
                    <a:pt x="5505" y="15717"/>
                    <a:pt x="5309" y="15657"/>
                  </a:cubicBezTo>
                  <a:cubicBezTo>
                    <a:pt x="5189" y="15627"/>
                    <a:pt x="5069" y="15613"/>
                    <a:pt x="4949" y="15597"/>
                  </a:cubicBezTo>
                  <a:cubicBezTo>
                    <a:pt x="4880" y="15579"/>
                    <a:pt x="4806" y="15569"/>
                    <a:pt x="4732" y="15569"/>
                  </a:cubicBezTo>
                  <a:cubicBezTo>
                    <a:pt x="4567" y="15569"/>
                    <a:pt x="4399" y="15619"/>
                    <a:pt x="4275" y="15733"/>
                  </a:cubicBezTo>
                  <a:cubicBezTo>
                    <a:pt x="4065" y="15913"/>
                    <a:pt x="3945" y="16197"/>
                    <a:pt x="3660" y="16303"/>
                  </a:cubicBezTo>
                  <a:cubicBezTo>
                    <a:pt x="3600" y="16325"/>
                    <a:pt x="3536" y="16340"/>
                    <a:pt x="3474" y="16340"/>
                  </a:cubicBezTo>
                  <a:cubicBezTo>
                    <a:pt x="3412" y="16340"/>
                    <a:pt x="3352" y="16325"/>
                    <a:pt x="3300" y="16287"/>
                  </a:cubicBezTo>
                  <a:cubicBezTo>
                    <a:pt x="3210" y="16213"/>
                    <a:pt x="3195" y="16093"/>
                    <a:pt x="3120" y="16033"/>
                  </a:cubicBezTo>
                  <a:cubicBezTo>
                    <a:pt x="3045" y="15957"/>
                    <a:pt x="2940" y="15987"/>
                    <a:pt x="2865" y="15973"/>
                  </a:cubicBezTo>
                  <a:cubicBezTo>
                    <a:pt x="2805" y="15957"/>
                    <a:pt x="2760" y="15897"/>
                    <a:pt x="2715" y="15867"/>
                  </a:cubicBezTo>
                  <a:cubicBezTo>
                    <a:pt x="2595" y="15763"/>
                    <a:pt x="2580" y="15553"/>
                    <a:pt x="2445" y="15477"/>
                  </a:cubicBezTo>
                  <a:cubicBezTo>
                    <a:pt x="2370" y="15433"/>
                    <a:pt x="2265" y="15433"/>
                    <a:pt x="2190" y="15387"/>
                  </a:cubicBezTo>
                  <a:cubicBezTo>
                    <a:pt x="2115" y="15343"/>
                    <a:pt x="2055" y="15253"/>
                    <a:pt x="2010" y="15177"/>
                  </a:cubicBezTo>
                  <a:cubicBezTo>
                    <a:pt x="1875" y="14938"/>
                    <a:pt x="1980" y="14713"/>
                    <a:pt x="1995" y="14473"/>
                  </a:cubicBezTo>
                  <a:cubicBezTo>
                    <a:pt x="2010" y="14233"/>
                    <a:pt x="2085" y="13993"/>
                    <a:pt x="1950" y="13768"/>
                  </a:cubicBezTo>
                  <a:cubicBezTo>
                    <a:pt x="1875" y="13633"/>
                    <a:pt x="1786" y="13558"/>
                    <a:pt x="1756" y="13408"/>
                  </a:cubicBezTo>
                  <a:cubicBezTo>
                    <a:pt x="1680" y="13078"/>
                    <a:pt x="1756" y="12688"/>
                    <a:pt x="1800" y="12358"/>
                  </a:cubicBezTo>
                  <a:cubicBezTo>
                    <a:pt x="1860" y="11938"/>
                    <a:pt x="1980" y="11488"/>
                    <a:pt x="1950" y="11054"/>
                  </a:cubicBezTo>
                  <a:cubicBezTo>
                    <a:pt x="1935" y="10828"/>
                    <a:pt x="1875" y="10588"/>
                    <a:pt x="1845" y="10378"/>
                  </a:cubicBezTo>
                  <a:cubicBezTo>
                    <a:pt x="1830" y="10228"/>
                    <a:pt x="1845" y="10064"/>
                    <a:pt x="1740" y="9944"/>
                  </a:cubicBezTo>
                  <a:cubicBezTo>
                    <a:pt x="1666" y="9839"/>
                    <a:pt x="1516" y="9809"/>
                    <a:pt x="1440" y="9689"/>
                  </a:cubicBezTo>
                  <a:cubicBezTo>
                    <a:pt x="1380" y="9614"/>
                    <a:pt x="1396" y="9569"/>
                    <a:pt x="1396" y="9479"/>
                  </a:cubicBezTo>
                  <a:cubicBezTo>
                    <a:pt x="1396" y="9299"/>
                    <a:pt x="1426" y="9149"/>
                    <a:pt x="1440" y="8969"/>
                  </a:cubicBezTo>
                  <a:cubicBezTo>
                    <a:pt x="1440" y="8849"/>
                    <a:pt x="1486" y="8789"/>
                    <a:pt x="1530" y="8669"/>
                  </a:cubicBezTo>
                  <a:cubicBezTo>
                    <a:pt x="1606" y="8474"/>
                    <a:pt x="1680" y="8174"/>
                    <a:pt x="1636" y="7949"/>
                  </a:cubicBezTo>
                  <a:cubicBezTo>
                    <a:pt x="1606" y="7829"/>
                    <a:pt x="1576" y="7829"/>
                    <a:pt x="1620" y="7725"/>
                  </a:cubicBezTo>
                  <a:cubicBezTo>
                    <a:pt x="1680" y="7605"/>
                    <a:pt x="1770" y="7499"/>
                    <a:pt x="1845" y="7395"/>
                  </a:cubicBezTo>
                  <a:cubicBezTo>
                    <a:pt x="1935" y="7289"/>
                    <a:pt x="2010" y="7169"/>
                    <a:pt x="2055" y="7035"/>
                  </a:cubicBezTo>
                  <a:cubicBezTo>
                    <a:pt x="2070" y="6975"/>
                    <a:pt x="2085" y="6959"/>
                    <a:pt x="2085" y="6915"/>
                  </a:cubicBezTo>
                  <a:cubicBezTo>
                    <a:pt x="2085" y="6869"/>
                    <a:pt x="1995" y="6795"/>
                    <a:pt x="1995" y="6765"/>
                  </a:cubicBezTo>
                  <a:cubicBezTo>
                    <a:pt x="1995" y="6539"/>
                    <a:pt x="2415" y="6479"/>
                    <a:pt x="2490" y="6269"/>
                  </a:cubicBezTo>
                  <a:cubicBezTo>
                    <a:pt x="2505" y="6195"/>
                    <a:pt x="2505" y="6135"/>
                    <a:pt x="2535" y="6075"/>
                  </a:cubicBezTo>
                  <a:cubicBezTo>
                    <a:pt x="2595" y="5939"/>
                    <a:pt x="2715" y="5849"/>
                    <a:pt x="2805" y="5759"/>
                  </a:cubicBezTo>
                  <a:cubicBezTo>
                    <a:pt x="2970" y="5595"/>
                    <a:pt x="3180" y="5489"/>
                    <a:pt x="3360" y="5355"/>
                  </a:cubicBezTo>
                  <a:cubicBezTo>
                    <a:pt x="3570" y="5189"/>
                    <a:pt x="3810" y="4979"/>
                    <a:pt x="4005" y="4799"/>
                  </a:cubicBezTo>
                  <a:cubicBezTo>
                    <a:pt x="4275" y="4545"/>
                    <a:pt x="4529" y="4290"/>
                    <a:pt x="4815" y="4065"/>
                  </a:cubicBezTo>
                  <a:cubicBezTo>
                    <a:pt x="4949" y="3960"/>
                    <a:pt x="5069" y="3855"/>
                    <a:pt x="5159" y="3705"/>
                  </a:cubicBezTo>
                  <a:cubicBezTo>
                    <a:pt x="5219" y="3615"/>
                    <a:pt x="5235" y="3540"/>
                    <a:pt x="5265" y="3450"/>
                  </a:cubicBezTo>
                  <a:cubicBezTo>
                    <a:pt x="5369" y="3195"/>
                    <a:pt x="5685" y="3060"/>
                    <a:pt x="5925" y="2940"/>
                  </a:cubicBezTo>
                  <a:cubicBezTo>
                    <a:pt x="6149" y="2820"/>
                    <a:pt x="6405" y="2716"/>
                    <a:pt x="6615" y="2580"/>
                  </a:cubicBezTo>
                  <a:cubicBezTo>
                    <a:pt x="6869" y="2430"/>
                    <a:pt x="7109" y="2266"/>
                    <a:pt x="7379" y="2146"/>
                  </a:cubicBezTo>
                  <a:cubicBezTo>
                    <a:pt x="7574" y="2040"/>
                    <a:pt x="7694" y="1906"/>
                    <a:pt x="7874" y="1786"/>
                  </a:cubicBezTo>
                  <a:cubicBezTo>
                    <a:pt x="7994" y="1696"/>
                    <a:pt x="8144" y="1636"/>
                    <a:pt x="8279" y="1546"/>
                  </a:cubicBezTo>
                  <a:cubicBezTo>
                    <a:pt x="8354" y="1500"/>
                    <a:pt x="8504" y="1396"/>
                    <a:pt x="8534" y="1290"/>
                  </a:cubicBezTo>
                  <a:cubicBezTo>
                    <a:pt x="8549" y="1260"/>
                    <a:pt x="8519" y="1216"/>
                    <a:pt x="8534" y="1186"/>
                  </a:cubicBezTo>
                  <a:cubicBezTo>
                    <a:pt x="8549" y="1126"/>
                    <a:pt x="8564" y="1156"/>
                    <a:pt x="8609" y="1126"/>
                  </a:cubicBezTo>
                  <a:cubicBezTo>
                    <a:pt x="8669" y="1080"/>
                    <a:pt x="8744" y="1050"/>
                    <a:pt x="8804" y="990"/>
                  </a:cubicBezTo>
                  <a:cubicBezTo>
                    <a:pt x="8864" y="916"/>
                    <a:pt x="8894" y="780"/>
                    <a:pt x="8939" y="676"/>
                  </a:cubicBezTo>
                  <a:cubicBezTo>
                    <a:pt x="9014" y="496"/>
                    <a:pt x="9134" y="300"/>
                    <a:pt x="9088" y="106"/>
                  </a:cubicBezTo>
                  <a:cubicBezTo>
                    <a:pt x="9074" y="60"/>
                    <a:pt x="9058" y="30"/>
                    <a:pt x="90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5" name="Google Shape;1585;p45"/>
          <p:cNvGrpSpPr/>
          <p:nvPr/>
        </p:nvGrpSpPr>
        <p:grpSpPr>
          <a:xfrm rot="-249207">
            <a:off x="4872253" y="2151573"/>
            <a:ext cx="3275401" cy="1186713"/>
            <a:chOff x="296725" y="1656799"/>
            <a:chExt cx="4651571" cy="1685314"/>
          </a:xfrm>
        </p:grpSpPr>
        <p:sp>
          <p:nvSpPr>
            <p:cNvPr id="1586" name="Google Shape;1586;p4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4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0" name="Google Shape;1590;p45"/>
          <p:cNvGrpSpPr/>
          <p:nvPr/>
        </p:nvGrpSpPr>
        <p:grpSpPr>
          <a:xfrm rot="-377177">
            <a:off x="5765619" y="3261522"/>
            <a:ext cx="1099144" cy="378453"/>
            <a:chOff x="-2034865" y="4028300"/>
            <a:chExt cx="1560988" cy="537472"/>
          </a:xfrm>
        </p:grpSpPr>
        <p:sp>
          <p:nvSpPr>
            <p:cNvPr id="1591" name="Google Shape;1591;p45"/>
            <p:cNvSpPr/>
            <p:nvPr/>
          </p:nvSpPr>
          <p:spPr>
            <a:xfrm>
              <a:off x="-2034865" y="4028300"/>
              <a:ext cx="1560988" cy="537472"/>
            </a:xfrm>
            <a:custGeom>
              <a:rect b="b" l="l" r="r" t="t"/>
              <a:pathLst>
                <a:path extrusionOk="0" h="11851" w="34419">
                  <a:moveTo>
                    <a:pt x="33046" y="1"/>
                  </a:moveTo>
                  <a:cubicBezTo>
                    <a:pt x="33019" y="1"/>
                    <a:pt x="32991" y="1"/>
                    <a:pt x="32964" y="1"/>
                  </a:cubicBezTo>
                  <a:cubicBezTo>
                    <a:pt x="31884" y="17"/>
                    <a:pt x="30819" y="31"/>
                    <a:pt x="29739" y="31"/>
                  </a:cubicBezTo>
                  <a:cubicBezTo>
                    <a:pt x="29605" y="30"/>
                    <a:pt x="29472" y="29"/>
                    <a:pt x="29338" y="29"/>
                  </a:cubicBezTo>
                  <a:cubicBezTo>
                    <a:pt x="28386" y="29"/>
                    <a:pt x="27434" y="64"/>
                    <a:pt x="26491" y="64"/>
                  </a:cubicBezTo>
                  <a:cubicBezTo>
                    <a:pt x="26349" y="64"/>
                    <a:pt x="26207" y="63"/>
                    <a:pt x="26065" y="61"/>
                  </a:cubicBezTo>
                  <a:cubicBezTo>
                    <a:pt x="24703" y="61"/>
                    <a:pt x="23351" y="127"/>
                    <a:pt x="21991" y="127"/>
                  </a:cubicBezTo>
                  <a:cubicBezTo>
                    <a:pt x="21765" y="127"/>
                    <a:pt x="21538" y="125"/>
                    <a:pt x="21311" y="121"/>
                  </a:cubicBezTo>
                  <a:cubicBezTo>
                    <a:pt x="21240" y="119"/>
                    <a:pt x="21168" y="118"/>
                    <a:pt x="21097" y="118"/>
                  </a:cubicBezTo>
                  <a:cubicBezTo>
                    <a:pt x="20655" y="118"/>
                    <a:pt x="20203" y="151"/>
                    <a:pt x="19751" y="151"/>
                  </a:cubicBezTo>
                  <a:cubicBezTo>
                    <a:pt x="17667" y="181"/>
                    <a:pt x="15582" y="197"/>
                    <a:pt x="13512" y="211"/>
                  </a:cubicBezTo>
                  <a:cubicBezTo>
                    <a:pt x="12612" y="211"/>
                    <a:pt x="11728" y="241"/>
                    <a:pt x="10843" y="241"/>
                  </a:cubicBezTo>
                  <a:cubicBezTo>
                    <a:pt x="8743" y="257"/>
                    <a:pt x="6629" y="257"/>
                    <a:pt x="4530" y="271"/>
                  </a:cubicBezTo>
                  <a:cubicBezTo>
                    <a:pt x="3314" y="271"/>
                    <a:pt x="2100" y="287"/>
                    <a:pt x="870" y="301"/>
                  </a:cubicBezTo>
                  <a:cubicBezTo>
                    <a:pt x="630" y="317"/>
                    <a:pt x="495" y="527"/>
                    <a:pt x="360" y="707"/>
                  </a:cubicBezTo>
                  <a:cubicBezTo>
                    <a:pt x="240" y="871"/>
                    <a:pt x="405" y="991"/>
                    <a:pt x="450" y="1111"/>
                  </a:cubicBezTo>
                  <a:cubicBezTo>
                    <a:pt x="525" y="1321"/>
                    <a:pt x="660" y="1486"/>
                    <a:pt x="825" y="1606"/>
                  </a:cubicBezTo>
                  <a:cubicBezTo>
                    <a:pt x="945" y="1711"/>
                    <a:pt x="1065" y="1816"/>
                    <a:pt x="1125" y="1921"/>
                  </a:cubicBezTo>
                  <a:cubicBezTo>
                    <a:pt x="870" y="2221"/>
                    <a:pt x="495" y="2251"/>
                    <a:pt x="300" y="2641"/>
                  </a:cubicBezTo>
                  <a:cubicBezTo>
                    <a:pt x="91" y="3106"/>
                    <a:pt x="75" y="3406"/>
                    <a:pt x="390" y="3796"/>
                  </a:cubicBezTo>
                  <a:cubicBezTo>
                    <a:pt x="510" y="3916"/>
                    <a:pt x="630" y="4036"/>
                    <a:pt x="735" y="4170"/>
                  </a:cubicBezTo>
                  <a:cubicBezTo>
                    <a:pt x="810" y="4276"/>
                    <a:pt x="975" y="4336"/>
                    <a:pt x="960" y="4470"/>
                  </a:cubicBezTo>
                  <a:cubicBezTo>
                    <a:pt x="960" y="4636"/>
                    <a:pt x="795" y="4620"/>
                    <a:pt x="690" y="4696"/>
                  </a:cubicBezTo>
                  <a:cubicBezTo>
                    <a:pt x="630" y="4726"/>
                    <a:pt x="585" y="4770"/>
                    <a:pt x="540" y="4816"/>
                  </a:cubicBezTo>
                  <a:cubicBezTo>
                    <a:pt x="31" y="5280"/>
                    <a:pt x="61" y="5536"/>
                    <a:pt x="450" y="6090"/>
                  </a:cubicBezTo>
                  <a:cubicBezTo>
                    <a:pt x="465" y="6106"/>
                    <a:pt x="495" y="6120"/>
                    <a:pt x="510" y="6136"/>
                  </a:cubicBezTo>
                  <a:cubicBezTo>
                    <a:pt x="765" y="6405"/>
                    <a:pt x="1035" y="6675"/>
                    <a:pt x="1305" y="6960"/>
                  </a:cubicBezTo>
                  <a:cubicBezTo>
                    <a:pt x="1185" y="7050"/>
                    <a:pt x="1065" y="7065"/>
                    <a:pt x="945" y="7080"/>
                  </a:cubicBezTo>
                  <a:cubicBezTo>
                    <a:pt x="495" y="7140"/>
                    <a:pt x="285" y="7515"/>
                    <a:pt x="91" y="7905"/>
                  </a:cubicBezTo>
                  <a:cubicBezTo>
                    <a:pt x="31" y="8040"/>
                    <a:pt x="1" y="8235"/>
                    <a:pt x="75" y="8385"/>
                  </a:cubicBezTo>
                  <a:cubicBezTo>
                    <a:pt x="180" y="8625"/>
                    <a:pt x="285" y="8879"/>
                    <a:pt x="495" y="9015"/>
                  </a:cubicBezTo>
                  <a:cubicBezTo>
                    <a:pt x="810" y="9209"/>
                    <a:pt x="1050" y="9525"/>
                    <a:pt x="1380" y="9705"/>
                  </a:cubicBezTo>
                  <a:cubicBezTo>
                    <a:pt x="1365" y="9735"/>
                    <a:pt x="1365" y="9765"/>
                    <a:pt x="1365" y="9765"/>
                  </a:cubicBezTo>
                  <a:cubicBezTo>
                    <a:pt x="1320" y="9795"/>
                    <a:pt x="1275" y="9809"/>
                    <a:pt x="1245" y="9839"/>
                  </a:cubicBezTo>
                  <a:cubicBezTo>
                    <a:pt x="930" y="10079"/>
                    <a:pt x="600" y="10259"/>
                    <a:pt x="420" y="10679"/>
                  </a:cubicBezTo>
                  <a:cubicBezTo>
                    <a:pt x="315" y="10965"/>
                    <a:pt x="300" y="11145"/>
                    <a:pt x="465" y="11369"/>
                  </a:cubicBezTo>
                  <a:cubicBezTo>
                    <a:pt x="690" y="11654"/>
                    <a:pt x="975" y="11759"/>
                    <a:pt x="1290" y="11759"/>
                  </a:cubicBezTo>
                  <a:cubicBezTo>
                    <a:pt x="1349" y="11758"/>
                    <a:pt x="1408" y="11758"/>
                    <a:pt x="1467" y="11758"/>
                  </a:cubicBezTo>
                  <a:cubicBezTo>
                    <a:pt x="2379" y="11758"/>
                    <a:pt x="3292" y="11850"/>
                    <a:pt x="4204" y="11850"/>
                  </a:cubicBezTo>
                  <a:cubicBezTo>
                    <a:pt x="4267" y="11850"/>
                    <a:pt x="4331" y="11850"/>
                    <a:pt x="4394" y="11849"/>
                  </a:cubicBezTo>
                  <a:cubicBezTo>
                    <a:pt x="5384" y="11844"/>
                    <a:pt x="6374" y="11842"/>
                    <a:pt x="7363" y="11842"/>
                  </a:cubicBezTo>
                  <a:cubicBezTo>
                    <a:pt x="9343" y="11842"/>
                    <a:pt x="11323" y="11849"/>
                    <a:pt x="13302" y="11849"/>
                  </a:cubicBezTo>
                  <a:lnTo>
                    <a:pt x="33668" y="11849"/>
                  </a:lnTo>
                  <a:cubicBezTo>
                    <a:pt x="34134" y="11849"/>
                    <a:pt x="34224" y="11744"/>
                    <a:pt x="34194" y="11219"/>
                  </a:cubicBezTo>
                  <a:cubicBezTo>
                    <a:pt x="34194" y="11145"/>
                    <a:pt x="34164" y="11055"/>
                    <a:pt x="34148" y="10979"/>
                  </a:cubicBezTo>
                  <a:cubicBezTo>
                    <a:pt x="34088" y="10605"/>
                    <a:pt x="33908" y="10289"/>
                    <a:pt x="33728" y="9975"/>
                  </a:cubicBezTo>
                  <a:cubicBezTo>
                    <a:pt x="33654" y="9855"/>
                    <a:pt x="33624" y="9765"/>
                    <a:pt x="33744" y="9629"/>
                  </a:cubicBezTo>
                  <a:cubicBezTo>
                    <a:pt x="33984" y="9359"/>
                    <a:pt x="34058" y="8955"/>
                    <a:pt x="34284" y="8655"/>
                  </a:cubicBezTo>
                  <a:cubicBezTo>
                    <a:pt x="34358" y="8579"/>
                    <a:pt x="34328" y="8445"/>
                    <a:pt x="34298" y="8339"/>
                  </a:cubicBezTo>
                  <a:cubicBezTo>
                    <a:pt x="34238" y="8025"/>
                    <a:pt x="34104" y="7755"/>
                    <a:pt x="33878" y="7545"/>
                  </a:cubicBezTo>
                  <a:cubicBezTo>
                    <a:pt x="33684" y="7545"/>
                    <a:pt x="33788" y="7365"/>
                    <a:pt x="33744" y="7260"/>
                  </a:cubicBezTo>
                  <a:cubicBezTo>
                    <a:pt x="33728" y="7230"/>
                    <a:pt x="33684" y="7215"/>
                    <a:pt x="33698" y="7170"/>
                  </a:cubicBezTo>
                  <a:lnTo>
                    <a:pt x="33698" y="7170"/>
                  </a:lnTo>
                  <a:cubicBezTo>
                    <a:pt x="33714" y="7170"/>
                    <a:pt x="33714" y="7230"/>
                    <a:pt x="33744" y="7230"/>
                  </a:cubicBezTo>
                  <a:cubicBezTo>
                    <a:pt x="33755" y="7233"/>
                    <a:pt x="33767" y="7234"/>
                    <a:pt x="33778" y="7234"/>
                  </a:cubicBezTo>
                  <a:cubicBezTo>
                    <a:pt x="33826" y="7234"/>
                    <a:pt x="33872" y="7210"/>
                    <a:pt x="33908" y="7185"/>
                  </a:cubicBezTo>
                  <a:cubicBezTo>
                    <a:pt x="33998" y="7080"/>
                    <a:pt x="34134" y="7020"/>
                    <a:pt x="34104" y="6825"/>
                  </a:cubicBezTo>
                  <a:cubicBezTo>
                    <a:pt x="34104" y="6795"/>
                    <a:pt x="34044" y="6795"/>
                    <a:pt x="34058" y="6765"/>
                  </a:cubicBezTo>
                  <a:cubicBezTo>
                    <a:pt x="34062" y="6758"/>
                    <a:pt x="34068" y="6755"/>
                    <a:pt x="34075" y="6755"/>
                  </a:cubicBezTo>
                  <a:cubicBezTo>
                    <a:pt x="34095" y="6755"/>
                    <a:pt x="34126" y="6780"/>
                    <a:pt x="34148" y="6780"/>
                  </a:cubicBezTo>
                  <a:cubicBezTo>
                    <a:pt x="34358" y="6675"/>
                    <a:pt x="34344" y="6465"/>
                    <a:pt x="34374" y="6270"/>
                  </a:cubicBezTo>
                  <a:cubicBezTo>
                    <a:pt x="34418" y="5896"/>
                    <a:pt x="34224" y="5626"/>
                    <a:pt x="34134" y="5310"/>
                  </a:cubicBezTo>
                  <a:cubicBezTo>
                    <a:pt x="34074" y="5250"/>
                    <a:pt x="34014" y="5176"/>
                    <a:pt x="33954" y="5100"/>
                  </a:cubicBezTo>
                  <a:cubicBezTo>
                    <a:pt x="33714" y="4830"/>
                    <a:pt x="33714" y="4770"/>
                    <a:pt x="33984" y="4560"/>
                  </a:cubicBezTo>
                  <a:cubicBezTo>
                    <a:pt x="34148" y="4410"/>
                    <a:pt x="34268" y="4216"/>
                    <a:pt x="34254" y="3990"/>
                  </a:cubicBezTo>
                  <a:cubicBezTo>
                    <a:pt x="34194" y="3466"/>
                    <a:pt x="34104" y="2926"/>
                    <a:pt x="33804" y="2476"/>
                  </a:cubicBezTo>
                  <a:cubicBezTo>
                    <a:pt x="33654" y="2266"/>
                    <a:pt x="33638" y="2116"/>
                    <a:pt x="33804" y="1951"/>
                  </a:cubicBezTo>
                  <a:cubicBezTo>
                    <a:pt x="34194" y="1576"/>
                    <a:pt x="34254" y="1126"/>
                    <a:pt x="34194" y="601"/>
                  </a:cubicBezTo>
                  <a:cubicBezTo>
                    <a:pt x="34148" y="437"/>
                    <a:pt x="33998" y="421"/>
                    <a:pt x="33894" y="331"/>
                  </a:cubicBezTo>
                  <a:cubicBezTo>
                    <a:pt x="33848" y="317"/>
                    <a:pt x="33774" y="301"/>
                    <a:pt x="33728" y="257"/>
                  </a:cubicBezTo>
                  <a:cubicBezTo>
                    <a:pt x="33539" y="13"/>
                    <a:pt x="33300" y="1"/>
                    <a:pt x="3304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5"/>
            <p:cNvSpPr/>
            <p:nvPr/>
          </p:nvSpPr>
          <p:spPr>
            <a:xfrm>
              <a:off x="-1573860" y="4164441"/>
              <a:ext cx="175462" cy="191694"/>
            </a:xfrm>
            <a:custGeom>
              <a:rect b="b" l="l" r="r" t="t"/>
              <a:pathLst>
                <a:path extrusionOk="0" h="4098" w="3751">
                  <a:moveTo>
                    <a:pt x="2813" y="0"/>
                  </a:moveTo>
                  <a:cubicBezTo>
                    <a:pt x="2758" y="0"/>
                    <a:pt x="2714" y="71"/>
                    <a:pt x="2670" y="125"/>
                  </a:cubicBezTo>
                  <a:cubicBezTo>
                    <a:pt x="2415" y="395"/>
                    <a:pt x="2175" y="650"/>
                    <a:pt x="1951" y="950"/>
                  </a:cubicBezTo>
                  <a:cubicBezTo>
                    <a:pt x="1845" y="1115"/>
                    <a:pt x="1741" y="1295"/>
                    <a:pt x="1591" y="1415"/>
                  </a:cubicBezTo>
                  <a:cubicBezTo>
                    <a:pt x="1321" y="980"/>
                    <a:pt x="1275" y="455"/>
                    <a:pt x="991" y="51"/>
                  </a:cubicBezTo>
                  <a:lnTo>
                    <a:pt x="991" y="51"/>
                  </a:lnTo>
                  <a:cubicBezTo>
                    <a:pt x="945" y="515"/>
                    <a:pt x="1141" y="920"/>
                    <a:pt x="1125" y="1355"/>
                  </a:cubicBezTo>
                  <a:cubicBezTo>
                    <a:pt x="915" y="1280"/>
                    <a:pt x="781" y="1085"/>
                    <a:pt x="601" y="965"/>
                  </a:cubicBezTo>
                  <a:cubicBezTo>
                    <a:pt x="531" y="925"/>
                    <a:pt x="461" y="858"/>
                    <a:pt x="391" y="858"/>
                  </a:cubicBezTo>
                  <a:cubicBezTo>
                    <a:pt x="356" y="858"/>
                    <a:pt x="321" y="875"/>
                    <a:pt x="285" y="920"/>
                  </a:cubicBezTo>
                  <a:cubicBezTo>
                    <a:pt x="151" y="1085"/>
                    <a:pt x="331" y="1145"/>
                    <a:pt x="391" y="1250"/>
                  </a:cubicBezTo>
                  <a:cubicBezTo>
                    <a:pt x="541" y="1490"/>
                    <a:pt x="751" y="1685"/>
                    <a:pt x="841" y="2000"/>
                  </a:cubicBezTo>
                  <a:cubicBezTo>
                    <a:pt x="601" y="2015"/>
                    <a:pt x="391" y="2015"/>
                    <a:pt x="195" y="2045"/>
                  </a:cubicBezTo>
                  <a:cubicBezTo>
                    <a:pt x="105" y="2045"/>
                    <a:pt x="15" y="2090"/>
                    <a:pt x="1" y="2210"/>
                  </a:cubicBezTo>
                  <a:cubicBezTo>
                    <a:pt x="1" y="2315"/>
                    <a:pt x="75" y="2374"/>
                    <a:pt x="151" y="2420"/>
                  </a:cubicBezTo>
                  <a:cubicBezTo>
                    <a:pt x="349" y="2506"/>
                    <a:pt x="557" y="2562"/>
                    <a:pt x="767" y="2562"/>
                  </a:cubicBezTo>
                  <a:cubicBezTo>
                    <a:pt x="812" y="2562"/>
                    <a:pt x="856" y="2560"/>
                    <a:pt x="901" y="2554"/>
                  </a:cubicBezTo>
                  <a:cubicBezTo>
                    <a:pt x="929" y="2550"/>
                    <a:pt x="953" y="2548"/>
                    <a:pt x="975" y="2548"/>
                  </a:cubicBezTo>
                  <a:cubicBezTo>
                    <a:pt x="1103" y="2548"/>
                    <a:pt x="1121" y="2624"/>
                    <a:pt x="1095" y="2764"/>
                  </a:cubicBezTo>
                  <a:cubicBezTo>
                    <a:pt x="1051" y="3064"/>
                    <a:pt x="991" y="3364"/>
                    <a:pt x="961" y="3664"/>
                  </a:cubicBezTo>
                  <a:cubicBezTo>
                    <a:pt x="945" y="3814"/>
                    <a:pt x="871" y="4024"/>
                    <a:pt x="1021" y="4084"/>
                  </a:cubicBezTo>
                  <a:cubicBezTo>
                    <a:pt x="1041" y="4094"/>
                    <a:pt x="1060" y="4098"/>
                    <a:pt x="1077" y="4098"/>
                  </a:cubicBezTo>
                  <a:cubicBezTo>
                    <a:pt x="1197" y="4098"/>
                    <a:pt x="1238" y="3887"/>
                    <a:pt x="1291" y="3770"/>
                  </a:cubicBezTo>
                  <a:cubicBezTo>
                    <a:pt x="1441" y="3470"/>
                    <a:pt x="1561" y="3124"/>
                    <a:pt x="1695" y="2780"/>
                  </a:cubicBezTo>
                  <a:cubicBezTo>
                    <a:pt x="1815" y="2840"/>
                    <a:pt x="1845" y="2944"/>
                    <a:pt x="1905" y="3020"/>
                  </a:cubicBezTo>
                  <a:cubicBezTo>
                    <a:pt x="2115" y="3274"/>
                    <a:pt x="2281" y="3590"/>
                    <a:pt x="2520" y="3830"/>
                  </a:cubicBezTo>
                  <a:cubicBezTo>
                    <a:pt x="2545" y="3867"/>
                    <a:pt x="2580" y="3893"/>
                    <a:pt x="2625" y="3893"/>
                  </a:cubicBezTo>
                  <a:cubicBezTo>
                    <a:pt x="2635" y="3893"/>
                    <a:pt x="2645" y="3892"/>
                    <a:pt x="2655" y="3890"/>
                  </a:cubicBezTo>
                  <a:cubicBezTo>
                    <a:pt x="2730" y="3874"/>
                    <a:pt x="2730" y="3784"/>
                    <a:pt x="2715" y="3724"/>
                  </a:cubicBezTo>
                  <a:cubicBezTo>
                    <a:pt x="2670" y="3320"/>
                    <a:pt x="2595" y="2930"/>
                    <a:pt x="2430" y="2570"/>
                  </a:cubicBezTo>
                  <a:cubicBezTo>
                    <a:pt x="2311" y="2285"/>
                    <a:pt x="2325" y="2285"/>
                    <a:pt x="2595" y="2270"/>
                  </a:cubicBezTo>
                  <a:cubicBezTo>
                    <a:pt x="2880" y="2255"/>
                    <a:pt x="3180" y="2255"/>
                    <a:pt x="3465" y="2255"/>
                  </a:cubicBezTo>
                  <a:cubicBezTo>
                    <a:pt x="3570" y="2255"/>
                    <a:pt x="3690" y="2240"/>
                    <a:pt x="3720" y="2120"/>
                  </a:cubicBezTo>
                  <a:cubicBezTo>
                    <a:pt x="3750" y="1955"/>
                    <a:pt x="3615" y="1895"/>
                    <a:pt x="3525" y="1850"/>
                  </a:cubicBezTo>
                  <a:cubicBezTo>
                    <a:pt x="3270" y="1730"/>
                    <a:pt x="3015" y="1655"/>
                    <a:pt x="2745" y="1655"/>
                  </a:cubicBezTo>
                  <a:lnTo>
                    <a:pt x="2175" y="1655"/>
                  </a:lnTo>
                  <a:cubicBezTo>
                    <a:pt x="2145" y="1520"/>
                    <a:pt x="2205" y="1460"/>
                    <a:pt x="2251" y="1400"/>
                  </a:cubicBezTo>
                  <a:cubicBezTo>
                    <a:pt x="2445" y="1025"/>
                    <a:pt x="2640" y="665"/>
                    <a:pt x="2835" y="290"/>
                  </a:cubicBezTo>
                  <a:cubicBezTo>
                    <a:pt x="2880" y="215"/>
                    <a:pt x="2970" y="125"/>
                    <a:pt x="2880" y="35"/>
                  </a:cubicBezTo>
                  <a:cubicBezTo>
                    <a:pt x="2856" y="10"/>
                    <a:pt x="2833" y="0"/>
                    <a:pt x="2813"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5"/>
            <p:cNvSpPr/>
            <p:nvPr/>
          </p:nvSpPr>
          <p:spPr>
            <a:xfrm>
              <a:off x="-1222670" y="4061944"/>
              <a:ext cx="179626" cy="210967"/>
            </a:xfrm>
            <a:custGeom>
              <a:rect b="b" l="l" r="r" t="t"/>
              <a:pathLst>
                <a:path extrusionOk="0" h="4510" w="3840">
                  <a:moveTo>
                    <a:pt x="2902" y="0"/>
                  </a:moveTo>
                  <a:cubicBezTo>
                    <a:pt x="2852" y="0"/>
                    <a:pt x="2806" y="39"/>
                    <a:pt x="2774" y="70"/>
                  </a:cubicBezTo>
                  <a:cubicBezTo>
                    <a:pt x="2640" y="190"/>
                    <a:pt x="2520" y="326"/>
                    <a:pt x="2384" y="460"/>
                  </a:cubicBezTo>
                  <a:cubicBezTo>
                    <a:pt x="2144" y="730"/>
                    <a:pt x="1980" y="1075"/>
                    <a:pt x="1740" y="1375"/>
                  </a:cubicBezTo>
                  <a:cubicBezTo>
                    <a:pt x="1634" y="1255"/>
                    <a:pt x="1620" y="1090"/>
                    <a:pt x="1590" y="940"/>
                  </a:cubicBezTo>
                  <a:cubicBezTo>
                    <a:pt x="1514" y="715"/>
                    <a:pt x="1454" y="475"/>
                    <a:pt x="1394" y="236"/>
                  </a:cubicBezTo>
                  <a:cubicBezTo>
                    <a:pt x="1367" y="155"/>
                    <a:pt x="1329" y="51"/>
                    <a:pt x="1246" y="51"/>
                  </a:cubicBezTo>
                  <a:cubicBezTo>
                    <a:pt x="1236" y="51"/>
                    <a:pt x="1226" y="52"/>
                    <a:pt x="1214" y="56"/>
                  </a:cubicBezTo>
                  <a:cubicBezTo>
                    <a:pt x="1094" y="70"/>
                    <a:pt x="1124" y="190"/>
                    <a:pt x="1124" y="280"/>
                  </a:cubicBezTo>
                  <a:cubicBezTo>
                    <a:pt x="1140" y="625"/>
                    <a:pt x="1154" y="970"/>
                    <a:pt x="1170" y="1345"/>
                  </a:cubicBezTo>
                  <a:cubicBezTo>
                    <a:pt x="960" y="1210"/>
                    <a:pt x="780" y="1090"/>
                    <a:pt x="584" y="970"/>
                  </a:cubicBezTo>
                  <a:cubicBezTo>
                    <a:pt x="546" y="950"/>
                    <a:pt x="501" y="919"/>
                    <a:pt x="458" y="919"/>
                  </a:cubicBezTo>
                  <a:cubicBezTo>
                    <a:pt x="435" y="919"/>
                    <a:pt x="411" y="928"/>
                    <a:pt x="390" y="955"/>
                  </a:cubicBezTo>
                  <a:cubicBezTo>
                    <a:pt x="300" y="1030"/>
                    <a:pt x="344" y="1135"/>
                    <a:pt x="390" y="1210"/>
                  </a:cubicBezTo>
                  <a:cubicBezTo>
                    <a:pt x="480" y="1360"/>
                    <a:pt x="584" y="1495"/>
                    <a:pt x="674" y="1645"/>
                  </a:cubicBezTo>
                  <a:cubicBezTo>
                    <a:pt x="734" y="1735"/>
                    <a:pt x="854" y="1780"/>
                    <a:pt x="840" y="1930"/>
                  </a:cubicBezTo>
                  <a:cubicBezTo>
                    <a:pt x="600" y="2005"/>
                    <a:pt x="374" y="2065"/>
                    <a:pt x="150" y="2125"/>
                  </a:cubicBezTo>
                  <a:cubicBezTo>
                    <a:pt x="90" y="2140"/>
                    <a:pt x="0" y="2170"/>
                    <a:pt x="0" y="2260"/>
                  </a:cubicBezTo>
                  <a:cubicBezTo>
                    <a:pt x="0" y="2365"/>
                    <a:pt x="74" y="2395"/>
                    <a:pt x="150" y="2440"/>
                  </a:cubicBezTo>
                  <a:cubicBezTo>
                    <a:pt x="194" y="2455"/>
                    <a:pt x="254" y="2469"/>
                    <a:pt x="314" y="2499"/>
                  </a:cubicBezTo>
                  <a:cubicBezTo>
                    <a:pt x="510" y="2575"/>
                    <a:pt x="720" y="2529"/>
                    <a:pt x="944" y="2575"/>
                  </a:cubicBezTo>
                  <a:cubicBezTo>
                    <a:pt x="810" y="2815"/>
                    <a:pt x="690" y="3025"/>
                    <a:pt x="570" y="3235"/>
                  </a:cubicBezTo>
                  <a:cubicBezTo>
                    <a:pt x="524" y="3339"/>
                    <a:pt x="464" y="3445"/>
                    <a:pt x="464" y="3579"/>
                  </a:cubicBezTo>
                  <a:cubicBezTo>
                    <a:pt x="464" y="3691"/>
                    <a:pt x="497" y="3752"/>
                    <a:pt x="563" y="3752"/>
                  </a:cubicBezTo>
                  <a:cubicBezTo>
                    <a:pt x="586" y="3752"/>
                    <a:pt x="613" y="3745"/>
                    <a:pt x="644" y="3729"/>
                  </a:cubicBezTo>
                  <a:cubicBezTo>
                    <a:pt x="720" y="3685"/>
                    <a:pt x="780" y="3625"/>
                    <a:pt x="854" y="3565"/>
                  </a:cubicBezTo>
                  <a:cubicBezTo>
                    <a:pt x="1034" y="3415"/>
                    <a:pt x="1214" y="3249"/>
                    <a:pt x="1410" y="3069"/>
                  </a:cubicBezTo>
                  <a:lnTo>
                    <a:pt x="1410" y="3069"/>
                  </a:lnTo>
                  <a:cubicBezTo>
                    <a:pt x="1470" y="3565"/>
                    <a:pt x="1364" y="4015"/>
                    <a:pt x="1590" y="4509"/>
                  </a:cubicBezTo>
                  <a:cubicBezTo>
                    <a:pt x="1904" y="4029"/>
                    <a:pt x="1844" y="3489"/>
                    <a:pt x="1980" y="2979"/>
                  </a:cubicBezTo>
                  <a:cubicBezTo>
                    <a:pt x="2294" y="3205"/>
                    <a:pt x="2550" y="3429"/>
                    <a:pt x="2834" y="3625"/>
                  </a:cubicBezTo>
                  <a:cubicBezTo>
                    <a:pt x="2907" y="3680"/>
                    <a:pt x="2998" y="3735"/>
                    <a:pt x="3085" y="3735"/>
                  </a:cubicBezTo>
                  <a:cubicBezTo>
                    <a:pt x="3140" y="3735"/>
                    <a:pt x="3193" y="3713"/>
                    <a:pt x="3239" y="3655"/>
                  </a:cubicBezTo>
                  <a:cubicBezTo>
                    <a:pt x="3344" y="3535"/>
                    <a:pt x="3209" y="3399"/>
                    <a:pt x="3164" y="3295"/>
                  </a:cubicBezTo>
                  <a:cubicBezTo>
                    <a:pt x="3014" y="2995"/>
                    <a:pt x="2864" y="2695"/>
                    <a:pt x="2714" y="2380"/>
                  </a:cubicBezTo>
                  <a:lnTo>
                    <a:pt x="2714" y="2380"/>
                  </a:lnTo>
                  <a:cubicBezTo>
                    <a:pt x="2841" y="2386"/>
                    <a:pt x="2962" y="2393"/>
                    <a:pt x="3080" y="2393"/>
                  </a:cubicBezTo>
                  <a:cubicBezTo>
                    <a:pt x="3226" y="2393"/>
                    <a:pt x="3368" y="2383"/>
                    <a:pt x="3509" y="2350"/>
                  </a:cubicBezTo>
                  <a:cubicBezTo>
                    <a:pt x="3629" y="2320"/>
                    <a:pt x="3779" y="2320"/>
                    <a:pt x="3809" y="2155"/>
                  </a:cubicBezTo>
                  <a:cubicBezTo>
                    <a:pt x="3839" y="1975"/>
                    <a:pt x="3674" y="1945"/>
                    <a:pt x="3569" y="1885"/>
                  </a:cubicBezTo>
                  <a:cubicBezTo>
                    <a:pt x="3300" y="1724"/>
                    <a:pt x="3007" y="1611"/>
                    <a:pt x="2700" y="1611"/>
                  </a:cubicBezTo>
                  <a:cubicBezTo>
                    <a:pt x="2665" y="1611"/>
                    <a:pt x="2630" y="1612"/>
                    <a:pt x="2594" y="1615"/>
                  </a:cubicBezTo>
                  <a:cubicBezTo>
                    <a:pt x="2548" y="1615"/>
                    <a:pt x="2501" y="1621"/>
                    <a:pt x="2454" y="1621"/>
                  </a:cubicBezTo>
                  <a:cubicBezTo>
                    <a:pt x="2393" y="1621"/>
                    <a:pt x="2331" y="1612"/>
                    <a:pt x="2264" y="1570"/>
                  </a:cubicBezTo>
                  <a:cubicBezTo>
                    <a:pt x="2400" y="1270"/>
                    <a:pt x="2564" y="1030"/>
                    <a:pt x="2714" y="790"/>
                  </a:cubicBezTo>
                  <a:lnTo>
                    <a:pt x="2984" y="296"/>
                  </a:lnTo>
                  <a:cubicBezTo>
                    <a:pt x="3029" y="206"/>
                    <a:pt x="3059" y="100"/>
                    <a:pt x="2969" y="26"/>
                  </a:cubicBezTo>
                  <a:cubicBezTo>
                    <a:pt x="2947" y="7"/>
                    <a:pt x="2924" y="0"/>
                    <a:pt x="2902"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5"/>
            <p:cNvSpPr/>
            <p:nvPr/>
          </p:nvSpPr>
          <p:spPr>
            <a:xfrm>
              <a:off x="-761954" y="4084726"/>
              <a:ext cx="164891" cy="188186"/>
            </a:xfrm>
            <a:custGeom>
              <a:rect b="b" l="l" r="r" t="t"/>
              <a:pathLst>
                <a:path extrusionOk="0" h="4023" w="3525">
                  <a:moveTo>
                    <a:pt x="1356" y="0"/>
                  </a:moveTo>
                  <a:cubicBezTo>
                    <a:pt x="1350" y="0"/>
                    <a:pt x="1342" y="1"/>
                    <a:pt x="1335" y="2"/>
                  </a:cubicBezTo>
                  <a:cubicBezTo>
                    <a:pt x="1245" y="18"/>
                    <a:pt x="1245" y="107"/>
                    <a:pt x="1245" y="197"/>
                  </a:cubicBezTo>
                  <a:cubicBezTo>
                    <a:pt x="1275" y="512"/>
                    <a:pt x="1305" y="827"/>
                    <a:pt x="1350" y="1142"/>
                  </a:cubicBezTo>
                  <a:cubicBezTo>
                    <a:pt x="1361" y="1222"/>
                    <a:pt x="1347" y="1258"/>
                    <a:pt x="1300" y="1258"/>
                  </a:cubicBezTo>
                  <a:cubicBezTo>
                    <a:pt x="1285" y="1258"/>
                    <a:pt x="1267" y="1255"/>
                    <a:pt x="1245" y="1247"/>
                  </a:cubicBezTo>
                  <a:cubicBezTo>
                    <a:pt x="1125" y="1097"/>
                    <a:pt x="1020" y="917"/>
                    <a:pt x="855" y="812"/>
                  </a:cubicBezTo>
                  <a:cubicBezTo>
                    <a:pt x="783" y="761"/>
                    <a:pt x="704" y="666"/>
                    <a:pt x="622" y="666"/>
                  </a:cubicBezTo>
                  <a:cubicBezTo>
                    <a:pt x="585" y="666"/>
                    <a:pt x="548" y="686"/>
                    <a:pt x="511" y="737"/>
                  </a:cubicBezTo>
                  <a:cubicBezTo>
                    <a:pt x="405" y="887"/>
                    <a:pt x="571" y="992"/>
                    <a:pt x="645" y="1082"/>
                  </a:cubicBezTo>
                  <a:cubicBezTo>
                    <a:pt x="795" y="1277"/>
                    <a:pt x="960" y="1457"/>
                    <a:pt x="1140" y="1667"/>
                  </a:cubicBezTo>
                  <a:cubicBezTo>
                    <a:pt x="1057" y="1708"/>
                    <a:pt x="984" y="1718"/>
                    <a:pt x="916" y="1718"/>
                  </a:cubicBezTo>
                  <a:cubicBezTo>
                    <a:pt x="862" y="1718"/>
                    <a:pt x="812" y="1712"/>
                    <a:pt x="765" y="1712"/>
                  </a:cubicBezTo>
                  <a:cubicBezTo>
                    <a:pt x="571" y="1727"/>
                    <a:pt x="375" y="1727"/>
                    <a:pt x="181" y="1727"/>
                  </a:cubicBezTo>
                  <a:cubicBezTo>
                    <a:pt x="91" y="1742"/>
                    <a:pt x="15" y="1772"/>
                    <a:pt x="1" y="1892"/>
                  </a:cubicBezTo>
                  <a:cubicBezTo>
                    <a:pt x="1" y="2012"/>
                    <a:pt x="75" y="2057"/>
                    <a:pt x="165" y="2087"/>
                  </a:cubicBezTo>
                  <a:cubicBezTo>
                    <a:pt x="271" y="2102"/>
                    <a:pt x="361" y="2132"/>
                    <a:pt x="451" y="2147"/>
                  </a:cubicBezTo>
                  <a:cubicBezTo>
                    <a:pt x="661" y="2177"/>
                    <a:pt x="855" y="2207"/>
                    <a:pt x="1080" y="2251"/>
                  </a:cubicBezTo>
                  <a:cubicBezTo>
                    <a:pt x="825" y="2477"/>
                    <a:pt x="585" y="2687"/>
                    <a:pt x="361" y="2897"/>
                  </a:cubicBezTo>
                  <a:cubicBezTo>
                    <a:pt x="301" y="2941"/>
                    <a:pt x="225" y="3017"/>
                    <a:pt x="285" y="3137"/>
                  </a:cubicBezTo>
                  <a:cubicBezTo>
                    <a:pt x="310" y="3186"/>
                    <a:pt x="337" y="3202"/>
                    <a:pt x="367" y="3202"/>
                  </a:cubicBezTo>
                  <a:cubicBezTo>
                    <a:pt x="410" y="3202"/>
                    <a:pt x="458" y="3169"/>
                    <a:pt x="511" y="3151"/>
                  </a:cubicBezTo>
                  <a:cubicBezTo>
                    <a:pt x="751" y="3047"/>
                    <a:pt x="960" y="2867"/>
                    <a:pt x="1170" y="2717"/>
                  </a:cubicBezTo>
                  <a:cubicBezTo>
                    <a:pt x="1189" y="2714"/>
                    <a:pt x="1206" y="2712"/>
                    <a:pt x="1221" y="2712"/>
                  </a:cubicBezTo>
                  <a:cubicBezTo>
                    <a:pt x="1275" y="2712"/>
                    <a:pt x="1296" y="2739"/>
                    <a:pt x="1260" y="2821"/>
                  </a:cubicBezTo>
                  <a:cubicBezTo>
                    <a:pt x="1230" y="2971"/>
                    <a:pt x="1185" y="3107"/>
                    <a:pt x="1140" y="3257"/>
                  </a:cubicBezTo>
                  <a:cubicBezTo>
                    <a:pt x="1095" y="3437"/>
                    <a:pt x="1035" y="3601"/>
                    <a:pt x="1035" y="3781"/>
                  </a:cubicBezTo>
                  <a:cubicBezTo>
                    <a:pt x="1035" y="3871"/>
                    <a:pt x="990" y="3991"/>
                    <a:pt x="1110" y="4021"/>
                  </a:cubicBezTo>
                  <a:cubicBezTo>
                    <a:pt x="1117" y="4022"/>
                    <a:pt x="1124" y="4023"/>
                    <a:pt x="1130" y="4023"/>
                  </a:cubicBezTo>
                  <a:cubicBezTo>
                    <a:pt x="1205" y="4023"/>
                    <a:pt x="1233" y="3941"/>
                    <a:pt x="1260" y="3871"/>
                  </a:cubicBezTo>
                  <a:cubicBezTo>
                    <a:pt x="1395" y="3557"/>
                    <a:pt x="1470" y="3211"/>
                    <a:pt x="1560" y="2881"/>
                  </a:cubicBezTo>
                  <a:cubicBezTo>
                    <a:pt x="1605" y="2687"/>
                    <a:pt x="1635" y="2477"/>
                    <a:pt x="1770" y="2251"/>
                  </a:cubicBezTo>
                  <a:cubicBezTo>
                    <a:pt x="1875" y="2551"/>
                    <a:pt x="1965" y="2807"/>
                    <a:pt x="2055" y="3061"/>
                  </a:cubicBezTo>
                  <a:cubicBezTo>
                    <a:pt x="2130" y="3317"/>
                    <a:pt x="2250" y="3541"/>
                    <a:pt x="2370" y="3767"/>
                  </a:cubicBezTo>
                  <a:cubicBezTo>
                    <a:pt x="2395" y="3817"/>
                    <a:pt x="2431" y="3878"/>
                    <a:pt x="2477" y="3878"/>
                  </a:cubicBezTo>
                  <a:cubicBezTo>
                    <a:pt x="2486" y="3878"/>
                    <a:pt x="2495" y="3876"/>
                    <a:pt x="2505" y="3871"/>
                  </a:cubicBezTo>
                  <a:cubicBezTo>
                    <a:pt x="2610" y="3827"/>
                    <a:pt x="2565" y="3737"/>
                    <a:pt x="2550" y="3661"/>
                  </a:cubicBezTo>
                  <a:cubicBezTo>
                    <a:pt x="2445" y="3287"/>
                    <a:pt x="2355" y="2911"/>
                    <a:pt x="2205" y="2567"/>
                  </a:cubicBezTo>
                  <a:cubicBezTo>
                    <a:pt x="2160" y="2477"/>
                    <a:pt x="2100" y="2387"/>
                    <a:pt x="2115" y="2251"/>
                  </a:cubicBezTo>
                  <a:lnTo>
                    <a:pt x="2115" y="2251"/>
                  </a:lnTo>
                  <a:cubicBezTo>
                    <a:pt x="2415" y="2327"/>
                    <a:pt x="2685" y="2387"/>
                    <a:pt x="2955" y="2447"/>
                  </a:cubicBezTo>
                  <a:cubicBezTo>
                    <a:pt x="3047" y="2465"/>
                    <a:pt x="3139" y="2478"/>
                    <a:pt x="3227" y="2478"/>
                  </a:cubicBezTo>
                  <a:cubicBezTo>
                    <a:pt x="3283" y="2478"/>
                    <a:pt x="3338" y="2473"/>
                    <a:pt x="3390" y="2461"/>
                  </a:cubicBezTo>
                  <a:cubicBezTo>
                    <a:pt x="3464" y="2447"/>
                    <a:pt x="3510" y="2401"/>
                    <a:pt x="3510" y="2327"/>
                  </a:cubicBezTo>
                  <a:cubicBezTo>
                    <a:pt x="3524" y="2267"/>
                    <a:pt x="3494" y="2221"/>
                    <a:pt x="3450" y="2191"/>
                  </a:cubicBezTo>
                  <a:cubicBezTo>
                    <a:pt x="3224" y="2027"/>
                    <a:pt x="2985" y="1922"/>
                    <a:pt x="2730" y="1907"/>
                  </a:cubicBezTo>
                  <a:cubicBezTo>
                    <a:pt x="2550" y="1877"/>
                    <a:pt x="2370" y="1847"/>
                    <a:pt x="2175" y="1787"/>
                  </a:cubicBezTo>
                  <a:cubicBezTo>
                    <a:pt x="2280" y="1577"/>
                    <a:pt x="2415" y="1397"/>
                    <a:pt x="2565" y="1232"/>
                  </a:cubicBezTo>
                  <a:cubicBezTo>
                    <a:pt x="2700" y="1037"/>
                    <a:pt x="2850" y="857"/>
                    <a:pt x="2985" y="662"/>
                  </a:cubicBezTo>
                  <a:cubicBezTo>
                    <a:pt x="3044" y="587"/>
                    <a:pt x="3120" y="512"/>
                    <a:pt x="3060" y="407"/>
                  </a:cubicBezTo>
                  <a:cubicBezTo>
                    <a:pt x="3030" y="367"/>
                    <a:pt x="3000" y="352"/>
                    <a:pt x="2970" y="352"/>
                  </a:cubicBezTo>
                  <a:cubicBezTo>
                    <a:pt x="2912" y="352"/>
                    <a:pt x="2855" y="412"/>
                    <a:pt x="2805" y="452"/>
                  </a:cubicBezTo>
                  <a:cubicBezTo>
                    <a:pt x="2490" y="647"/>
                    <a:pt x="2235" y="917"/>
                    <a:pt x="1995" y="1232"/>
                  </a:cubicBezTo>
                  <a:cubicBezTo>
                    <a:pt x="1920" y="1337"/>
                    <a:pt x="1860" y="1472"/>
                    <a:pt x="1710" y="1517"/>
                  </a:cubicBezTo>
                  <a:cubicBezTo>
                    <a:pt x="1650" y="1037"/>
                    <a:pt x="1590" y="587"/>
                    <a:pt x="1485" y="152"/>
                  </a:cubicBezTo>
                  <a:cubicBezTo>
                    <a:pt x="1457" y="69"/>
                    <a:pt x="1430" y="0"/>
                    <a:pt x="1356" y="0"/>
                  </a:cubicBezTo>
                  <a:close/>
                </a:path>
              </a:pathLst>
            </a:custGeom>
            <a:solidFill>
              <a:srgbClr val="FCFC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45"/>
            <p:cNvSpPr/>
            <p:nvPr/>
          </p:nvSpPr>
          <p:spPr>
            <a:xfrm>
              <a:off x="-654312" y="4356114"/>
              <a:ext cx="149501" cy="178456"/>
            </a:xfrm>
            <a:custGeom>
              <a:rect b="b" l="l" r="r" t="t"/>
              <a:pathLst>
                <a:path extrusionOk="0" h="3815" w="3196">
                  <a:moveTo>
                    <a:pt x="1109" y="1"/>
                  </a:moveTo>
                  <a:cubicBezTo>
                    <a:pt x="1100" y="1"/>
                    <a:pt x="1091" y="2"/>
                    <a:pt x="1080" y="5"/>
                  </a:cubicBezTo>
                  <a:cubicBezTo>
                    <a:pt x="960" y="35"/>
                    <a:pt x="1006" y="185"/>
                    <a:pt x="1006" y="275"/>
                  </a:cubicBezTo>
                  <a:cubicBezTo>
                    <a:pt x="1006" y="350"/>
                    <a:pt x="1020" y="425"/>
                    <a:pt x="1036" y="485"/>
                  </a:cubicBezTo>
                  <a:cubicBezTo>
                    <a:pt x="1066" y="725"/>
                    <a:pt x="1110" y="979"/>
                    <a:pt x="1140" y="1265"/>
                  </a:cubicBezTo>
                  <a:cubicBezTo>
                    <a:pt x="916" y="1115"/>
                    <a:pt x="781" y="919"/>
                    <a:pt x="616" y="770"/>
                  </a:cubicBezTo>
                  <a:cubicBezTo>
                    <a:pt x="577" y="740"/>
                    <a:pt x="537" y="711"/>
                    <a:pt x="502" y="711"/>
                  </a:cubicBezTo>
                  <a:cubicBezTo>
                    <a:pt x="484" y="711"/>
                    <a:pt x="466" y="719"/>
                    <a:pt x="451" y="740"/>
                  </a:cubicBezTo>
                  <a:cubicBezTo>
                    <a:pt x="376" y="800"/>
                    <a:pt x="391" y="889"/>
                    <a:pt x="436" y="965"/>
                  </a:cubicBezTo>
                  <a:cubicBezTo>
                    <a:pt x="481" y="1039"/>
                    <a:pt x="541" y="1099"/>
                    <a:pt x="601" y="1175"/>
                  </a:cubicBezTo>
                  <a:cubicBezTo>
                    <a:pt x="766" y="1385"/>
                    <a:pt x="916" y="1579"/>
                    <a:pt x="1110" y="1819"/>
                  </a:cubicBezTo>
                  <a:cubicBezTo>
                    <a:pt x="1014" y="1797"/>
                    <a:pt x="922" y="1788"/>
                    <a:pt x="833" y="1788"/>
                  </a:cubicBezTo>
                  <a:cubicBezTo>
                    <a:pt x="630" y="1788"/>
                    <a:pt x="439" y="1833"/>
                    <a:pt x="241" y="1865"/>
                  </a:cubicBezTo>
                  <a:cubicBezTo>
                    <a:pt x="136" y="1879"/>
                    <a:pt x="31" y="1925"/>
                    <a:pt x="16" y="2045"/>
                  </a:cubicBezTo>
                  <a:cubicBezTo>
                    <a:pt x="1" y="2195"/>
                    <a:pt x="121" y="2255"/>
                    <a:pt x="226" y="2269"/>
                  </a:cubicBezTo>
                  <a:cubicBezTo>
                    <a:pt x="391" y="2315"/>
                    <a:pt x="556" y="2345"/>
                    <a:pt x="736" y="2375"/>
                  </a:cubicBezTo>
                  <a:cubicBezTo>
                    <a:pt x="706" y="2539"/>
                    <a:pt x="586" y="2599"/>
                    <a:pt x="526" y="2719"/>
                  </a:cubicBezTo>
                  <a:cubicBezTo>
                    <a:pt x="451" y="2839"/>
                    <a:pt x="361" y="2929"/>
                    <a:pt x="331" y="3079"/>
                  </a:cubicBezTo>
                  <a:cubicBezTo>
                    <a:pt x="316" y="3155"/>
                    <a:pt x="316" y="3245"/>
                    <a:pt x="376" y="3305"/>
                  </a:cubicBezTo>
                  <a:cubicBezTo>
                    <a:pt x="399" y="3328"/>
                    <a:pt x="424" y="3337"/>
                    <a:pt x="450" y="3337"/>
                  </a:cubicBezTo>
                  <a:cubicBezTo>
                    <a:pt x="491" y="3337"/>
                    <a:pt x="533" y="3312"/>
                    <a:pt x="571" y="3275"/>
                  </a:cubicBezTo>
                  <a:cubicBezTo>
                    <a:pt x="736" y="3125"/>
                    <a:pt x="886" y="2975"/>
                    <a:pt x="1050" y="2825"/>
                  </a:cubicBezTo>
                  <a:cubicBezTo>
                    <a:pt x="1140" y="2749"/>
                    <a:pt x="1186" y="2599"/>
                    <a:pt x="1336" y="2599"/>
                  </a:cubicBezTo>
                  <a:cubicBezTo>
                    <a:pt x="1350" y="2779"/>
                    <a:pt x="1320" y="2945"/>
                    <a:pt x="1306" y="3109"/>
                  </a:cubicBezTo>
                  <a:cubicBezTo>
                    <a:pt x="1290" y="3305"/>
                    <a:pt x="1276" y="3515"/>
                    <a:pt x="1350" y="3725"/>
                  </a:cubicBezTo>
                  <a:cubicBezTo>
                    <a:pt x="1366" y="3769"/>
                    <a:pt x="1396" y="3815"/>
                    <a:pt x="1456" y="3815"/>
                  </a:cubicBezTo>
                  <a:cubicBezTo>
                    <a:pt x="1500" y="3815"/>
                    <a:pt x="1546" y="3769"/>
                    <a:pt x="1560" y="3725"/>
                  </a:cubicBezTo>
                  <a:cubicBezTo>
                    <a:pt x="1590" y="3515"/>
                    <a:pt x="1620" y="3305"/>
                    <a:pt x="1650" y="3109"/>
                  </a:cubicBezTo>
                  <a:cubicBezTo>
                    <a:pt x="1680" y="2885"/>
                    <a:pt x="1696" y="2659"/>
                    <a:pt x="1800" y="2435"/>
                  </a:cubicBezTo>
                  <a:cubicBezTo>
                    <a:pt x="2040" y="2645"/>
                    <a:pt x="2266" y="2839"/>
                    <a:pt x="2490" y="3019"/>
                  </a:cubicBezTo>
                  <a:cubicBezTo>
                    <a:pt x="2580" y="3079"/>
                    <a:pt x="2656" y="3139"/>
                    <a:pt x="2746" y="3185"/>
                  </a:cubicBezTo>
                  <a:cubicBezTo>
                    <a:pt x="2769" y="3196"/>
                    <a:pt x="2792" y="3203"/>
                    <a:pt x="2814" y="3203"/>
                  </a:cubicBezTo>
                  <a:cubicBezTo>
                    <a:pt x="2850" y="3203"/>
                    <a:pt x="2883" y="3185"/>
                    <a:pt x="2910" y="3139"/>
                  </a:cubicBezTo>
                  <a:cubicBezTo>
                    <a:pt x="2940" y="3095"/>
                    <a:pt x="2940" y="3035"/>
                    <a:pt x="2910" y="2989"/>
                  </a:cubicBezTo>
                  <a:cubicBezTo>
                    <a:pt x="2836" y="2809"/>
                    <a:pt x="2730" y="2659"/>
                    <a:pt x="2626" y="2509"/>
                  </a:cubicBezTo>
                  <a:cubicBezTo>
                    <a:pt x="2566" y="2405"/>
                    <a:pt x="2430" y="2329"/>
                    <a:pt x="2416" y="2149"/>
                  </a:cubicBezTo>
                  <a:cubicBezTo>
                    <a:pt x="2566" y="2135"/>
                    <a:pt x="2700" y="2135"/>
                    <a:pt x="2836" y="2119"/>
                  </a:cubicBezTo>
                  <a:cubicBezTo>
                    <a:pt x="2970" y="2105"/>
                    <a:pt x="3150" y="2135"/>
                    <a:pt x="3166" y="1939"/>
                  </a:cubicBezTo>
                  <a:cubicBezTo>
                    <a:pt x="3196" y="1715"/>
                    <a:pt x="3000" y="1729"/>
                    <a:pt x="2866" y="1669"/>
                  </a:cubicBezTo>
                  <a:cubicBezTo>
                    <a:pt x="2746" y="1609"/>
                    <a:pt x="2610" y="1609"/>
                    <a:pt x="2476" y="1609"/>
                  </a:cubicBezTo>
                  <a:cubicBezTo>
                    <a:pt x="2310" y="1595"/>
                    <a:pt x="2160" y="1595"/>
                    <a:pt x="1936" y="1595"/>
                  </a:cubicBezTo>
                  <a:cubicBezTo>
                    <a:pt x="2056" y="1249"/>
                    <a:pt x="2146" y="949"/>
                    <a:pt x="2236" y="650"/>
                  </a:cubicBezTo>
                  <a:cubicBezTo>
                    <a:pt x="2280" y="530"/>
                    <a:pt x="2326" y="425"/>
                    <a:pt x="2326" y="290"/>
                  </a:cubicBezTo>
                  <a:cubicBezTo>
                    <a:pt x="2326" y="215"/>
                    <a:pt x="2326" y="155"/>
                    <a:pt x="2250" y="110"/>
                  </a:cubicBezTo>
                  <a:cubicBezTo>
                    <a:pt x="2230" y="100"/>
                    <a:pt x="2211" y="95"/>
                    <a:pt x="2191" y="95"/>
                  </a:cubicBezTo>
                  <a:cubicBezTo>
                    <a:pt x="2152" y="95"/>
                    <a:pt x="2116" y="115"/>
                    <a:pt x="2086" y="155"/>
                  </a:cubicBezTo>
                  <a:lnTo>
                    <a:pt x="1906" y="425"/>
                  </a:lnTo>
                  <a:cubicBezTo>
                    <a:pt x="1786" y="665"/>
                    <a:pt x="1666" y="905"/>
                    <a:pt x="1530" y="1189"/>
                  </a:cubicBezTo>
                  <a:cubicBezTo>
                    <a:pt x="1426" y="829"/>
                    <a:pt x="1336" y="515"/>
                    <a:pt x="1246" y="200"/>
                  </a:cubicBezTo>
                  <a:cubicBezTo>
                    <a:pt x="1219" y="118"/>
                    <a:pt x="1192" y="1"/>
                    <a:pt x="1109" y="1"/>
                  </a:cubicBezTo>
                  <a:close/>
                </a:path>
              </a:pathLst>
            </a:custGeom>
            <a:solidFill>
              <a:srgbClr val="FD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45"/>
            <p:cNvSpPr/>
            <p:nvPr/>
          </p:nvSpPr>
          <p:spPr>
            <a:xfrm>
              <a:off x="-994935" y="4272902"/>
              <a:ext cx="171206" cy="201751"/>
            </a:xfrm>
            <a:custGeom>
              <a:rect b="b" l="l" r="r" t="t"/>
              <a:pathLst>
                <a:path extrusionOk="0" h="4313" w="3660">
                  <a:moveTo>
                    <a:pt x="1545" y="1"/>
                  </a:moveTo>
                  <a:cubicBezTo>
                    <a:pt x="1541" y="1"/>
                    <a:pt x="1536" y="1"/>
                    <a:pt x="1530" y="2"/>
                  </a:cubicBezTo>
                  <a:cubicBezTo>
                    <a:pt x="1425" y="17"/>
                    <a:pt x="1425" y="137"/>
                    <a:pt x="1425" y="227"/>
                  </a:cubicBezTo>
                  <a:cubicBezTo>
                    <a:pt x="1425" y="512"/>
                    <a:pt x="1440" y="812"/>
                    <a:pt x="1440" y="1097"/>
                  </a:cubicBezTo>
                  <a:cubicBezTo>
                    <a:pt x="1453" y="1161"/>
                    <a:pt x="1521" y="1271"/>
                    <a:pt x="1425" y="1271"/>
                  </a:cubicBezTo>
                  <a:cubicBezTo>
                    <a:pt x="1409" y="1271"/>
                    <a:pt x="1390" y="1268"/>
                    <a:pt x="1365" y="1261"/>
                  </a:cubicBezTo>
                  <a:cubicBezTo>
                    <a:pt x="1245" y="1111"/>
                    <a:pt x="1140" y="947"/>
                    <a:pt x="1020" y="782"/>
                  </a:cubicBezTo>
                  <a:cubicBezTo>
                    <a:pt x="978" y="728"/>
                    <a:pt x="927" y="683"/>
                    <a:pt x="869" y="683"/>
                  </a:cubicBezTo>
                  <a:cubicBezTo>
                    <a:pt x="845" y="683"/>
                    <a:pt x="821" y="690"/>
                    <a:pt x="795" y="707"/>
                  </a:cubicBezTo>
                  <a:cubicBezTo>
                    <a:pt x="690" y="782"/>
                    <a:pt x="735" y="887"/>
                    <a:pt x="780" y="977"/>
                  </a:cubicBezTo>
                  <a:cubicBezTo>
                    <a:pt x="900" y="1187"/>
                    <a:pt x="1020" y="1411"/>
                    <a:pt x="1140" y="1637"/>
                  </a:cubicBezTo>
                  <a:cubicBezTo>
                    <a:pt x="1107" y="1652"/>
                    <a:pt x="1078" y="1657"/>
                    <a:pt x="1051" y="1657"/>
                  </a:cubicBezTo>
                  <a:cubicBezTo>
                    <a:pt x="967" y="1657"/>
                    <a:pt x="908" y="1603"/>
                    <a:pt x="840" y="1591"/>
                  </a:cubicBezTo>
                  <a:cubicBezTo>
                    <a:pt x="660" y="1547"/>
                    <a:pt x="511" y="1487"/>
                    <a:pt x="331" y="1457"/>
                  </a:cubicBezTo>
                  <a:cubicBezTo>
                    <a:pt x="305" y="1452"/>
                    <a:pt x="277" y="1447"/>
                    <a:pt x="249" y="1447"/>
                  </a:cubicBezTo>
                  <a:cubicBezTo>
                    <a:pt x="194" y="1447"/>
                    <a:pt x="141" y="1467"/>
                    <a:pt x="121" y="1547"/>
                  </a:cubicBezTo>
                  <a:cubicBezTo>
                    <a:pt x="75" y="1667"/>
                    <a:pt x="165" y="1727"/>
                    <a:pt x="241" y="1757"/>
                  </a:cubicBezTo>
                  <a:cubicBezTo>
                    <a:pt x="301" y="1801"/>
                    <a:pt x="375" y="1831"/>
                    <a:pt x="435" y="1861"/>
                  </a:cubicBezTo>
                  <a:cubicBezTo>
                    <a:pt x="660" y="1981"/>
                    <a:pt x="885" y="2087"/>
                    <a:pt x="1140" y="2221"/>
                  </a:cubicBezTo>
                  <a:cubicBezTo>
                    <a:pt x="1020" y="2297"/>
                    <a:pt x="960" y="2341"/>
                    <a:pt x="885" y="2387"/>
                  </a:cubicBezTo>
                  <a:cubicBezTo>
                    <a:pt x="630" y="2521"/>
                    <a:pt x="391" y="2687"/>
                    <a:pt x="181" y="2897"/>
                  </a:cubicBezTo>
                  <a:cubicBezTo>
                    <a:pt x="105" y="2971"/>
                    <a:pt x="1" y="3047"/>
                    <a:pt x="75" y="3181"/>
                  </a:cubicBezTo>
                  <a:cubicBezTo>
                    <a:pt x="114" y="3249"/>
                    <a:pt x="172" y="3267"/>
                    <a:pt x="232" y="3267"/>
                  </a:cubicBezTo>
                  <a:cubicBezTo>
                    <a:pt x="265" y="3267"/>
                    <a:pt x="299" y="3262"/>
                    <a:pt x="331" y="3257"/>
                  </a:cubicBezTo>
                  <a:cubicBezTo>
                    <a:pt x="511" y="3197"/>
                    <a:pt x="675" y="3107"/>
                    <a:pt x="840" y="3017"/>
                  </a:cubicBezTo>
                  <a:cubicBezTo>
                    <a:pt x="990" y="2941"/>
                    <a:pt x="1125" y="2821"/>
                    <a:pt x="1305" y="2791"/>
                  </a:cubicBezTo>
                  <a:lnTo>
                    <a:pt x="1305" y="2791"/>
                  </a:lnTo>
                  <a:cubicBezTo>
                    <a:pt x="1290" y="3181"/>
                    <a:pt x="1185" y="3541"/>
                    <a:pt x="1200" y="3901"/>
                  </a:cubicBezTo>
                  <a:cubicBezTo>
                    <a:pt x="1215" y="4051"/>
                    <a:pt x="1155" y="4261"/>
                    <a:pt x="1305" y="4306"/>
                  </a:cubicBezTo>
                  <a:cubicBezTo>
                    <a:pt x="1321" y="4310"/>
                    <a:pt x="1335" y="4312"/>
                    <a:pt x="1348" y="4312"/>
                  </a:cubicBezTo>
                  <a:cubicBezTo>
                    <a:pt x="1485" y="4312"/>
                    <a:pt x="1489" y="4115"/>
                    <a:pt x="1530" y="3991"/>
                  </a:cubicBezTo>
                  <a:cubicBezTo>
                    <a:pt x="1590" y="3857"/>
                    <a:pt x="1635" y="3707"/>
                    <a:pt x="1665" y="3571"/>
                  </a:cubicBezTo>
                  <a:cubicBezTo>
                    <a:pt x="1740" y="3301"/>
                    <a:pt x="1815" y="3031"/>
                    <a:pt x="1905" y="2701"/>
                  </a:cubicBezTo>
                  <a:cubicBezTo>
                    <a:pt x="1980" y="2867"/>
                    <a:pt x="2040" y="2971"/>
                    <a:pt x="2085" y="3091"/>
                  </a:cubicBezTo>
                  <a:cubicBezTo>
                    <a:pt x="2220" y="3377"/>
                    <a:pt x="2400" y="3617"/>
                    <a:pt x="2610" y="3827"/>
                  </a:cubicBezTo>
                  <a:cubicBezTo>
                    <a:pt x="2676" y="3893"/>
                    <a:pt x="2743" y="3959"/>
                    <a:pt x="2821" y="3959"/>
                  </a:cubicBezTo>
                  <a:cubicBezTo>
                    <a:pt x="2849" y="3959"/>
                    <a:pt x="2879" y="3951"/>
                    <a:pt x="2910" y="3931"/>
                  </a:cubicBezTo>
                  <a:cubicBezTo>
                    <a:pt x="3030" y="3841"/>
                    <a:pt x="2970" y="3707"/>
                    <a:pt x="2924" y="3587"/>
                  </a:cubicBezTo>
                  <a:cubicBezTo>
                    <a:pt x="2850" y="3407"/>
                    <a:pt x="2760" y="3227"/>
                    <a:pt x="2670" y="3047"/>
                  </a:cubicBezTo>
                  <a:cubicBezTo>
                    <a:pt x="2595" y="2881"/>
                    <a:pt x="2505" y="2717"/>
                    <a:pt x="2385" y="2491"/>
                  </a:cubicBezTo>
                  <a:lnTo>
                    <a:pt x="2385" y="2491"/>
                  </a:lnTo>
                  <a:cubicBezTo>
                    <a:pt x="2625" y="2581"/>
                    <a:pt x="2774" y="2627"/>
                    <a:pt x="2924" y="2687"/>
                  </a:cubicBezTo>
                  <a:cubicBezTo>
                    <a:pt x="3090" y="2761"/>
                    <a:pt x="3254" y="2791"/>
                    <a:pt x="3420" y="2791"/>
                  </a:cubicBezTo>
                  <a:cubicBezTo>
                    <a:pt x="3510" y="2777"/>
                    <a:pt x="3614" y="2791"/>
                    <a:pt x="3630" y="2671"/>
                  </a:cubicBezTo>
                  <a:cubicBezTo>
                    <a:pt x="3660" y="2567"/>
                    <a:pt x="3584" y="2491"/>
                    <a:pt x="3510" y="2431"/>
                  </a:cubicBezTo>
                  <a:cubicBezTo>
                    <a:pt x="3420" y="2371"/>
                    <a:pt x="3314" y="2311"/>
                    <a:pt x="3224" y="2267"/>
                  </a:cubicBezTo>
                  <a:cubicBezTo>
                    <a:pt x="3044" y="2191"/>
                    <a:pt x="2850" y="2117"/>
                    <a:pt x="2670" y="2041"/>
                  </a:cubicBezTo>
                  <a:cubicBezTo>
                    <a:pt x="2658" y="2008"/>
                    <a:pt x="2639" y="1991"/>
                    <a:pt x="2611" y="1991"/>
                  </a:cubicBezTo>
                  <a:cubicBezTo>
                    <a:pt x="2602" y="1991"/>
                    <a:pt x="2591" y="1993"/>
                    <a:pt x="2580" y="1997"/>
                  </a:cubicBezTo>
                  <a:cubicBezTo>
                    <a:pt x="2610" y="1981"/>
                    <a:pt x="2655" y="1981"/>
                    <a:pt x="2684" y="1951"/>
                  </a:cubicBezTo>
                  <a:cubicBezTo>
                    <a:pt x="2940" y="1817"/>
                    <a:pt x="3254" y="1861"/>
                    <a:pt x="3480" y="1577"/>
                  </a:cubicBezTo>
                  <a:cubicBezTo>
                    <a:pt x="3382" y="1534"/>
                    <a:pt x="3284" y="1520"/>
                    <a:pt x="3188" y="1520"/>
                  </a:cubicBezTo>
                  <a:cubicBezTo>
                    <a:pt x="2970" y="1520"/>
                    <a:pt x="2756" y="1595"/>
                    <a:pt x="2536" y="1595"/>
                  </a:cubicBezTo>
                  <a:cubicBezTo>
                    <a:pt x="2511" y="1595"/>
                    <a:pt x="2486" y="1594"/>
                    <a:pt x="2460" y="1591"/>
                  </a:cubicBezTo>
                  <a:cubicBezTo>
                    <a:pt x="2565" y="1351"/>
                    <a:pt x="2714" y="1217"/>
                    <a:pt x="2834" y="1052"/>
                  </a:cubicBezTo>
                  <a:cubicBezTo>
                    <a:pt x="2940" y="902"/>
                    <a:pt x="3060" y="752"/>
                    <a:pt x="3164" y="602"/>
                  </a:cubicBezTo>
                  <a:cubicBezTo>
                    <a:pt x="3210" y="512"/>
                    <a:pt x="3240" y="407"/>
                    <a:pt x="3164" y="332"/>
                  </a:cubicBezTo>
                  <a:cubicBezTo>
                    <a:pt x="3142" y="309"/>
                    <a:pt x="3120" y="300"/>
                    <a:pt x="3100" y="300"/>
                  </a:cubicBezTo>
                  <a:cubicBezTo>
                    <a:pt x="3053" y="300"/>
                    <a:pt x="3012" y="346"/>
                    <a:pt x="2970" y="377"/>
                  </a:cubicBezTo>
                  <a:cubicBezTo>
                    <a:pt x="2714" y="587"/>
                    <a:pt x="2475" y="827"/>
                    <a:pt x="2250" y="1067"/>
                  </a:cubicBezTo>
                  <a:cubicBezTo>
                    <a:pt x="2130" y="1187"/>
                    <a:pt x="2040" y="1337"/>
                    <a:pt x="1890" y="1411"/>
                  </a:cubicBezTo>
                  <a:cubicBezTo>
                    <a:pt x="1845" y="1217"/>
                    <a:pt x="1815" y="1067"/>
                    <a:pt x="1800" y="902"/>
                  </a:cubicBezTo>
                  <a:cubicBezTo>
                    <a:pt x="1770" y="662"/>
                    <a:pt x="1725" y="437"/>
                    <a:pt x="1680" y="212"/>
                  </a:cubicBezTo>
                  <a:cubicBezTo>
                    <a:pt x="1665" y="126"/>
                    <a:pt x="1638" y="1"/>
                    <a:pt x="1545" y="1"/>
                  </a:cubicBezTo>
                  <a:close/>
                </a:path>
              </a:pathLst>
            </a:custGeom>
            <a:solidFill>
              <a:srgbClr val="FD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45"/>
            <p:cNvSpPr/>
            <p:nvPr/>
          </p:nvSpPr>
          <p:spPr>
            <a:xfrm>
              <a:off x="-1315900" y="4349485"/>
              <a:ext cx="151559" cy="191741"/>
            </a:xfrm>
            <a:custGeom>
              <a:rect b="b" l="l" r="r" t="t"/>
              <a:pathLst>
                <a:path extrusionOk="0" h="4099" w="3240">
                  <a:moveTo>
                    <a:pt x="944" y="1"/>
                  </a:moveTo>
                  <a:cubicBezTo>
                    <a:pt x="935" y="1"/>
                    <a:pt x="926" y="2"/>
                    <a:pt x="916" y="4"/>
                  </a:cubicBezTo>
                  <a:cubicBezTo>
                    <a:pt x="750" y="34"/>
                    <a:pt x="826" y="200"/>
                    <a:pt x="840" y="320"/>
                  </a:cubicBezTo>
                  <a:cubicBezTo>
                    <a:pt x="886" y="620"/>
                    <a:pt x="930" y="934"/>
                    <a:pt x="976" y="1249"/>
                  </a:cubicBezTo>
                  <a:cubicBezTo>
                    <a:pt x="1003" y="1384"/>
                    <a:pt x="969" y="1446"/>
                    <a:pt x="864" y="1446"/>
                  </a:cubicBezTo>
                  <a:cubicBezTo>
                    <a:pt x="852" y="1446"/>
                    <a:pt x="839" y="1445"/>
                    <a:pt x="826" y="1444"/>
                  </a:cubicBezTo>
                  <a:cubicBezTo>
                    <a:pt x="736" y="1444"/>
                    <a:pt x="630" y="1429"/>
                    <a:pt x="540" y="1414"/>
                  </a:cubicBezTo>
                  <a:cubicBezTo>
                    <a:pt x="458" y="1395"/>
                    <a:pt x="375" y="1383"/>
                    <a:pt x="292" y="1383"/>
                  </a:cubicBezTo>
                  <a:cubicBezTo>
                    <a:pt x="240" y="1383"/>
                    <a:pt x="188" y="1388"/>
                    <a:pt x="136" y="1399"/>
                  </a:cubicBezTo>
                  <a:cubicBezTo>
                    <a:pt x="76" y="1399"/>
                    <a:pt x="16" y="1444"/>
                    <a:pt x="0" y="1519"/>
                  </a:cubicBezTo>
                  <a:cubicBezTo>
                    <a:pt x="0" y="1609"/>
                    <a:pt x="46" y="1654"/>
                    <a:pt x="106" y="1669"/>
                  </a:cubicBezTo>
                  <a:cubicBezTo>
                    <a:pt x="420" y="1744"/>
                    <a:pt x="690" y="1939"/>
                    <a:pt x="1036" y="1999"/>
                  </a:cubicBezTo>
                  <a:cubicBezTo>
                    <a:pt x="960" y="2164"/>
                    <a:pt x="856" y="2224"/>
                    <a:pt x="766" y="2314"/>
                  </a:cubicBezTo>
                  <a:cubicBezTo>
                    <a:pt x="600" y="2464"/>
                    <a:pt x="450" y="2629"/>
                    <a:pt x="300" y="2793"/>
                  </a:cubicBezTo>
                  <a:cubicBezTo>
                    <a:pt x="256" y="2839"/>
                    <a:pt x="210" y="2899"/>
                    <a:pt x="256" y="2973"/>
                  </a:cubicBezTo>
                  <a:cubicBezTo>
                    <a:pt x="278" y="2995"/>
                    <a:pt x="299" y="3003"/>
                    <a:pt x="320" y="3003"/>
                  </a:cubicBezTo>
                  <a:cubicBezTo>
                    <a:pt x="357" y="3003"/>
                    <a:pt x="392" y="2978"/>
                    <a:pt x="420" y="2959"/>
                  </a:cubicBezTo>
                  <a:lnTo>
                    <a:pt x="916" y="2509"/>
                  </a:lnTo>
                  <a:cubicBezTo>
                    <a:pt x="997" y="2441"/>
                    <a:pt x="1054" y="2325"/>
                    <a:pt x="1174" y="2325"/>
                  </a:cubicBezTo>
                  <a:cubicBezTo>
                    <a:pt x="1187" y="2325"/>
                    <a:pt x="1201" y="2326"/>
                    <a:pt x="1216" y="2329"/>
                  </a:cubicBezTo>
                  <a:cubicBezTo>
                    <a:pt x="1260" y="2629"/>
                    <a:pt x="1156" y="2899"/>
                    <a:pt x="1140" y="3199"/>
                  </a:cubicBezTo>
                  <a:cubicBezTo>
                    <a:pt x="1110" y="3469"/>
                    <a:pt x="1020" y="3723"/>
                    <a:pt x="1156" y="4099"/>
                  </a:cubicBezTo>
                  <a:cubicBezTo>
                    <a:pt x="1380" y="3513"/>
                    <a:pt x="1470" y="2959"/>
                    <a:pt x="1680" y="2509"/>
                  </a:cubicBezTo>
                  <a:cubicBezTo>
                    <a:pt x="1905" y="2749"/>
                    <a:pt x="2115" y="2959"/>
                    <a:pt x="2325" y="3169"/>
                  </a:cubicBezTo>
                  <a:cubicBezTo>
                    <a:pt x="2430" y="3289"/>
                    <a:pt x="2550" y="3393"/>
                    <a:pt x="2700" y="3423"/>
                  </a:cubicBezTo>
                  <a:cubicBezTo>
                    <a:pt x="2730" y="3423"/>
                    <a:pt x="2775" y="3409"/>
                    <a:pt x="2790" y="3379"/>
                  </a:cubicBezTo>
                  <a:cubicBezTo>
                    <a:pt x="2820" y="3349"/>
                    <a:pt x="2820" y="3303"/>
                    <a:pt x="2790" y="3259"/>
                  </a:cubicBezTo>
                  <a:cubicBezTo>
                    <a:pt x="2760" y="3213"/>
                    <a:pt x="2700" y="3169"/>
                    <a:pt x="2670" y="3109"/>
                  </a:cubicBezTo>
                  <a:cubicBezTo>
                    <a:pt x="2445" y="2793"/>
                    <a:pt x="2190" y="2494"/>
                    <a:pt x="1980" y="2104"/>
                  </a:cubicBezTo>
                  <a:cubicBezTo>
                    <a:pt x="2152" y="2104"/>
                    <a:pt x="2315" y="2114"/>
                    <a:pt x="2467" y="2114"/>
                  </a:cubicBezTo>
                  <a:cubicBezTo>
                    <a:pt x="2580" y="2114"/>
                    <a:pt x="2688" y="2108"/>
                    <a:pt x="2790" y="2089"/>
                  </a:cubicBezTo>
                  <a:cubicBezTo>
                    <a:pt x="2955" y="2059"/>
                    <a:pt x="3240" y="2134"/>
                    <a:pt x="3240" y="1864"/>
                  </a:cubicBezTo>
                  <a:cubicBezTo>
                    <a:pt x="3225" y="1669"/>
                    <a:pt x="2955" y="1669"/>
                    <a:pt x="2775" y="1639"/>
                  </a:cubicBezTo>
                  <a:cubicBezTo>
                    <a:pt x="2505" y="1579"/>
                    <a:pt x="2220" y="1564"/>
                    <a:pt x="1950" y="1534"/>
                  </a:cubicBezTo>
                  <a:cubicBezTo>
                    <a:pt x="1950" y="1324"/>
                    <a:pt x="2055" y="1204"/>
                    <a:pt x="2115" y="1054"/>
                  </a:cubicBezTo>
                  <a:cubicBezTo>
                    <a:pt x="2220" y="859"/>
                    <a:pt x="2310" y="634"/>
                    <a:pt x="2340" y="394"/>
                  </a:cubicBezTo>
                  <a:cubicBezTo>
                    <a:pt x="2340" y="304"/>
                    <a:pt x="2370" y="200"/>
                    <a:pt x="2265" y="140"/>
                  </a:cubicBezTo>
                  <a:cubicBezTo>
                    <a:pt x="2247" y="130"/>
                    <a:pt x="2229" y="126"/>
                    <a:pt x="2213" y="126"/>
                  </a:cubicBezTo>
                  <a:cubicBezTo>
                    <a:pt x="2151" y="126"/>
                    <a:pt x="2103" y="188"/>
                    <a:pt x="2055" y="260"/>
                  </a:cubicBezTo>
                  <a:cubicBezTo>
                    <a:pt x="1980" y="380"/>
                    <a:pt x="1905" y="514"/>
                    <a:pt x="1830" y="634"/>
                  </a:cubicBezTo>
                  <a:cubicBezTo>
                    <a:pt x="1680" y="859"/>
                    <a:pt x="1606" y="1144"/>
                    <a:pt x="1410" y="1354"/>
                  </a:cubicBezTo>
                  <a:cubicBezTo>
                    <a:pt x="1366" y="1264"/>
                    <a:pt x="1350" y="1204"/>
                    <a:pt x="1320" y="1144"/>
                  </a:cubicBezTo>
                  <a:cubicBezTo>
                    <a:pt x="1246" y="844"/>
                    <a:pt x="1170" y="560"/>
                    <a:pt x="1096" y="260"/>
                  </a:cubicBezTo>
                  <a:cubicBezTo>
                    <a:pt x="1068" y="162"/>
                    <a:pt x="1052" y="1"/>
                    <a:pt x="944" y="1"/>
                  </a:cubicBezTo>
                  <a:close/>
                </a:path>
              </a:pathLst>
            </a:custGeom>
            <a:solidFill>
              <a:srgbClr val="FD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5"/>
            <p:cNvSpPr/>
            <p:nvPr/>
          </p:nvSpPr>
          <p:spPr>
            <a:xfrm>
              <a:off x="-1957536" y="4067364"/>
              <a:ext cx="173264" cy="200114"/>
            </a:xfrm>
            <a:custGeom>
              <a:rect b="b" l="l" r="r" t="t"/>
              <a:pathLst>
                <a:path extrusionOk="0" h="4278" w="3704">
                  <a:moveTo>
                    <a:pt x="1140" y="1"/>
                  </a:moveTo>
                  <a:cubicBezTo>
                    <a:pt x="1110" y="16"/>
                    <a:pt x="1080" y="31"/>
                    <a:pt x="1050" y="31"/>
                  </a:cubicBezTo>
                  <a:cubicBezTo>
                    <a:pt x="1154" y="646"/>
                    <a:pt x="1274" y="1260"/>
                    <a:pt x="1394" y="1936"/>
                  </a:cubicBezTo>
                  <a:cubicBezTo>
                    <a:pt x="1154" y="1876"/>
                    <a:pt x="974" y="1756"/>
                    <a:pt x="795" y="1650"/>
                  </a:cubicBezTo>
                  <a:cubicBezTo>
                    <a:pt x="690" y="1590"/>
                    <a:pt x="600" y="1530"/>
                    <a:pt x="495" y="1486"/>
                  </a:cubicBezTo>
                  <a:cubicBezTo>
                    <a:pt x="476" y="1481"/>
                    <a:pt x="456" y="1478"/>
                    <a:pt x="436" y="1478"/>
                  </a:cubicBezTo>
                  <a:cubicBezTo>
                    <a:pt x="392" y="1478"/>
                    <a:pt x="351" y="1494"/>
                    <a:pt x="330" y="1546"/>
                  </a:cubicBezTo>
                  <a:cubicBezTo>
                    <a:pt x="300" y="1606"/>
                    <a:pt x="345" y="1680"/>
                    <a:pt x="390" y="1726"/>
                  </a:cubicBezTo>
                  <a:lnTo>
                    <a:pt x="555" y="1890"/>
                  </a:lnTo>
                  <a:cubicBezTo>
                    <a:pt x="720" y="2026"/>
                    <a:pt x="870" y="2176"/>
                    <a:pt x="1064" y="2340"/>
                  </a:cubicBezTo>
                  <a:cubicBezTo>
                    <a:pt x="720" y="2520"/>
                    <a:pt x="360" y="2536"/>
                    <a:pt x="0" y="2776"/>
                  </a:cubicBezTo>
                  <a:cubicBezTo>
                    <a:pt x="175" y="2814"/>
                    <a:pt x="335" y="2832"/>
                    <a:pt x="487" y="2832"/>
                  </a:cubicBezTo>
                  <a:cubicBezTo>
                    <a:pt x="754" y="2832"/>
                    <a:pt x="996" y="2776"/>
                    <a:pt x="1244" y="2670"/>
                  </a:cubicBezTo>
                  <a:cubicBezTo>
                    <a:pt x="1304" y="2836"/>
                    <a:pt x="1274" y="2986"/>
                    <a:pt x="1290" y="3136"/>
                  </a:cubicBezTo>
                  <a:cubicBezTo>
                    <a:pt x="1290" y="3390"/>
                    <a:pt x="1274" y="3646"/>
                    <a:pt x="1304" y="3885"/>
                  </a:cubicBezTo>
                  <a:cubicBezTo>
                    <a:pt x="1320" y="4020"/>
                    <a:pt x="1274" y="4275"/>
                    <a:pt x="1424" y="4275"/>
                  </a:cubicBezTo>
                  <a:cubicBezTo>
                    <a:pt x="1435" y="4277"/>
                    <a:pt x="1444" y="4278"/>
                    <a:pt x="1453" y="4278"/>
                  </a:cubicBezTo>
                  <a:cubicBezTo>
                    <a:pt x="1615" y="4278"/>
                    <a:pt x="1576" y="4028"/>
                    <a:pt x="1604" y="3900"/>
                  </a:cubicBezTo>
                  <a:cubicBezTo>
                    <a:pt x="1680" y="3646"/>
                    <a:pt x="1680" y="3360"/>
                    <a:pt x="1814" y="3106"/>
                  </a:cubicBezTo>
                  <a:cubicBezTo>
                    <a:pt x="2040" y="3196"/>
                    <a:pt x="2204" y="3360"/>
                    <a:pt x="2384" y="3510"/>
                  </a:cubicBezTo>
                  <a:cubicBezTo>
                    <a:pt x="2550" y="3676"/>
                    <a:pt x="2714" y="3840"/>
                    <a:pt x="2894" y="3990"/>
                  </a:cubicBezTo>
                  <a:cubicBezTo>
                    <a:pt x="2920" y="4007"/>
                    <a:pt x="2952" y="4024"/>
                    <a:pt x="2985" y="4024"/>
                  </a:cubicBezTo>
                  <a:cubicBezTo>
                    <a:pt x="3009" y="4024"/>
                    <a:pt x="3034" y="4015"/>
                    <a:pt x="3060" y="3990"/>
                  </a:cubicBezTo>
                  <a:cubicBezTo>
                    <a:pt x="3120" y="3930"/>
                    <a:pt x="3120" y="3870"/>
                    <a:pt x="3090" y="3795"/>
                  </a:cubicBezTo>
                  <a:cubicBezTo>
                    <a:pt x="3014" y="3570"/>
                    <a:pt x="2910" y="3346"/>
                    <a:pt x="2774" y="3150"/>
                  </a:cubicBezTo>
                  <a:cubicBezTo>
                    <a:pt x="2654" y="2970"/>
                    <a:pt x="2520" y="2790"/>
                    <a:pt x="2384" y="2596"/>
                  </a:cubicBezTo>
                  <a:cubicBezTo>
                    <a:pt x="2500" y="2514"/>
                    <a:pt x="2616" y="2505"/>
                    <a:pt x="2725" y="2505"/>
                  </a:cubicBezTo>
                  <a:cubicBezTo>
                    <a:pt x="2757" y="2505"/>
                    <a:pt x="2789" y="2506"/>
                    <a:pt x="2820" y="2506"/>
                  </a:cubicBezTo>
                  <a:cubicBezTo>
                    <a:pt x="3090" y="2490"/>
                    <a:pt x="3330" y="2430"/>
                    <a:pt x="3584" y="2386"/>
                  </a:cubicBezTo>
                  <a:cubicBezTo>
                    <a:pt x="3660" y="2370"/>
                    <a:pt x="3690" y="2326"/>
                    <a:pt x="3704" y="2250"/>
                  </a:cubicBezTo>
                  <a:cubicBezTo>
                    <a:pt x="3704" y="2160"/>
                    <a:pt x="3660" y="2116"/>
                    <a:pt x="3600" y="2086"/>
                  </a:cubicBezTo>
                  <a:cubicBezTo>
                    <a:pt x="3434" y="2040"/>
                    <a:pt x="3270" y="1996"/>
                    <a:pt x="3104" y="1980"/>
                  </a:cubicBezTo>
                  <a:cubicBezTo>
                    <a:pt x="2790" y="1950"/>
                    <a:pt x="2490" y="1906"/>
                    <a:pt x="2160" y="1860"/>
                  </a:cubicBezTo>
                  <a:cubicBezTo>
                    <a:pt x="2250" y="1560"/>
                    <a:pt x="2384" y="1350"/>
                    <a:pt x="2504" y="1126"/>
                  </a:cubicBezTo>
                  <a:cubicBezTo>
                    <a:pt x="2624" y="916"/>
                    <a:pt x="2730" y="706"/>
                    <a:pt x="2850" y="481"/>
                  </a:cubicBezTo>
                  <a:cubicBezTo>
                    <a:pt x="2894" y="406"/>
                    <a:pt x="2910" y="316"/>
                    <a:pt x="2834" y="256"/>
                  </a:cubicBezTo>
                  <a:cubicBezTo>
                    <a:pt x="2815" y="241"/>
                    <a:pt x="2796" y="234"/>
                    <a:pt x="2779" y="234"/>
                  </a:cubicBezTo>
                  <a:cubicBezTo>
                    <a:pt x="2729" y="234"/>
                    <a:pt x="2688" y="286"/>
                    <a:pt x="2654" y="331"/>
                  </a:cubicBezTo>
                  <a:cubicBezTo>
                    <a:pt x="2474" y="616"/>
                    <a:pt x="2294" y="900"/>
                    <a:pt x="2114" y="1170"/>
                  </a:cubicBezTo>
                  <a:cubicBezTo>
                    <a:pt x="2010" y="1320"/>
                    <a:pt x="1964" y="1516"/>
                    <a:pt x="1814" y="1636"/>
                  </a:cubicBezTo>
                  <a:cubicBezTo>
                    <a:pt x="1574" y="1080"/>
                    <a:pt x="1424" y="511"/>
                    <a:pt x="1140" y="1"/>
                  </a:cubicBezTo>
                  <a:close/>
                </a:path>
              </a:pathLst>
            </a:custGeom>
            <a:solidFill>
              <a:srgbClr val="FD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5"/>
            <p:cNvSpPr/>
            <p:nvPr/>
          </p:nvSpPr>
          <p:spPr>
            <a:xfrm>
              <a:off x="-1791454" y="4351264"/>
              <a:ext cx="164891" cy="188186"/>
            </a:xfrm>
            <a:custGeom>
              <a:rect b="b" l="l" r="r" t="t"/>
              <a:pathLst>
                <a:path extrusionOk="0" h="4023" w="3525">
                  <a:moveTo>
                    <a:pt x="1356" y="0"/>
                  </a:moveTo>
                  <a:cubicBezTo>
                    <a:pt x="1350" y="0"/>
                    <a:pt x="1342" y="1"/>
                    <a:pt x="1335" y="2"/>
                  </a:cubicBezTo>
                  <a:cubicBezTo>
                    <a:pt x="1245" y="18"/>
                    <a:pt x="1245" y="107"/>
                    <a:pt x="1245" y="197"/>
                  </a:cubicBezTo>
                  <a:cubicBezTo>
                    <a:pt x="1275" y="512"/>
                    <a:pt x="1305" y="827"/>
                    <a:pt x="1350" y="1142"/>
                  </a:cubicBezTo>
                  <a:cubicBezTo>
                    <a:pt x="1361" y="1222"/>
                    <a:pt x="1347" y="1258"/>
                    <a:pt x="1300" y="1258"/>
                  </a:cubicBezTo>
                  <a:cubicBezTo>
                    <a:pt x="1285" y="1258"/>
                    <a:pt x="1267" y="1255"/>
                    <a:pt x="1245" y="1247"/>
                  </a:cubicBezTo>
                  <a:cubicBezTo>
                    <a:pt x="1125" y="1097"/>
                    <a:pt x="1020" y="917"/>
                    <a:pt x="855" y="812"/>
                  </a:cubicBezTo>
                  <a:cubicBezTo>
                    <a:pt x="783" y="761"/>
                    <a:pt x="704" y="666"/>
                    <a:pt x="622" y="666"/>
                  </a:cubicBezTo>
                  <a:cubicBezTo>
                    <a:pt x="585" y="666"/>
                    <a:pt x="548" y="686"/>
                    <a:pt x="511" y="737"/>
                  </a:cubicBezTo>
                  <a:cubicBezTo>
                    <a:pt x="405" y="887"/>
                    <a:pt x="571" y="992"/>
                    <a:pt x="645" y="1082"/>
                  </a:cubicBezTo>
                  <a:cubicBezTo>
                    <a:pt x="795" y="1277"/>
                    <a:pt x="960" y="1457"/>
                    <a:pt x="1140" y="1667"/>
                  </a:cubicBezTo>
                  <a:cubicBezTo>
                    <a:pt x="1057" y="1708"/>
                    <a:pt x="984" y="1718"/>
                    <a:pt x="916" y="1718"/>
                  </a:cubicBezTo>
                  <a:cubicBezTo>
                    <a:pt x="862" y="1718"/>
                    <a:pt x="812" y="1712"/>
                    <a:pt x="765" y="1712"/>
                  </a:cubicBezTo>
                  <a:cubicBezTo>
                    <a:pt x="571" y="1727"/>
                    <a:pt x="375" y="1727"/>
                    <a:pt x="181" y="1727"/>
                  </a:cubicBezTo>
                  <a:cubicBezTo>
                    <a:pt x="91" y="1742"/>
                    <a:pt x="15" y="1772"/>
                    <a:pt x="1" y="1892"/>
                  </a:cubicBezTo>
                  <a:cubicBezTo>
                    <a:pt x="1" y="2012"/>
                    <a:pt x="75" y="2057"/>
                    <a:pt x="165" y="2087"/>
                  </a:cubicBezTo>
                  <a:cubicBezTo>
                    <a:pt x="271" y="2102"/>
                    <a:pt x="361" y="2132"/>
                    <a:pt x="451" y="2147"/>
                  </a:cubicBezTo>
                  <a:cubicBezTo>
                    <a:pt x="661" y="2177"/>
                    <a:pt x="855" y="2207"/>
                    <a:pt x="1080" y="2251"/>
                  </a:cubicBezTo>
                  <a:cubicBezTo>
                    <a:pt x="825" y="2477"/>
                    <a:pt x="585" y="2687"/>
                    <a:pt x="361" y="2897"/>
                  </a:cubicBezTo>
                  <a:cubicBezTo>
                    <a:pt x="301" y="2941"/>
                    <a:pt x="225" y="3017"/>
                    <a:pt x="285" y="3137"/>
                  </a:cubicBezTo>
                  <a:cubicBezTo>
                    <a:pt x="310" y="3186"/>
                    <a:pt x="337" y="3202"/>
                    <a:pt x="367" y="3202"/>
                  </a:cubicBezTo>
                  <a:cubicBezTo>
                    <a:pt x="410" y="3202"/>
                    <a:pt x="458" y="3169"/>
                    <a:pt x="511" y="3151"/>
                  </a:cubicBezTo>
                  <a:cubicBezTo>
                    <a:pt x="751" y="3047"/>
                    <a:pt x="960" y="2867"/>
                    <a:pt x="1170" y="2717"/>
                  </a:cubicBezTo>
                  <a:cubicBezTo>
                    <a:pt x="1189" y="2714"/>
                    <a:pt x="1206" y="2712"/>
                    <a:pt x="1221" y="2712"/>
                  </a:cubicBezTo>
                  <a:cubicBezTo>
                    <a:pt x="1275" y="2712"/>
                    <a:pt x="1296" y="2739"/>
                    <a:pt x="1260" y="2821"/>
                  </a:cubicBezTo>
                  <a:cubicBezTo>
                    <a:pt x="1230" y="2971"/>
                    <a:pt x="1185" y="3107"/>
                    <a:pt x="1140" y="3257"/>
                  </a:cubicBezTo>
                  <a:cubicBezTo>
                    <a:pt x="1095" y="3437"/>
                    <a:pt x="1035" y="3601"/>
                    <a:pt x="1035" y="3781"/>
                  </a:cubicBezTo>
                  <a:cubicBezTo>
                    <a:pt x="1035" y="3871"/>
                    <a:pt x="990" y="3991"/>
                    <a:pt x="1110" y="4021"/>
                  </a:cubicBezTo>
                  <a:cubicBezTo>
                    <a:pt x="1117" y="4022"/>
                    <a:pt x="1124" y="4023"/>
                    <a:pt x="1130" y="4023"/>
                  </a:cubicBezTo>
                  <a:cubicBezTo>
                    <a:pt x="1205" y="4023"/>
                    <a:pt x="1233" y="3941"/>
                    <a:pt x="1260" y="3871"/>
                  </a:cubicBezTo>
                  <a:cubicBezTo>
                    <a:pt x="1395" y="3557"/>
                    <a:pt x="1470" y="3211"/>
                    <a:pt x="1560" y="2881"/>
                  </a:cubicBezTo>
                  <a:cubicBezTo>
                    <a:pt x="1605" y="2687"/>
                    <a:pt x="1635" y="2477"/>
                    <a:pt x="1770" y="2251"/>
                  </a:cubicBezTo>
                  <a:cubicBezTo>
                    <a:pt x="1875" y="2551"/>
                    <a:pt x="1965" y="2807"/>
                    <a:pt x="2055" y="3061"/>
                  </a:cubicBezTo>
                  <a:cubicBezTo>
                    <a:pt x="2130" y="3317"/>
                    <a:pt x="2250" y="3541"/>
                    <a:pt x="2370" y="3767"/>
                  </a:cubicBezTo>
                  <a:cubicBezTo>
                    <a:pt x="2395" y="3817"/>
                    <a:pt x="2431" y="3878"/>
                    <a:pt x="2477" y="3878"/>
                  </a:cubicBezTo>
                  <a:cubicBezTo>
                    <a:pt x="2486" y="3878"/>
                    <a:pt x="2495" y="3876"/>
                    <a:pt x="2505" y="3871"/>
                  </a:cubicBezTo>
                  <a:cubicBezTo>
                    <a:pt x="2610" y="3827"/>
                    <a:pt x="2565" y="3737"/>
                    <a:pt x="2550" y="3661"/>
                  </a:cubicBezTo>
                  <a:cubicBezTo>
                    <a:pt x="2445" y="3287"/>
                    <a:pt x="2355" y="2911"/>
                    <a:pt x="2205" y="2567"/>
                  </a:cubicBezTo>
                  <a:cubicBezTo>
                    <a:pt x="2160" y="2477"/>
                    <a:pt x="2100" y="2387"/>
                    <a:pt x="2115" y="2251"/>
                  </a:cubicBezTo>
                  <a:lnTo>
                    <a:pt x="2115" y="2251"/>
                  </a:lnTo>
                  <a:cubicBezTo>
                    <a:pt x="2415" y="2327"/>
                    <a:pt x="2685" y="2387"/>
                    <a:pt x="2955" y="2447"/>
                  </a:cubicBezTo>
                  <a:cubicBezTo>
                    <a:pt x="3047" y="2465"/>
                    <a:pt x="3139" y="2478"/>
                    <a:pt x="3227" y="2478"/>
                  </a:cubicBezTo>
                  <a:cubicBezTo>
                    <a:pt x="3283" y="2478"/>
                    <a:pt x="3338" y="2473"/>
                    <a:pt x="3390" y="2461"/>
                  </a:cubicBezTo>
                  <a:cubicBezTo>
                    <a:pt x="3464" y="2447"/>
                    <a:pt x="3510" y="2401"/>
                    <a:pt x="3510" y="2327"/>
                  </a:cubicBezTo>
                  <a:cubicBezTo>
                    <a:pt x="3524" y="2267"/>
                    <a:pt x="3494" y="2221"/>
                    <a:pt x="3450" y="2191"/>
                  </a:cubicBezTo>
                  <a:cubicBezTo>
                    <a:pt x="3224" y="2027"/>
                    <a:pt x="2985" y="1922"/>
                    <a:pt x="2730" y="1907"/>
                  </a:cubicBezTo>
                  <a:cubicBezTo>
                    <a:pt x="2550" y="1877"/>
                    <a:pt x="2370" y="1847"/>
                    <a:pt x="2175" y="1787"/>
                  </a:cubicBezTo>
                  <a:cubicBezTo>
                    <a:pt x="2280" y="1577"/>
                    <a:pt x="2415" y="1397"/>
                    <a:pt x="2565" y="1232"/>
                  </a:cubicBezTo>
                  <a:cubicBezTo>
                    <a:pt x="2700" y="1037"/>
                    <a:pt x="2850" y="857"/>
                    <a:pt x="2985" y="662"/>
                  </a:cubicBezTo>
                  <a:cubicBezTo>
                    <a:pt x="3044" y="587"/>
                    <a:pt x="3120" y="512"/>
                    <a:pt x="3060" y="407"/>
                  </a:cubicBezTo>
                  <a:cubicBezTo>
                    <a:pt x="3030" y="367"/>
                    <a:pt x="3000" y="352"/>
                    <a:pt x="2970" y="352"/>
                  </a:cubicBezTo>
                  <a:cubicBezTo>
                    <a:pt x="2912" y="352"/>
                    <a:pt x="2855" y="412"/>
                    <a:pt x="2805" y="452"/>
                  </a:cubicBezTo>
                  <a:cubicBezTo>
                    <a:pt x="2490" y="647"/>
                    <a:pt x="2235" y="917"/>
                    <a:pt x="1995" y="1232"/>
                  </a:cubicBezTo>
                  <a:cubicBezTo>
                    <a:pt x="1920" y="1337"/>
                    <a:pt x="1860" y="1472"/>
                    <a:pt x="1710" y="1517"/>
                  </a:cubicBezTo>
                  <a:cubicBezTo>
                    <a:pt x="1650" y="1037"/>
                    <a:pt x="1590" y="587"/>
                    <a:pt x="1485" y="152"/>
                  </a:cubicBezTo>
                  <a:cubicBezTo>
                    <a:pt x="1457" y="69"/>
                    <a:pt x="1430" y="0"/>
                    <a:pt x="1356" y="0"/>
                  </a:cubicBezTo>
                  <a:close/>
                </a:path>
              </a:pathLst>
            </a:custGeom>
            <a:solidFill>
              <a:srgbClr val="FCFC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0" name="Google Shape;1600;p45"/>
          <p:cNvGrpSpPr/>
          <p:nvPr/>
        </p:nvGrpSpPr>
        <p:grpSpPr>
          <a:xfrm>
            <a:off x="4893925" y="2376515"/>
            <a:ext cx="3233700" cy="2212335"/>
            <a:chOff x="4893925" y="2376515"/>
            <a:chExt cx="3233700" cy="2212335"/>
          </a:xfrm>
        </p:grpSpPr>
        <p:sp>
          <p:nvSpPr>
            <p:cNvPr id="1601" name="Google Shape;1601;p45"/>
            <p:cNvSpPr txBox="1"/>
            <p:nvPr/>
          </p:nvSpPr>
          <p:spPr>
            <a:xfrm>
              <a:off x="5166739" y="2376515"/>
              <a:ext cx="2673900" cy="71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rgbClr val="9C786B"/>
                  </a:solidFill>
                  <a:latin typeface="Bellefair"/>
                  <a:ea typeface="Bellefair"/>
                  <a:cs typeface="Bellefair"/>
                  <a:sym typeface="Bellefair"/>
                </a:rPr>
                <a:t>Conclusions</a:t>
              </a:r>
              <a:endParaRPr sz="3200">
                <a:solidFill>
                  <a:srgbClr val="9C786B"/>
                </a:solidFill>
                <a:latin typeface="Bellefair"/>
                <a:ea typeface="Bellefair"/>
                <a:cs typeface="Bellefair"/>
                <a:sym typeface="Bellefair"/>
              </a:endParaRPr>
            </a:p>
          </p:txBody>
        </p:sp>
        <p:sp>
          <p:nvSpPr>
            <p:cNvPr id="1602" name="Google Shape;1602;p45"/>
            <p:cNvSpPr txBox="1"/>
            <p:nvPr/>
          </p:nvSpPr>
          <p:spPr>
            <a:xfrm>
              <a:off x="4893925" y="3757550"/>
              <a:ext cx="3233700" cy="83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Despite being red, </a:t>
              </a:r>
              <a:r>
                <a:rPr b="1" lang="en">
                  <a:solidFill>
                    <a:schemeClr val="dk1"/>
                  </a:solidFill>
                  <a:latin typeface="Bellota Text"/>
                  <a:ea typeface="Bellota Text"/>
                  <a:cs typeface="Bellota Text"/>
                  <a:sym typeface="Bellota Text"/>
                </a:rPr>
                <a:t>Mars </a:t>
              </a:r>
              <a:r>
                <a:rPr lang="en">
                  <a:solidFill>
                    <a:schemeClr val="dk1"/>
                  </a:solidFill>
                  <a:latin typeface="Bellota Text"/>
                  <a:ea typeface="Bellota Text"/>
                  <a:cs typeface="Bellota Text"/>
                  <a:sym typeface="Bellota Text"/>
                </a:rPr>
                <a:t>is actually a cold place. It's full of iron oxide dust, which gives the planet its reddish cast</a:t>
              </a:r>
              <a:endParaRPr>
                <a:solidFill>
                  <a:schemeClr val="dk1"/>
                </a:solidFill>
                <a:latin typeface="Bellota Text"/>
                <a:ea typeface="Bellota Text"/>
                <a:cs typeface="Bellota Text"/>
                <a:sym typeface="Bellota Text"/>
              </a:endParaRPr>
            </a:p>
          </p:txBody>
        </p:sp>
      </p:grpSp>
      <p:grpSp>
        <p:nvGrpSpPr>
          <p:cNvPr id="1603" name="Google Shape;1603;p45"/>
          <p:cNvGrpSpPr/>
          <p:nvPr/>
        </p:nvGrpSpPr>
        <p:grpSpPr>
          <a:xfrm>
            <a:off x="1259108" y="1468626"/>
            <a:ext cx="1815508" cy="413071"/>
            <a:chOff x="296725" y="1656799"/>
            <a:chExt cx="4651571" cy="1685314"/>
          </a:xfrm>
        </p:grpSpPr>
        <p:sp>
          <p:nvSpPr>
            <p:cNvPr id="1604" name="Google Shape;1604;p4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5" name="Google Shape;1605;p4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6" name="Google Shape;1606;p4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7" name="Google Shape;1607;p4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08" name="Google Shape;1608;p45"/>
          <p:cNvGrpSpPr/>
          <p:nvPr/>
        </p:nvGrpSpPr>
        <p:grpSpPr>
          <a:xfrm>
            <a:off x="1259108" y="3124335"/>
            <a:ext cx="1815508" cy="413071"/>
            <a:chOff x="296725" y="1656799"/>
            <a:chExt cx="4651571" cy="1685314"/>
          </a:xfrm>
        </p:grpSpPr>
        <p:sp>
          <p:nvSpPr>
            <p:cNvPr id="1609" name="Google Shape;1609;p45"/>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0" name="Google Shape;1610;p45"/>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1" name="Google Shape;1611;p45"/>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2" name="Google Shape;1612;p45"/>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13" name="Google Shape;1613;p45"/>
          <p:cNvGrpSpPr/>
          <p:nvPr/>
        </p:nvGrpSpPr>
        <p:grpSpPr>
          <a:xfrm>
            <a:off x="1259062" y="1468700"/>
            <a:ext cx="1815600" cy="940700"/>
            <a:chOff x="1259062" y="1468700"/>
            <a:chExt cx="1815600" cy="940700"/>
          </a:xfrm>
        </p:grpSpPr>
        <p:sp>
          <p:nvSpPr>
            <p:cNvPr id="1614" name="Google Shape;1614;p45"/>
            <p:cNvSpPr txBox="1"/>
            <p:nvPr/>
          </p:nvSpPr>
          <p:spPr>
            <a:xfrm>
              <a:off x="1285462" y="1468700"/>
              <a:ext cx="1762800" cy="413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Venus</a:t>
              </a:r>
              <a:endParaRPr sz="2400">
                <a:solidFill>
                  <a:srgbClr val="9C786B"/>
                </a:solidFill>
                <a:latin typeface="Bellefair"/>
                <a:ea typeface="Bellefair"/>
                <a:cs typeface="Bellefair"/>
                <a:sym typeface="Bellefair"/>
              </a:endParaRPr>
            </a:p>
          </p:txBody>
        </p:sp>
        <p:sp>
          <p:nvSpPr>
            <p:cNvPr id="1615" name="Google Shape;1615;p45"/>
            <p:cNvSpPr txBox="1"/>
            <p:nvPr/>
          </p:nvSpPr>
          <p:spPr>
            <a:xfrm>
              <a:off x="1259062" y="1881700"/>
              <a:ext cx="1815600" cy="52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It’s the second planet from the Sun</a:t>
              </a:r>
              <a:endParaRPr>
                <a:solidFill>
                  <a:schemeClr val="dk1"/>
                </a:solidFill>
                <a:latin typeface="Bellota Text"/>
                <a:ea typeface="Bellota Text"/>
                <a:cs typeface="Bellota Text"/>
                <a:sym typeface="Bellota Text"/>
              </a:endParaRPr>
            </a:p>
          </p:txBody>
        </p:sp>
      </p:grpSp>
      <p:grpSp>
        <p:nvGrpSpPr>
          <p:cNvPr id="1616" name="Google Shape;1616;p45"/>
          <p:cNvGrpSpPr/>
          <p:nvPr/>
        </p:nvGrpSpPr>
        <p:grpSpPr>
          <a:xfrm>
            <a:off x="1259062" y="3124400"/>
            <a:ext cx="1815600" cy="940700"/>
            <a:chOff x="1259062" y="3124400"/>
            <a:chExt cx="1815600" cy="940700"/>
          </a:xfrm>
        </p:grpSpPr>
        <p:sp>
          <p:nvSpPr>
            <p:cNvPr id="1617" name="Google Shape;1617;p45"/>
            <p:cNvSpPr txBox="1"/>
            <p:nvPr/>
          </p:nvSpPr>
          <p:spPr>
            <a:xfrm>
              <a:off x="1285462" y="3124400"/>
              <a:ext cx="1762800" cy="413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Earth</a:t>
              </a:r>
              <a:endParaRPr sz="2400">
                <a:solidFill>
                  <a:srgbClr val="9C786B"/>
                </a:solidFill>
                <a:latin typeface="Bellefair"/>
                <a:ea typeface="Bellefair"/>
                <a:cs typeface="Bellefair"/>
                <a:sym typeface="Bellefair"/>
              </a:endParaRPr>
            </a:p>
          </p:txBody>
        </p:sp>
        <p:sp>
          <p:nvSpPr>
            <p:cNvPr id="1618" name="Google Shape;1618;p45"/>
            <p:cNvSpPr txBox="1"/>
            <p:nvPr/>
          </p:nvSpPr>
          <p:spPr>
            <a:xfrm>
              <a:off x="1259062" y="3537400"/>
              <a:ext cx="1815600" cy="52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Earth is the third planet from the Sun</a:t>
              </a:r>
              <a:endParaRPr>
                <a:solidFill>
                  <a:schemeClr val="dk1"/>
                </a:solidFill>
                <a:latin typeface="Bellota Text"/>
                <a:ea typeface="Bellota Text"/>
                <a:cs typeface="Bellota Text"/>
                <a:sym typeface="Bellota Text"/>
              </a:endParaRPr>
            </a:p>
          </p:txBody>
        </p:sp>
      </p:grpSp>
      <p:grpSp>
        <p:nvGrpSpPr>
          <p:cNvPr id="1619" name="Google Shape;1619;p45"/>
          <p:cNvGrpSpPr/>
          <p:nvPr/>
        </p:nvGrpSpPr>
        <p:grpSpPr>
          <a:xfrm rot="-312696">
            <a:off x="3369464" y="1397771"/>
            <a:ext cx="1169922" cy="960468"/>
            <a:chOff x="7490519" y="1934925"/>
            <a:chExt cx="1075596" cy="882949"/>
          </a:xfrm>
        </p:grpSpPr>
        <p:sp>
          <p:nvSpPr>
            <p:cNvPr id="1620" name="Google Shape;1620;p45"/>
            <p:cNvSpPr/>
            <p:nvPr/>
          </p:nvSpPr>
          <p:spPr>
            <a:xfrm rot="949459">
              <a:off x="7561935" y="2049719"/>
              <a:ext cx="932764" cy="653360"/>
            </a:xfrm>
            <a:custGeom>
              <a:rect b="b" l="l" r="r" t="t"/>
              <a:pathLst>
                <a:path extrusionOk="0" h="13228" w="18883">
                  <a:moveTo>
                    <a:pt x="16617" y="0"/>
                  </a:moveTo>
                  <a:cubicBezTo>
                    <a:pt x="16363" y="0"/>
                    <a:pt x="16363" y="330"/>
                    <a:pt x="16107" y="330"/>
                  </a:cubicBezTo>
                  <a:cubicBezTo>
                    <a:pt x="15853" y="330"/>
                    <a:pt x="15853" y="60"/>
                    <a:pt x="15613" y="60"/>
                  </a:cubicBezTo>
                  <a:cubicBezTo>
                    <a:pt x="15357" y="60"/>
                    <a:pt x="15357" y="150"/>
                    <a:pt x="15103" y="150"/>
                  </a:cubicBezTo>
                  <a:lnTo>
                    <a:pt x="14607" y="150"/>
                  </a:lnTo>
                  <a:cubicBezTo>
                    <a:pt x="14353" y="150"/>
                    <a:pt x="14353" y="60"/>
                    <a:pt x="14097" y="60"/>
                  </a:cubicBezTo>
                  <a:cubicBezTo>
                    <a:pt x="13857" y="60"/>
                    <a:pt x="13857" y="150"/>
                    <a:pt x="13603" y="150"/>
                  </a:cubicBezTo>
                  <a:cubicBezTo>
                    <a:pt x="13348" y="150"/>
                    <a:pt x="13348" y="226"/>
                    <a:pt x="13108" y="226"/>
                  </a:cubicBezTo>
                  <a:cubicBezTo>
                    <a:pt x="12853" y="226"/>
                    <a:pt x="12853" y="300"/>
                    <a:pt x="12598" y="300"/>
                  </a:cubicBezTo>
                  <a:cubicBezTo>
                    <a:pt x="12343" y="300"/>
                    <a:pt x="12343" y="196"/>
                    <a:pt x="12103" y="196"/>
                  </a:cubicBezTo>
                  <a:cubicBezTo>
                    <a:pt x="11848" y="196"/>
                    <a:pt x="11848" y="316"/>
                    <a:pt x="11593" y="316"/>
                  </a:cubicBezTo>
                  <a:cubicBezTo>
                    <a:pt x="11354" y="316"/>
                    <a:pt x="11354" y="16"/>
                    <a:pt x="11098" y="16"/>
                  </a:cubicBezTo>
                  <a:cubicBezTo>
                    <a:pt x="10844" y="16"/>
                    <a:pt x="10844" y="240"/>
                    <a:pt x="10604" y="240"/>
                  </a:cubicBezTo>
                  <a:cubicBezTo>
                    <a:pt x="10348" y="240"/>
                    <a:pt x="10348" y="166"/>
                    <a:pt x="10094" y="166"/>
                  </a:cubicBezTo>
                  <a:cubicBezTo>
                    <a:pt x="9838" y="166"/>
                    <a:pt x="9838" y="330"/>
                    <a:pt x="9598" y="330"/>
                  </a:cubicBezTo>
                  <a:cubicBezTo>
                    <a:pt x="9344" y="330"/>
                    <a:pt x="9344" y="76"/>
                    <a:pt x="9088" y="76"/>
                  </a:cubicBezTo>
                  <a:cubicBezTo>
                    <a:pt x="8848" y="76"/>
                    <a:pt x="8848" y="106"/>
                    <a:pt x="8594" y="106"/>
                  </a:cubicBezTo>
                  <a:cubicBezTo>
                    <a:pt x="8339" y="106"/>
                    <a:pt x="8339" y="226"/>
                    <a:pt x="8099" y="226"/>
                  </a:cubicBezTo>
                  <a:cubicBezTo>
                    <a:pt x="7844" y="226"/>
                    <a:pt x="7844" y="330"/>
                    <a:pt x="7589" y="330"/>
                  </a:cubicBezTo>
                  <a:cubicBezTo>
                    <a:pt x="7334" y="330"/>
                    <a:pt x="7334" y="270"/>
                    <a:pt x="7094" y="270"/>
                  </a:cubicBezTo>
                  <a:cubicBezTo>
                    <a:pt x="6839" y="270"/>
                    <a:pt x="6839" y="346"/>
                    <a:pt x="6584" y="346"/>
                  </a:cubicBezTo>
                  <a:cubicBezTo>
                    <a:pt x="6345" y="346"/>
                    <a:pt x="6345" y="226"/>
                    <a:pt x="6089" y="226"/>
                  </a:cubicBezTo>
                  <a:cubicBezTo>
                    <a:pt x="5835" y="226"/>
                    <a:pt x="5835" y="196"/>
                    <a:pt x="5595" y="196"/>
                  </a:cubicBezTo>
                  <a:cubicBezTo>
                    <a:pt x="5339" y="196"/>
                    <a:pt x="5339" y="300"/>
                    <a:pt x="5085" y="300"/>
                  </a:cubicBezTo>
                  <a:cubicBezTo>
                    <a:pt x="4829" y="300"/>
                    <a:pt x="4829" y="60"/>
                    <a:pt x="4589" y="60"/>
                  </a:cubicBezTo>
                  <a:cubicBezTo>
                    <a:pt x="4335" y="60"/>
                    <a:pt x="4335" y="166"/>
                    <a:pt x="4079" y="166"/>
                  </a:cubicBezTo>
                  <a:cubicBezTo>
                    <a:pt x="3839" y="166"/>
                    <a:pt x="3839" y="210"/>
                    <a:pt x="3585" y="210"/>
                  </a:cubicBezTo>
                  <a:cubicBezTo>
                    <a:pt x="3329" y="210"/>
                    <a:pt x="3329" y="316"/>
                    <a:pt x="3090" y="316"/>
                  </a:cubicBezTo>
                  <a:cubicBezTo>
                    <a:pt x="2835" y="316"/>
                    <a:pt x="2835" y="136"/>
                    <a:pt x="2580" y="136"/>
                  </a:cubicBezTo>
                  <a:cubicBezTo>
                    <a:pt x="2340" y="136"/>
                    <a:pt x="2340" y="240"/>
                    <a:pt x="2085" y="240"/>
                  </a:cubicBezTo>
                  <a:cubicBezTo>
                    <a:pt x="1830" y="240"/>
                    <a:pt x="1830" y="150"/>
                    <a:pt x="1575" y="150"/>
                  </a:cubicBezTo>
                  <a:cubicBezTo>
                    <a:pt x="1335" y="150"/>
                    <a:pt x="1335" y="346"/>
                    <a:pt x="1080" y="346"/>
                  </a:cubicBezTo>
                  <a:cubicBezTo>
                    <a:pt x="826" y="346"/>
                    <a:pt x="826" y="90"/>
                    <a:pt x="586" y="90"/>
                  </a:cubicBezTo>
                  <a:cubicBezTo>
                    <a:pt x="330" y="90"/>
                    <a:pt x="330" y="180"/>
                    <a:pt x="76" y="180"/>
                  </a:cubicBezTo>
                  <a:lnTo>
                    <a:pt x="0" y="180"/>
                  </a:lnTo>
                  <a:lnTo>
                    <a:pt x="0" y="12988"/>
                  </a:lnTo>
                  <a:cubicBezTo>
                    <a:pt x="16" y="12988"/>
                    <a:pt x="46" y="12973"/>
                    <a:pt x="76" y="12973"/>
                  </a:cubicBezTo>
                  <a:lnTo>
                    <a:pt x="586" y="12973"/>
                  </a:lnTo>
                  <a:cubicBezTo>
                    <a:pt x="840" y="12973"/>
                    <a:pt x="840" y="12883"/>
                    <a:pt x="1080" y="12883"/>
                  </a:cubicBezTo>
                  <a:cubicBezTo>
                    <a:pt x="1335" y="12883"/>
                    <a:pt x="1335" y="12898"/>
                    <a:pt x="1590" y="12898"/>
                  </a:cubicBezTo>
                  <a:cubicBezTo>
                    <a:pt x="1845" y="12898"/>
                    <a:pt x="1845" y="13138"/>
                    <a:pt x="2085" y="13138"/>
                  </a:cubicBezTo>
                  <a:cubicBezTo>
                    <a:pt x="2340" y="13138"/>
                    <a:pt x="2340" y="12958"/>
                    <a:pt x="2595" y="12958"/>
                  </a:cubicBezTo>
                  <a:cubicBezTo>
                    <a:pt x="2835" y="12958"/>
                    <a:pt x="2835" y="13138"/>
                    <a:pt x="3090" y="13138"/>
                  </a:cubicBezTo>
                  <a:cubicBezTo>
                    <a:pt x="3345" y="13138"/>
                    <a:pt x="3345" y="12973"/>
                    <a:pt x="3599" y="12973"/>
                  </a:cubicBezTo>
                  <a:cubicBezTo>
                    <a:pt x="3839" y="12973"/>
                    <a:pt x="3839" y="13213"/>
                    <a:pt x="4095" y="13213"/>
                  </a:cubicBezTo>
                  <a:cubicBezTo>
                    <a:pt x="4349" y="13213"/>
                    <a:pt x="4349" y="13153"/>
                    <a:pt x="4589" y="13153"/>
                  </a:cubicBezTo>
                  <a:cubicBezTo>
                    <a:pt x="4845" y="13153"/>
                    <a:pt x="4845" y="13003"/>
                    <a:pt x="5099" y="13003"/>
                  </a:cubicBezTo>
                  <a:cubicBezTo>
                    <a:pt x="5355" y="13003"/>
                    <a:pt x="5355" y="12883"/>
                    <a:pt x="5595" y="12883"/>
                  </a:cubicBezTo>
                  <a:cubicBezTo>
                    <a:pt x="5849" y="12883"/>
                    <a:pt x="5849" y="13003"/>
                    <a:pt x="6105" y="13003"/>
                  </a:cubicBezTo>
                  <a:cubicBezTo>
                    <a:pt x="6345" y="13003"/>
                    <a:pt x="6345" y="13183"/>
                    <a:pt x="6599" y="13183"/>
                  </a:cubicBezTo>
                  <a:cubicBezTo>
                    <a:pt x="6854" y="13183"/>
                    <a:pt x="6854" y="12988"/>
                    <a:pt x="7094" y="12988"/>
                  </a:cubicBezTo>
                  <a:cubicBezTo>
                    <a:pt x="7349" y="12988"/>
                    <a:pt x="7349" y="13003"/>
                    <a:pt x="7604" y="13003"/>
                  </a:cubicBezTo>
                  <a:cubicBezTo>
                    <a:pt x="7859" y="13003"/>
                    <a:pt x="7859" y="12868"/>
                    <a:pt x="8099" y="12868"/>
                  </a:cubicBezTo>
                  <a:cubicBezTo>
                    <a:pt x="8354" y="12868"/>
                    <a:pt x="8354" y="13168"/>
                    <a:pt x="8608" y="13168"/>
                  </a:cubicBezTo>
                  <a:cubicBezTo>
                    <a:pt x="8848" y="13168"/>
                    <a:pt x="8848" y="13228"/>
                    <a:pt x="9104" y="13228"/>
                  </a:cubicBezTo>
                  <a:cubicBezTo>
                    <a:pt x="9358" y="13228"/>
                    <a:pt x="9358" y="12868"/>
                    <a:pt x="9598" y="12868"/>
                  </a:cubicBezTo>
                  <a:cubicBezTo>
                    <a:pt x="9854" y="12868"/>
                    <a:pt x="9854" y="12898"/>
                    <a:pt x="10108" y="12898"/>
                  </a:cubicBezTo>
                  <a:cubicBezTo>
                    <a:pt x="10364" y="12898"/>
                    <a:pt x="10364" y="13018"/>
                    <a:pt x="10604" y="13018"/>
                  </a:cubicBezTo>
                  <a:cubicBezTo>
                    <a:pt x="10858" y="13018"/>
                    <a:pt x="10858" y="13198"/>
                    <a:pt x="11114" y="13198"/>
                  </a:cubicBezTo>
                  <a:cubicBezTo>
                    <a:pt x="11354" y="13198"/>
                    <a:pt x="11354" y="13033"/>
                    <a:pt x="11608" y="13033"/>
                  </a:cubicBezTo>
                  <a:cubicBezTo>
                    <a:pt x="11863" y="13033"/>
                    <a:pt x="11863" y="13228"/>
                    <a:pt x="12103" y="13228"/>
                  </a:cubicBezTo>
                  <a:cubicBezTo>
                    <a:pt x="12358" y="13228"/>
                    <a:pt x="12358" y="13063"/>
                    <a:pt x="12613" y="13063"/>
                  </a:cubicBezTo>
                  <a:cubicBezTo>
                    <a:pt x="12868" y="13063"/>
                    <a:pt x="12868" y="13183"/>
                    <a:pt x="13108" y="13183"/>
                  </a:cubicBezTo>
                  <a:cubicBezTo>
                    <a:pt x="13363" y="13183"/>
                    <a:pt x="13363" y="12898"/>
                    <a:pt x="13617" y="12898"/>
                  </a:cubicBezTo>
                  <a:cubicBezTo>
                    <a:pt x="13857" y="12898"/>
                    <a:pt x="13857" y="12853"/>
                    <a:pt x="14113" y="12853"/>
                  </a:cubicBezTo>
                  <a:cubicBezTo>
                    <a:pt x="14367" y="12853"/>
                    <a:pt x="14367" y="13123"/>
                    <a:pt x="14607" y="13123"/>
                  </a:cubicBezTo>
                  <a:cubicBezTo>
                    <a:pt x="14863" y="13123"/>
                    <a:pt x="14863" y="12943"/>
                    <a:pt x="15117" y="12943"/>
                  </a:cubicBezTo>
                  <a:cubicBezTo>
                    <a:pt x="15357" y="12943"/>
                    <a:pt x="15357" y="12958"/>
                    <a:pt x="15613" y="12958"/>
                  </a:cubicBezTo>
                  <a:lnTo>
                    <a:pt x="16123" y="12958"/>
                  </a:lnTo>
                  <a:cubicBezTo>
                    <a:pt x="16363" y="12958"/>
                    <a:pt x="16363" y="13048"/>
                    <a:pt x="16617" y="13048"/>
                  </a:cubicBezTo>
                  <a:cubicBezTo>
                    <a:pt x="16872" y="13048"/>
                    <a:pt x="16872" y="12943"/>
                    <a:pt x="17112" y="12943"/>
                  </a:cubicBezTo>
                  <a:cubicBezTo>
                    <a:pt x="17367" y="12943"/>
                    <a:pt x="17367" y="13228"/>
                    <a:pt x="17622" y="13228"/>
                  </a:cubicBezTo>
                  <a:cubicBezTo>
                    <a:pt x="17862" y="13228"/>
                    <a:pt x="17862" y="12988"/>
                    <a:pt x="18117" y="12988"/>
                  </a:cubicBezTo>
                  <a:cubicBezTo>
                    <a:pt x="18311" y="12988"/>
                    <a:pt x="18523" y="13197"/>
                    <a:pt x="18659" y="13197"/>
                  </a:cubicBezTo>
                  <a:cubicBezTo>
                    <a:pt x="18702" y="13197"/>
                    <a:pt x="18737" y="13177"/>
                    <a:pt x="18762" y="13123"/>
                  </a:cubicBezTo>
                  <a:cubicBezTo>
                    <a:pt x="18882" y="12898"/>
                    <a:pt x="18732" y="12703"/>
                    <a:pt x="18462" y="12478"/>
                  </a:cubicBezTo>
                  <a:cubicBezTo>
                    <a:pt x="18267" y="12314"/>
                    <a:pt x="18072" y="12478"/>
                    <a:pt x="17937" y="12268"/>
                  </a:cubicBezTo>
                  <a:cubicBezTo>
                    <a:pt x="17787" y="12058"/>
                    <a:pt x="17982" y="11924"/>
                    <a:pt x="17847" y="11714"/>
                  </a:cubicBezTo>
                  <a:cubicBezTo>
                    <a:pt x="17712" y="11504"/>
                    <a:pt x="17697" y="11504"/>
                    <a:pt x="17547" y="11294"/>
                  </a:cubicBezTo>
                  <a:cubicBezTo>
                    <a:pt x="17412" y="11084"/>
                    <a:pt x="17367" y="11114"/>
                    <a:pt x="17232" y="10904"/>
                  </a:cubicBezTo>
                  <a:cubicBezTo>
                    <a:pt x="17082" y="10678"/>
                    <a:pt x="16932" y="10784"/>
                    <a:pt x="16782" y="10574"/>
                  </a:cubicBezTo>
                  <a:cubicBezTo>
                    <a:pt x="16647" y="10364"/>
                    <a:pt x="16797" y="10258"/>
                    <a:pt x="16662" y="10048"/>
                  </a:cubicBezTo>
                  <a:cubicBezTo>
                    <a:pt x="16513" y="9838"/>
                    <a:pt x="16467" y="9868"/>
                    <a:pt x="16333" y="9658"/>
                  </a:cubicBezTo>
                  <a:cubicBezTo>
                    <a:pt x="16183" y="9448"/>
                    <a:pt x="16137" y="9464"/>
                    <a:pt x="16003" y="9254"/>
                  </a:cubicBezTo>
                  <a:cubicBezTo>
                    <a:pt x="15867" y="9044"/>
                    <a:pt x="15987" y="8969"/>
                    <a:pt x="15837" y="8744"/>
                  </a:cubicBezTo>
                  <a:cubicBezTo>
                    <a:pt x="15703" y="8534"/>
                    <a:pt x="15613" y="8594"/>
                    <a:pt x="15463" y="8384"/>
                  </a:cubicBezTo>
                  <a:cubicBezTo>
                    <a:pt x="15327" y="8174"/>
                    <a:pt x="15537" y="8024"/>
                    <a:pt x="15403" y="7814"/>
                  </a:cubicBezTo>
                  <a:cubicBezTo>
                    <a:pt x="15267" y="7604"/>
                    <a:pt x="15207" y="7634"/>
                    <a:pt x="15057" y="7424"/>
                  </a:cubicBezTo>
                  <a:cubicBezTo>
                    <a:pt x="14923" y="7215"/>
                    <a:pt x="14817" y="7289"/>
                    <a:pt x="14667" y="7079"/>
                  </a:cubicBezTo>
                  <a:cubicBezTo>
                    <a:pt x="14533" y="6855"/>
                    <a:pt x="14383" y="6899"/>
                    <a:pt x="14383" y="6645"/>
                  </a:cubicBezTo>
                  <a:cubicBezTo>
                    <a:pt x="14383" y="6375"/>
                    <a:pt x="14637" y="6479"/>
                    <a:pt x="14773" y="6255"/>
                  </a:cubicBezTo>
                  <a:cubicBezTo>
                    <a:pt x="14907" y="6045"/>
                    <a:pt x="14787" y="5969"/>
                    <a:pt x="14923" y="5745"/>
                  </a:cubicBezTo>
                  <a:cubicBezTo>
                    <a:pt x="15073" y="5535"/>
                    <a:pt x="14967" y="5475"/>
                    <a:pt x="15117" y="5249"/>
                  </a:cubicBezTo>
                  <a:cubicBezTo>
                    <a:pt x="15253" y="5039"/>
                    <a:pt x="15403" y="5145"/>
                    <a:pt x="15553" y="4919"/>
                  </a:cubicBezTo>
                  <a:cubicBezTo>
                    <a:pt x="15687" y="4709"/>
                    <a:pt x="15687" y="4695"/>
                    <a:pt x="15823" y="4485"/>
                  </a:cubicBezTo>
                  <a:cubicBezTo>
                    <a:pt x="15957" y="4275"/>
                    <a:pt x="15823" y="4170"/>
                    <a:pt x="15957" y="3960"/>
                  </a:cubicBezTo>
                  <a:cubicBezTo>
                    <a:pt x="16093" y="3750"/>
                    <a:pt x="16273" y="3855"/>
                    <a:pt x="16407" y="3645"/>
                  </a:cubicBezTo>
                  <a:cubicBezTo>
                    <a:pt x="16557" y="3435"/>
                    <a:pt x="16377" y="3315"/>
                    <a:pt x="16527" y="3105"/>
                  </a:cubicBezTo>
                  <a:cubicBezTo>
                    <a:pt x="16662" y="2880"/>
                    <a:pt x="16857" y="3015"/>
                    <a:pt x="17007" y="2805"/>
                  </a:cubicBezTo>
                  <a:cubicBezTo>
                    <a:pt x="17142" y="2580"/>
                    <a:pt x="16947" y="2460"/>
                    <a:pt x="17082" y="2250"/>
                  </a:cubicBezTo>
                  <a:cubicBezTo>
                    <a:pt x="17232" y="2026"/>
                    <a:pt x="17367" y="2116"/>
                    <a:pt x="17517" y="1906"/>
                  </a:cubicBezTo>
                  <a:cubicBezTo>
                    <a:pt x="17652" y="1696"/>
                    <a:pt x="17487" y="1576"/>
                    <a:pt x="17622" y="1366"/>
                  </a:cubicBezTo>
                  <a:cubicBezTo>
                    <a:pt x="17757" y="1140"/>
                    <a:pt x="17952" y="1276"/>
                    <a:pt x="18102" y="1066"/>
                  </a:cubicBezTo>
                  <a:cubicBezTo>
                    <a:pt x="18237" y="840"/>
                    <a:pt x="18132" y="780"/>
                    <a:pt x="18267" y="556"/>
                  </a:cubicBezTo>
                  <a:cubicBezTo>
                    <a:pt x="18417" y="346"/>
                    <a:pt x="18866" y="330"/>
                    <a:pt x="18746" y="106"/>
                  </a:cubicBezTo>
                  <a:cubicBezTo>
                    <a:pt x="18715" y="47"/>
                    <a:pt x="18674" y="25"/>
                    <a:pt x="18626" y="25"/>
                  </a:cubicBezTo>
                  <a:cubicBezTo>
                    <a:pt x="18492" y="25"/>
                    <a:pt x="18305" y="196"/>
                    <a:pt x="18117" y="196"/>
                  </a:cubicBezTo>
                  <a:cubicBezTo>
                    <a:pt x="17862" y="196"/>
                    <a:pt x="17862" y="120"/>
                    <a:pt x="17607" y="120"/>
                  </a:cubicBezTo>
                  <a:cubicBezTo>
                    <a:pt x="17367" y="120"/>
                    <a:pt x="17367" y="46"/>
                    <a:pt x="17112" y="46"/>
                  </a:cubicBezTo>
                  <a:cubicBezTo>
                    <a:pt x="16857" y="46"/>
                    <a:pt x="16857" y="0"/>
                    <a:pt x="16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5"/>
            <p:cNvSpPr/>
            <p:nvPr/>
          </p:nvSpPr>
          <p:spPr>
            <a:xfrm rot="949459">
              <a:off x="7709567" y="2192105"/>
              <a:ext cx="591925" cy="2321"/>
            </a:xfrm>
            <a:custGeom>
              <a:rect b="b" l="l" r="r" t="t"/>
              <a:pathLst>
                <a:path extrusionOk="0" h="47" w="11983">
                  <a:moveTo>
                    <a:pt x="30" y="1"/>
                  </a:moveTo>
                  <a:cubicBezTo>
                    <a:pt x="15" y="1"/>
                    <a:pt x="0" y="16"/>
                    <a:pt x="0" y="31"/>
                  </a:cubicBezTo>
                  <a:cubicBezTo>
                    <a:pt x="0" y="46"/>
                    <a:pt x="15" y="46"/>
                    <a:pt x="30" y="46"/>
                  </a:cubicBezTo>
                  <a:lnTo>
                    <a:pt x="270" y="46"/>
                  </a:lnTo>
                  <a:cubicBezTo>
                    <a:pt x="285" y="46"/>
                    <a:pt x="300" y="46"/>
                    <a:pt x="300" y="31"/>
                  </a:cubicBezTo>
                  <a:cubicBezTo>
                    <a:pt x="300" y="16"/>
                    <a:pt x="285" y="1"/>
                    <a:pt x="270" y="1"/>
                  </a:cubicBezTo>
                  <a:close/>
                  <a:moveTo>
                    <a:pt x="585" y="1"/>
                  </a:moveTo>
                  <a:cubicBezTo>
                    <a:pt x="570" y="1"/>
                    <a:pt x="555" y="16"/>
                    <a:pt x="555" y="31"/>
                  </a:cubicBezTo>
                  <a:cubicBezTo>
                    <a:pt x="555" y="46"/>
                    <a:pt x="570" y="46"/>
                    <a:pt x="585" y="46"/>
                  </a:cubicBezTo>
                  <a:lnTo>
                    <a:pt x="825" y="46"/>
                  </a:lnTo>
                  <a:cubicBezTo>
                    <a:pt x="840" y="46"/>
                    <a:pt x="855" y="46"/>
                    <a:pt x="855" y="31"/>
                  </a:cubicBezTo>
                  <a:cubicBezTo>
                    <a:pt x="855" y="16"/>
                    <a:pt x="840" y="1"/>
                    <a:pt x="825" y="1"/>
                  </a:cubicBezTo>
                  <a:close/>
                  <a:moveTo>
                    <a:pt x="1140" y="1"/>
                  </a:moveTo>
                  <a:cubicBezTo>
                    <a:pt x="1125" y="1"/>
                    <a:pt x="1110" y="16"/>
                    <a:pt x="1110" y="31"/>
                  </a:cubicBezTo>
                  <a:cubicBezTo>
                    <a:pt x="1110" y="46"/>
                    <a:pt x="1125" y="46"/>
                    <a:pt x="1140" y="46"/>
                  </a:cubicBezTo>
                  <a:lnTo>
                    <a:pt x="1380" y="46"/>
                  </a:lnTo>
                  <a:cubicBezTo>
                    <a:pt x="1394" y="46"/>
                    <a:pt x="1410" y="46"/>
                    <a:pt x="1410" y="31"/>
                  </a:cubicBezTo>
                  <a:cubicBezTo>
                    <a:pt x="1410" y="16"/>
                    <a:pt x="1394" y="1"/>
                    <a:pt x="1380" y="1"/>
                  </a:cubicBezTo>
                  <a:close/>
                  <a:moveTo>
                    <a:pt x="1694" y="1"/>
                  </a:moveTo>
                  <a:cubicBezTo>
                    <a:pt x="1680" y="1"/>
                    <a:pt x="1680" y="16"/>
                    <a:pt x="1680" y="31"/>
                  </a:cubicBezTo>
                  <a:cubicBezTo>
                    <a:pt x="1680" y="46"/>
                    <a:pt x="1680" y="46"/>
                    <a:pt x="1694" y="46"/>
                  </a:cubicBezTo>
                  <a:lnTo>
                    <a:pt x="1934" y="46"/>
                  </a:lnTo>
                  <a:cubicBezTo>
                    <a:pt x="1950" y="46"/>
                    <a:pt x="1964" y="46"/>
                    <a:pt x="1964" y="31"/>
                  </a:cubicBezTo>
                  <a:cubicBezTo>
                    <a:pt x="1964" y="16"/>
                    <a:pt x="1950" y="1"/>
                    <a:pt x="1934" y="1"/>
                  </a:cubicBezTo>
                  <a:close/>
                  <a:moveTo>
                    <a:pt x="2250" y="1"/>
                  </a:moveTo>
                  <a:cubicBezTo>
                    <a:pt x="2234" y="1"/>
                    <a:pt x="2234" y="16"/>
                    <a:pt x="2234" y="31"/>
                  </a:cubicBezTo>
                  <a:cubicBezTo>
                    <a:pt x="2234" y="46"/>
                    <a:pt x="2234" y="46"/>
                    <a:pt x="2250" y="46"/>
                  </a:cubicBezTo>
                  <a:lnTo>
                    <a:pt x="2504" y="46"/>
                  </a:lnTo>
                  <a:cubicBezTo>
                    <a:pt x="2504" y="46"/>
                    <a:pt x="2520" y="46"/>
                    <a:pt x="2520" y="31"/>
                  </a:cubicBezTo>
                  <a:cubicBezTo>
                    <a:pt x="2520" y="16"/>
                    <a:pt x="2504" y="1"/>
                    <a:pt x="2504" y="1"/>
                  </a:cubicBezTo>
                  <a:close/>
                  <a:moveTo>
                    <a:pt x="2804" y="1"/>
                  </a:moveTo>
                  <a:cubicBezTo>
                    <a:pt x="2804" y="1"/>
                    <a:pt x="2790" y="16"/>
                    <a:pt x="2790" y="31"/>
                  </a:cubicBezTo>
                  <a:cubicBezTo>
                    <a:pt x="2790" y="46"/>
                    <a:pt x="2804" y="46"/>
                    <a:pt x="2804" y="46"/>
                  </a:cubicBezTo>
                  <a:lnTo>
                    <a:pt x="3060" y="46"/>
                  </a:lnTo>
                  <a:cubicBezTo>
                    <a:pt x="3074" y="46"/>
                    <a:pt x="3074" y="46"/>
                    <a:pt x="3074" y="31"/>
                  </a:cubicBezTo>
                  <a:cubicBezTo>
                    <a:pt x="3074" y="16"/>
                    <a:pt x="3074" y="1"/>
                    <a:pt x="3060" y="1"/>
                  </a:cubicBezTo>
                  <a:close/>
                  <a:moveTo>
                    <a:pt x="3374" y="1"/>
                  </a:moveTo>
                  <a:cubicBezTo>
                    <a:pt x="3360" y="1"/>
                    <a:pt x="3344" y="16"/>
                    <a:pt x="3344" y="31"/>
                  </a:cubicBezTo>
                  <a:cubicBezTo>
                    <a:pt x="3344" y="46"/>
                    <a:pt x="3360" y="46"/>
                    <a:pt x="3374" y="46"/>
                  </a:cubicBezTo>
                  <a:lnTo>
                    <a:pt x="3614" y="46"/>
                  </a:lnTo>
                  <a:cubicBezTo>
                    <a:pt x="3630" y="46"/>
                    <a:pt x="3630" y="46"/>
                    <a:pt x="3630" y="31"/>
                  </a:cubicBezTo>
                  <a:cubicBezTo>
                    <a:pt x="3630" y="16"/>
                    <a:pt x="3630" y="1"/>
                    <a:pt x="3614" y="1"/>
                  </a:cubicBezTo>
                  <a:close/>
                  <a:moveTo>
                    <a:pt x="3930" y="1"/>
                  </a:moveTo>
                  <a:cubicBezTo>
                    <a:pt x="3914" y="1"/>
                    <a:pt x="3900" y="16"/>
                    <a:pt x="3900" y="31"/>
                  </a:cubicBezTo>
                  <a:cubicBezTo>
                    <a:pt x="3900" y="46"/>
                    <a:pt x="3914" y="46"/>
                    <a:pt x="3930" y="46"/>
                  </a:cubicBezTo>
                  <a:lnTo>
                    <a:pt x="4170" y="46"/>
                  </a:lnTo>
                  <a:cubicBezTo>
                    <a:pt x="4184" y="46"/>
                    <a:pt x="4184" y="46"/>
                    <a:pt x="4184" y="31"/>
                  </a:cubicBezTo>
                  <a:cubicBezTo>
                    <a:pt x="4184" y="16"/>
                    <a:pt x="4184" y="1"/>
                    <a:pt x="4170" y="1"/>
                  </a:cubicBezTo>
                  <a:close/>
                  <a:moveTo>
                    <a:pt x="4484" y="1"/>
                  </a:moveTo>
                  <a:cubicBezTo>
                    <a:pt x="4469" y="1"/>
                    <a:pt x="4454" y="16"/>
                    <a:pt x="4454" y="31"/>
                  </a:cubicBezTo>
                  <a:cubicBezTo>
                    <a:pt x="4454" y="46"/>
                    <a:pt x="4469" y="46"/>
                    <a:pt x="4484" y="46"/>
                  </a:cubicBezTo>
                  <a:lnTo>
                    <a:pt x="4724" y="46"/>
                  </a:lnTo>
                  <a:cubicBezTo>
                    <a:pt x="4739" y="46"/>
                    <a:pt x="4754" y="46"/>
                    <a:pt x="4754" y="31"/>
                  </a:cubicBezTo>
                  <a:cubicBezTo>
                    <a:pt x="4754" y="16"/>
                    <a:pt x="4739" y="1"/>
                    <a:pt x="4724" y="1"/>
                  </a:cubicBezTo>
                  <a:close/>
                  <a:moveTo>
                    <a:pt x="5039" y="1"/>
                  </a:moveTo>
                  <a:cubicBezTo>
                    <a:pt x="5024" y="1"/>
                    <a:pt x="5009" y="16"/>
                    <a:pt x="5009" y="31"/>
                  </a:cubicBezTo>
                  <a:cubicBezTo>
                    <a:pt x="5009" y="46"/>
                    <a:pt x="5024" y="46"/>
                    <a:pt x="5039" y="46"/>
                  </a:cubicBezTo>
                  <a:lnTo>
                    <a:pt x="5279" y="46"/>
                  </a:lnTo>
                  <a:cubicBezTo>
                    <a:pt x="5294" y="46"/>
                    <a:pt x="5309" y="46"/>
                    <a:pt x="5309" y="31"/>
                  </a:cubicBezTo>
                  <a:cubicBezTo>
                    <a:pt x="5309" y="16"/>
                    <a:pt x="5294" y="1"/>
                    <a:pt x="5279" y="1"/>
                  </a:cubicBezTo>
                  <a:close/>
                  <a:moveTo>
                    <a:pt x="5594" y="1"/>
                  </a:moveTo>
                  <a:cubicBezTo>
                    <a:pt x="5579" y="1"/>
                    <a:pt x="5564" y="16"/>
                    <a:pt x="5564" y="31"/>
                  </a:cubicBezTo>
                  <a:cubicBezTo>
                    <a:pt x="5564" y="46"/>
                    <a:pt x="5579" y="46"/>
                    <a:pt x="5594" y="46"/>
                  </a:cubicBezTo>
                  <a:lnTo>
                    <a:pt x="5834" y="46"/>
                  </a:lnTo>
                  <a:cubicBezTo>
                    <a:pt x="5849" y="46"/>
                    <a:pt x="5864" y="46"/>
                    <a:pt x="5864" y="31"/>
                  </a:cubicBezTo>
                  <a:cubicBezTo>
                    <a:pt x="5864" y="16"/>
                    <a:pt x="5849" y="1"/>
                    <a:pt x="5834" y="1"/>
                  </a:cubicBezTo>
                  <a:close/>
                  <a:moveTo>
                    <a:pt x="6149" y="1"/>
                  </a:moveTo>
                  <a:cubicBezTo>
                    <a:pt x="6134" y="1"/>
                    <a:pt x="6134" y="16"/>
                    <a:pt x="6134" y="31"/>
                  </a:cubicBezTo>
                  <a:cubicBezTo>
                    <a:pt x="6134" y="46"/>
                    <a:pt x="6134" y="46"/>
                    <a:pt x="6149" y="46"/>
                  </a:cubicBezTo>
                  <a:lnTo>
                    <a:pt x="6389" y="46"/>
                  </a:lnTo>
                  <a:cubicBezTo>
                    <a:pt x="6403" y="46"/>
                    <a:pt x="6419" y="46"/>
                    <a:pt x="6419" y="31"/>
                  </a:cubicBezTo>
                  <a:cubicBezTo>
                    <a:pt x="6419" y="16"/>
                    <a:pt x="6403" y="1"/>
                    <a:pt x="6389" y="1"/>
                  </a:cubicBezTo>
                  <a:close/>
                  <a:moveTo>
                    <a:pt x="6703" y="1"/>
                  </a:moveTo>
                  <a:cubicBezTo>
                    <a:pt x="6689" y="1"/>
                    <a:pt x="6689" y="16"/>
                    <a:pt x="6689" y="31"/>
                  </a:cubicBezTo>
                  <a:cubicBezTo>
                    <a:pt x="6689" y="46"/>
                    <a:pt x="6689" y="46"/>
                    <a:pt x="6703" y="46"/>
                  </a:cubicBezTo>
                  <a:lnTo>
                    <a:pt x="6943" y="46"/>
                  </a:lnTo>
                  <a:cubicBezTo>
                    <a:pt x="6959" y="46"/>
                    <a:pt x="6973" y="46"/>
                    <a:pt x="6973" y="31"/>
                  </a:cubicBezTo>
                  <a:cubicBezTo>
                    <a:pt x="6973" y="16"/>
                    <a:pt x="6959" y="1"/>
                    <a:pt x="6943" y="1"/>
                  </a:cubicBezTo>
                  <a:close/>
                  <a:moveTo>
                    <a:pt x="7259" y="1"/>
                  </a:moveTo>
                  <a:cubicBezTo>
                    <a:pt x="7243" y="1"/>
                    <a:pt x="7243" y="16"/>
                    <a:pt x="7243" y="31"/>
                  </a:cubicBezTo>
                  <a:cubicBezTo>
                    <a:pt x="7243" y="46"/>
                    <a:pt x="7243" y="46"/>
                    <a:pt x="7259" y="46"/>
                  </a:cubicBezTo>
                  <a:lnTo>
                    <a:pt x="7513" y="46"/>
                  </a:lnTo>
                  <a:cubicBezTo>
                    <a:pt x="7513" y="46"/>
                    <a:pt x="7529" y="46"/>
                    <a:pt x="7529" y="31"/>
                  </a:cubicBezTo>
                  <a:cubicBezTo>
                    <a:pt x="7529" y="16"/>
                    <a:pt x="7513" y="1"/>
                    <a:pt x="7513" y="1"/>
                  </a:cubicBezTo>
                  <a:close/>
                  <a:moveTo>
                    <a:pt x="7813" y="1"/>
                  </a:moveTo>
                  <a:cubicBezTo>
                    <a:pt x="7813" y="1"/>
                    <a:pt x="7799" y="16"/>
                    <a:pt x="7799" y="31"/>
                  </a:cubicBezTo>
                  <a:cubicBezTo>
                    <a:pt x="7799" y="46"/>
                    <a:pt x="7813" y="46"/>
                    <a:pt x="7813" y="46"/>
                  </a:cubicBezTo>
                  <a:lnTo>
                    <a:pt x="8069" y="46"/>
                  </a:lnTo>
                  <a:cubicBezTo>
                    <a:pt x="8083" y="46"/>
                    <a:pt x="8083" y="46"/>
                    <a:pt x="8083" y="31"/>
                  </a:cubicBezTo>
                  <a:cubicBezTo>
                    <a:pt x="8083" y="16"/>
                    <a:pt x="8083" y="1"/>
                    <a:pt x="8069" y="1"/>
                  </a:cubicBezTo>
                  <a:close/>
                  <a:moveTo>
                    <a:pt x="8383" y="1"/>
                  </a:moveTo>
                  <a:cubicBezTo>
                    <a:pt x="8369" y="1"/>
                    <a:pt x="8353" y="16"/>
                    <a:pt x="8353" y="31"/>
                  </a:cubicBezTo>
                  <a:cubicBezTo>
                    <a:pt x="8353" y="46"/>
                    <a:pt x="8369" y="46"/>
                    <a:pt x="8383" y="46"/>
                  </a:cubicBezTo>
                  <a:lnTo>
                    <a:pt x="8623" y="46"/>
                  </a:lnTo>
                  <a:cubicBezTo>
                    <a:pt x="8639" y="46"/>
                    <a:pt x="8639" y="46"/>
                    <a:pt x="8639" y="31"/>
                  </a:cubicBezTo>
                  <a:cubicBezTo>
                    <a:pt x="8639" y="16"/>
                    <a:pt x="8639" y="1"/>
                    <a:pt x="8623" y="1"/>
                  </a:cubicBezTo>
                  <a:close/>
                  <a:moveTo>
                    <a:pt x="8939" y="1"/>
                  </a:moveTo>
                  <a:cubicBezTo>
                    <a:pt x="8923" y="1"/>
                    <a:pt x="8909" y="16"/>
                    <a:pt x="8909" y="31"/>
                  </a:cubicBezTo>
                  <a:cubicBezTo>
                    <a:pt x="8909" y="46"/>
                    <a:pt x="8923" y="46"/>
                    <a:pt x="8939" y="46"/>
                  </a:cubicBezTo>
                  <a:lnTo>
                    <a:pt x="9179" y="46"/>
                  </a:lnTo>
                  <a:cubicBezTo>
                    <a:pt x="9193" y="46"/>
                    <a:pt x="9193" y="46"/>
                    <a:pt x="9193" y="31"/>
                  </a:cubicBezTo>
                  <a:cubicBezTo>
                    <a:pt x="9193" y="16"/>
                    <a:pt x="9193" y="1"/>
                    <a:pt x="9179" y="1"/>
                  </a:cubicBezTo>
                  <a:close/>
                  <a:moveTo>
                    <a:pt x="9493" y="1"/>
                  </a:moveTo>
                  <a:cubicBezTo>
                    <a:pt x="9478" y="1"/>
                    <a:pt x="9463" y="16"/>
                    <a:pt x="9463" y="31"/>
                  </a:cubicBezTo>
                  <a:cubicBezTo>
                    <a:pt x="9463" y="46"/>
                    <a:pt x="9478" y="46"/>
                    <a:pt x="9493" y="46"/>
                  </a:cubicBezTo>
                  <a:lnTo>
                    <a:pt x="9733" y="46"/>
                  </a:lnTo>
                  <a:cubicBezTo>
                    <a:pt x="9748" y="46"/>
                    <a:pt x="9763" y="46"/>
                    <a:pt x="9763" y="31"/>
                  </a:cubicBezTo>
                  <a:cubicBezTo>
                    <a:pt x="9763" y="16"/>
                    <a:pt x="9748" y="1"/>
                    <a:pt x="9733" y="1"/>
                  </a:cubicBezTo>
                  <a:close/>
                  <a:moveTo>
                    <a:pt x="10048" y="1"/>
                  </a:moveTo>
                  <a:cubicBezTo>
                    <a:pt x="10033" y="1"/>
                    <a:pt x="10018" y="16"/>
                    <a:pt x="10018" y="31"/>
                  </a:cubicBezTo>
                  <a:cubicBezTo>
                    <a:pt x="10018" y="46"/>
                    <a:pt x="10033" y="46"/>
                    <a:pt x="10048" y="46"/>
                  </a:cubicBezTo>
                  <a:lnTo>
                    <a:pt x="10288" y="46"/>
                  </a:lnTo>
                  <a:cubicBezTo>
                    <a:pt x="10303" y="46"/>
                    <a:pt x="10318" y="46"/>
                    <a:pt x="10318" y="31"/>
                  </a:cubicBezTo>
                  <a:cubicBezTo>
                    <a:pt x="10318" y="16"/>
                    <a:pt x="10303" y="1"/>
                    <a:pt x="10288" y="1"/>
                  </a:cubicBezTo>
                  <a:close/>
                  <a:moveTo>
                    <a:pt x="10603" y="1"/>
                  </a:moveTo>
                  <a:cubicBezTo>
                    <a:pt x="10588" y="1"/>
                    <a:pt x="10573" y="16"/>
                    <a:pt x="10573" y="31"/>
                  </a:cubicBezTo>
                  <a:cubicBezTo>
                    <a:pt x="10573" y="46"/>
                    <a:pt x="10588" y="46"/>
                    <a:pt x="10603" y="46"/>
                  </a:cubicBezTo>
                  <a:lnTo>
                    <a:pt x="10843" y="46"/>
                  </a:lnTo>
                  <a:cubicBezTo>
                    <a:pt x="10858" y="46"/>
                    <a:pt x="10873" y="46"/>
                    <a:pt x="10873" y="31"/>
                  </a:cubicBezTo>
                  <a:cubicBezTo>
                    <a:pt x="10873" y="16"/>
                    <a:pt x="10858" y="1"/>
                    <a:pt x="10843" y="1"/>
                  </a:cubicBezTo>
                  <a:close/>
                  <a:moveTo>
                    <a:pt x="11158" y="1"/>
                  </a:moveTo>
                  <a:cubicBezTo>
                    <a:pt x="11143" y="1"/>
                    <a:pt x="11143" y="16"/>
                    <a:pt x="11143" y="31"/>
                  </a:cubicBezTo>
                  <a:cubicBezTo>
                    <a:pt x="11143" y="46"/>
                    <a:pt x="11143" y="46"/>
                    <a:pt x="11158" y="46"/>
                  </a:cubicBezTo>
                  <a:lnTo>
                    <a:pt x="11398" y="46"/>
                  </a:lnTo>
                  <a:cubicBezTo>
                    <a:pt x="11413" y="46"/>
                    <a:pt x="11428" y="46"/>
                    <a:pt x="11428" y="31"/>
                  </a:cubicBezTo>
                  <a:cubicBezTo>
                    <a:pt x="11428" y="16"/>
                    <a:pt x="11413" y="1"/>
                    <a:pt x="11398" y="1"/>
                  </a:cubicBezTo>
                  <a:close/>
                  <a:moveTo>
                    <a:pt x="11712" y="1"/>
                  </a:moveTo>
                  <a:cubicBezTo>
                    <a:pt x="11698" y="1"/>
                    <a:pt x="11698" y="16"/>
                    <a:pt x="11698" y="31"/>
                  </a:cubicBezTo>
                  <a:cubicBezTo>
                    <a:pt x="11698" y="46"/>
                    <a:pt x="11698" y="46"/>
                    <a:pt x="11712" y="46"/>
                  </a:cubicBezTo>
                  <a:lnTo>
                    <a:pt x="11968" y="46"/>
                  </a:lnTo>
                  <a:cubicBezTo>
                    <a:pt x="11968" y="46"/>
                    <a:pt x="11982" y="46"/>
                    <a:pt x="11982" y="31"/>
                  </a:cubicBezTo>
                  <a:cubicBezTo>
                    <a:pt x="11982" y="16"/>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5"/>
            <p:cNvSpPr/>
            <p:nvPr/>
          </p:nvSpPr>
          <p:spPr>
            <a:xfrm rot="949459">
              <a:off x="7678666" y="2301171"/>
              <a:ext cx="591925" cy="2272"/>
            </a:xfrm>
            <a:custGeom>
              <a:rect b="b" l="l" r="r" t="t"/>
              <a:pathLst>
                <a:path extrusionOk="0" h="46" w="11983">
                  <a:moveTo>
                    <a:pt x="30" y="1"/>
                  </a:moveTo>
                  <a:cubicBezTo>
                    <a:pt x="15" y="1"/>
                    <a:pt x="0" y="15"/>
                    <a:pt x="0" y="31"/>
                  </a:cubicBezTo>
                  <a:cubicBezTo>
                    <a:pt x="0" y="31"/>
                    <a:pt x="15" y="45"/>
                    <a:pt x="30" y="45"/>
                  </a:cubicBezTo>
                  <a:lnTo>
                    <a:pt x="270" y="45"/>
                  </a:lnTo>
                  <a:cubicBezTo>
                    <a:pt x="285" y="45"/>
                    <a:pt x="300" y="31"/>
                    <a:pt x="300" y="31"/>
                  </a:cubicBezTo>
                  <a:cubicBezTo>
                    <a:pt x="300" y="15"/>
                    <a:pt x="285" y="1"/>
                    <a:pt x="270" y="1"/>
                  </a:cubicBezTo>
                  <a:close/>
                  <a:moveTo>
                    <a:pt x="585" y="1"/>
                  </a:moveTo>
                  <a:cubicBezTo>
                    <a:pt x="570" y="1"/>
                    <a:pt x="555" y="15"/>
                    <a:pt x="555" y="31"/>
                  </a:cubicBezTo>
                  <a:cubicBezTo>
                    <a:pt x="555" y="31"/>
                    <a:pt x="570" y="45"/>
                    <a:pt x="585" y="45"/>
                  </a:cubicBezTo>
                  <a:lnTo>
                    <a:pt x="825" y="45"/>
                  </a:lnTo>
                  <a:cubicBezTo>
                    <a:pt x="840" y="45"/>
                    <a:pt x="855" y="31"/>
                    <a:pt x="855" y="31"/>
                  </a:cubicBezTo>
                  <a:cubicBezTo>
                    <a:pt x="855" y="15"/>
                    <a:pt x="840" y="1"/>
                    <a:pt x="825" y="1"/>
                  </a:cubicBezTo>
                  <a:close/>
                  <a:moveTo>
                    <a:pt x="1140" y="1"/>
                  </a:moveTo>
                  <a:cubicBezTo>
                    <a:pt x="1125" y="1"/>
                    <a:pt x="1110" y="15"/>
                    <a:pt x="1110" y="31"/>
                  </a:cubicBezTo>
                  <a:cubicBezTo>
                    <a:pt x="1110" y="31"/>
                    <a:pt x="1125" y="45"/>
                    <a:pt x="1140" y="45"/>
                  </a:cubicBezTo>
                  <a:lnTo>
                    <a:pt x="1380" y="45"/>
                  </a:lnTo>
                  <a:cubicBezTo>
                    <a:pt x="1394" y="45"/>
                    <a:pt x="1410" y="31"/>
                    <a:pt x="1410" y="31"/>
                  </a:cubicBezTo>
                  <a:cubicBezTo>
                    <a:pt x="1410" y="15"/>
                    <a:pt x="1394" y="1"/>
                    <a:pt x="1380" y="1"/>
                  </a:cubicBezTo>
                  <a:close/>
                  <a:moveTo>
                    <a:pt x="1694" y="1"/>
                  </a:moveTo>
                  <a:cubicBezTo>
                    <a:pt x="1680" y="1"/>
                    <a:pt x="1680" y="15"/>
                    <a:pt x="1680" y="31"/>
                  </a:cubicBezTo>
                  <a:cubicBezTo>
                    <a:pt x="1680" y="31"/>
                    <a:pt x="1680" y="45"/>
                    <a:pt x="1694" y="45"/>
                  </a:cubicBezTo>
                  <a:lnTo>
                    <a:pt x="1934" y="45"/>
                  </a:lnTo>
                  <a:cubicBezTo>
                    <a:pt x="1950" y="45"/>
                    <a:pt x="1964" y="31"/>
                    <a:pt x="1964" y="31"/>
                  </a:cubicBezTo>
                  <a:cubicBezTo>
                    <a:pt x="1964" y="15"/>
                    <a:pt x="1950" y="1"/>
                    <a:pt x="1934" y="1"/>
                  </a:cubicBezTo>
                  <a:close/>
                  <a:moveTo>
                    <a:pt x="2250" y="1"/>
                  </a:moveTo>
                  <a:cubicBezTo>
                    <a:pt x="2234" y="1"/>
                    <a:pt x="2234" y="15"/>
                    <a:pt x="2234" y="31"/>
                  </a:cubicBezTo>
                  <a:cubicBezTo>
                    <a:pt x="2234" y="31"/>
                    <a:pt x="2234" y="45"/>
                    <a:pt x="2250" y="45"/>
                  </a:cubicBezTo>
                  <a:lnTo>
                    <a:pt x="2504" y="45"/>
                  </a:lnTo>
                  <a:lnTo>
                    <a:pt x="2520" y="31"/>
                  </a:lnTo>
                  <a:cubicBezTo>
                    <a:pt x="2520" y="15"/>
                    <a:pt x="2504" y="1"/>
                    <a:pt x="2504" y="1"/>
                  </a:cubicBezTo>
                  <a:close/>
                  <a:moveTo>
                    <a:pt x="2804" y="1"/>
                  </a:moveTo>
                  <a:cubicBezTo>
                    <a:pt x="2804" y="1"/>
                    <a:pt x="2790" y="15"/>
                    <a:pt x="2790" y="31"/>
                  </a:cubicBezTo>
                  <a:lnTo>
                    <a:pt x="2804" y="45"/>
                  </a:lnTo>
                  <a:lnTo>
                    <a:pt x="3060" y="45"/>
                  </a:lnTo>
                  <a:cubicBezTo>
                    <a:pt x="3074" y="45"/>
                    <a:pt x="3074" y="31"/>
                    <a:pt x="3074" y="31"/>
                  </a:cubicBezTo>
                  <a:cubicBezTo>
                    <a:pt x="3074" y="15"/>
                    <a:pt x="3074" y="1"/>
                    <a:pt x="3060" y="1"/>
                  </a:cubicBezTo>
                  <a:close/>
                  <a:moveTo>
                    <a:pt x="3374" y="1"/>
                  </a:moveTo>
                  <a:cubicBezTo>
                    <a:pt x="3360" y="1"/>
                    <a:pt x="3344" y="15"/>
                    <a:pt x="3344" y="31"/>
                  </a:cubicBezTo>
                  <a:cubicBezTo>
                    <a:pt x="3344" y="31"/>
                    <a:pt x="3360" y="45"/>
                    <a:pt x="3374" y="45"/>
                  </a:cubicBezTo>
                  <a:lnTo>
                    <a:pt x="3614" y="45"/>
                  </a:lnTo>
                  <a:cubicBezTo>
                    <a:pt x="3630" y="45"/>
                    <a:pt x="3630" y="31"/>
                    <a:pt x="3630" y="31"/>
                  </a:cubicBezTo>
                  <a:cubicBezTo>
                    <a:pt x="3630" y="15"/>
                    <a:pt x="3630" y="1"/>
                    <a:pt x="3614" y="1"/>
                  </a:cubicBezTo>
                  <a:close/>
                  <a:moveTo>
                    <a:pt x="3930" y="1"/>
                  </a:moveTo>
                  <a:cubicBezTo>
                    <a:pt x="3914" y="1"/>
                    <a:pt x="3900" y="15"/>
                    <a:pt x="3900" y="31"/>
                  </a:cubicBezTo>
                  <a:cubicBezTo>
                    <a:pt x="3900" y="31"/>
                    <a:pt x="3914" y="45"/>
                    <a:pt x="3930" y="45"/>
                  </a:cubicBezTo>
                  <a:lnTo>
                    <a:pt x="4170" y="45"/>
                  </a:lnTo>
                  <a:cubicBezTo>
                    <a:pt x="4184" y="45"/>
                    <a:pt x="4184" y="31"/>
                    <a:pt x="4184" y="31"/>
                  </a:cubicBezTo>
                  <a:cubicBezTo>
                    <a:pt x="4184" y="15"/>
                    <a:pt x="4184" y="1"/>
                    <a:pt x="4170" y="1"/>
                  </a:cubicBezTo>
                  <a:close/>
                  <a:moveTo>
                    <a:pt x="4484" y="1"/>
                  </a:moveTo>
                  <a:cubicBezTo>
                    <a:pt x="4469" y="1"/>
                    <a:pt x="4454" y="15"/>
                    <a:pt x="4454" y="31"/>
                  </a:cubicBezTo>
                  <a:cubicBezTo>
                    <a:pt x="4454" y="31"/>
                    <a:pt x="4469" y="45"/>
                    <a:pt x="4484" y="45"/>
                  </a:cubicBezTo>
                  <a:lnTo>
                    <a:pt x="4724" y="45"/>
                  </a:lnTo>
                  <a:cubicBezTo>
                    <a:pt x="4739" y="45"/>
                    <a:pt x="4754" y="31"/>
                    <a:pt x="4754" y="31"/>
                  </a:cubicBezTo>
                  <a:cubicBezTo>
                    <a:pt x="4754" y="15"/>
                    <a:pt x="4739" y="1"/>
                    <a:pt x="4724" y="1"/>
                  </a:cubicBezTo>
                  <a:close/>
                  <a:moveTo>
                    <a:pt x="5039" y="1"/>
                  </a:moveTo>
                  <a:cubicBezTo>
                    <a:pt x="5024" y="1"/>
                    <a:pt x="5009" y="15"/>
                    <a:pt x="5009" y="31"/>
                  </a:cubicBezTo>
                  <a:cubicBezTo>
                    <a:pt x="5009" y="31"/>
                    <a:pt x="5024" y="45"/>
                    <a:pt x="5039" y="45"/>
                  </a:cubicBezTo>
                  <a:lnTo>
                    <a:pt x="5279" y="45"/>
                  </a:lnTo>
                  <a:cubicBezTo>
                    <a:pt x="5294" y="45"/>
                    <a:pt x="5309" y="31"/>
                    <a:pt x="5309" y="31"/>
                  </a:cubicBezTo>
                  <a:cubicBezTo>
                    <a:pt x="5309" y="15"/>
                    <a:pt x="5294" y="1"/>
                    <a:pt x="5279" y="1"/>
                  </a:cubicBezTo>
                  <a:close/>
                  <a:moveTo>
                    <a:pt x="5594" y="1"/>
                  </a:moveTo>
                  <a:cubicBezTo>
                    <a:pt x="5579" y="1"/>
                    <a:pt x="5564" y="15"/>
                    <a:pt x="5564" y="31"/>
                  </a:cubicBezTo>
                  <a:cubicBezTo>
                    <a:pt x="5564" y="31"/>
                    <a:pt x="5579" y="45"/>
                    <a:pt x="5594" y="45"/>
                  </a:cubicBezTo>
                  <a:lnTo>
                    <a:pt x="5834" y="45"/>
                  </a:lnTo>
                  <a:cubicBezTo>
                    <a:pt x="5849" y="45"/>
                    <a:pt x="5864" y="31"/>
                    <a:pt x="5864" y="31"/>
                  </a:cubicBezTo>
                  <a:cubicBezTo>
                    <a:pt x="5864" y="15"/>
                    <a:pt x="5849" y="1"/>
                    <a:pt x="5834" y="1"/>
                  </a:cubicBezTo>
                  <a:close/>
                  <a:moveTo>
                    <a:pt x="6149" y="1"/>
                  </a:moveTo>
                  <a:cubicBezTo>
                    <a:pt x="6134" y="1"/>
                    <a:pt x="6134" y="15"/>
                    <a:pt x="6134" y="31"/>
                  </a:cubicBezTo>
                  <a:cubicBezTo>
                    <a:pt x="6134" y="31"/>
                    <a:pt x="6134" y="45"/>
                    <a:pt x="6149" y="45"/>
                  </a:cubicBezTo>
                  <a:lnTo>
                    <a:pt x="6389" y="45"/>
                  </a:lnTo>
                  <a:cubicBezTo>
                    <a:pt x="6403" y="45"/>
                    <a:pt x="6419" y="31"/>
                    <a:pt x="6419" y="31"/>
                  </a:cubicBezTo>
                  <a:cubicBezTo>
                    <a:pt x="6419" y="15"/>
                    <a:pt x="6403" y="1"/>
                    <a:pt x="6389" y="1"/>
                  </a:cubicBezTo>
                  <a:close/>
                  <a:moveTo>
                    <a:pt x="6703" y="1"/>
                  </a:moveTo>
                  <a:cubicBezTo>
                    <a:pt x="6689" y="1"/>
                    <a:pt x="6689" y="15"/>
                    <a:pt x="6689" y="31"/>
                  </a:cubicBezTo>
                  <a:cubicBezTo>
                    <a:pt x="6689" y="31"/>
                    <a:pt x="6689" y="45"/>
                    <a:pt x="6703" y="45"/>
                  </a:cubicBezTo>
                  <a:lnTo>
                    <a:pt x="6943" y="45"/>
                  </a:lnTo>
                  <a:cubicBezTo>
                    <a:pt x="6959" y="45"/>
                    <a:pt x="6973" y="31"/>
                    <a:pt x="6973" y="31"/>
                  </a:cubicBezTo>
                  <a:cubicBezTo>
                    <a:pt x="6973" y="15"/>
                    <a:pt x="6959" y="1"/>
                    <a:pt x="6943" y="1"/>
                  </a:cubicBezTo>
                  <a:close/>
                  <a:moveTo>
                    <a:pt x="7259" y="1"/>
                  </a:moveTo>
                  <a:cubicBezTo>
                    <a:pt x="7243" y="1"/>
                    <a:pt x="7243" y="15"/>
                    <a:pt x="7243" y="31"/>
                  </a:cubicBezTo>
                  <a:cubicBezTo>
                    <a:pt x="7243" y="31"/>
                    <a:pt x="7243" y="45"/>
                    <a:pt x="7259" y="45"/>
                  </a:cubicBezTo>
                  <a:lnTo>
                    <a:pt x="7513" y="45"/>
                  </a:lnTo>
                  <a:lnTo>
                    <a:pt x="7529" y="31"/>
                  </a:lnTo>
                  <a:cubicBezTo>
                    <a:pt x="7529" y="15"/>
                    <a:pt x="7513" y="1"/>
                    <a:pt x="7513" y="1"/>
                  </a:cubicBezTo>
                  <a:close/>
                  <a:moveTo>
                    <a:pt x="7813" y="1"/>
                  </a:moveTo>
                  <a:cubicBezTo>
                    <a:pt x="7813" y="1"/>
                    <a:pt x="7799" y="15"/>
                    <a:pt x="7799" y="31"/>
                  </a:cubicBezTo>
                  <a:lnTo>
                    <a:pt x="7813" y="45"/>
                  </a:lnTo>
                  <a:lnTo>
                    <a:pt x="8069" y="45"/>
                  </a:lnTo>
                  <a:cubicBezTo>
                    <a:pt x="8083" y="45"/>
                    <a:pt x="8083" y="31"/>
                    <a:pt x="8083" y="31"/>
                  </a:cubicBezTo>
                  <a:cubicBezTo>
                    <a:pt x="8083" y="15"/>
                    <a:pt x="8083" y="1"/>
                    <a:pt x="8069" y="1"/>
                  </a:cubicBezTo>
                  <a:close/>
                  <a:moveTo>
                    <a:pt x="8383" y="1"/>
                  </a:moveTo>
                  <a:cubicBezTo>
                    <a:pt x="8369" y="1"/>
                    <a:pt x="8353" y="15"/>
                    <a:pt x="8353" y="31"/>
                  </a:cubicBezTo>
                  <a:cubicBezTo>
                    <a:pt x="8353" y="31"/>
                    <a:pt x="8369" y="45"/>
                    <a:pt x="8383" y="45"/>
                  </a:cubicBezTo>
                  <a:lnTo>
                    <a:pt x="8623" y="45"/>
                  </a:lnTo>
                  <a:cubicBezTo>
                    <a:pt x="8639" y="45"/>
                    <a:pt x="8639" y="31"/>
                    <a:pt x="8639" y="31"/>
                  </a:cubicBezTo>
                  <a:cubicBezTo>
                    <a:pt x="8639" y="15"/>
                    <a:pt x="8639" y="1"/>
                    <a:pt x="8623" y="1"/>
                  </a:cubicBezTo>
                  <a:close/>
                  <a:moveTo>
                    <a:pt x="8939" y="1"/>
                  </a:moveTo>
                  <a:cubicBezTo>
                    <a:pt x="8923" y="1"/>
                    <a:pt x="8909" y="15"/>
                    <a:pt x="8909" y="31"/>
                  </a:cubicBezTo>
                  <a:cubicBezTo>
                    <a:pt x="8909" y="31"/>
                    <a:pt x="8923" y="45"/>
                    <a:pt x="8939" y="45"/>
                  </a:cubicBezTo>
                  <a:lnTo>
                    <a:pt x="9179" y="45"/>
                  </a:lnTo>
                  <a:cubicBezTo>
                    <a:pt x="9193" y="45"/>
                    <a:pt x="9193" y="31"/>
                    <a:pt x="9193" y="31"/>
                  </a:cubicBezTo>
                  <a:cubicBezTo>
                    <a:pt x="9193" y="15"/>
                    <a:pt x="9193" y="1"/>
                    <a:pt x="9179" y="1"/>
                  </a:cubicBezTo>
                  <a:close/>
                  <a:moveTo>
                    <a:pt x="9493" y="1"/>
                  </a:moveTo>
                  <a:cubicBezTo>
                    <a:pt x="9478" y="1"/>
                    <a:pt x="9463" y="15"/>
                    <a:pt x="9463" y="31"/>
                  </a:cubicBezTo>
                  <a:cubicBezTo>
                    <a:pt x="9463" y="31"/>
                    <a:pt x="9478" y="45"/>
                    <a:pt x="9493" y="45"/>
                  </a:cubicBezTo>
                  <a:lnTo>
                    <a:pt x="9733" y="45"/>
                  </a:lnTo>
                  <a:cubicBezTo>
                    <a:pt x="9748" y="45"/>
                    <a:pt x="9763" y="31"/>
                    <a:pt x="9763" y="31"/>
                  </a:cubicBezTo>
                  <a:cubicBezTo>
                    <a:pt x="9763" y="15"/>
                    <a:pt x="9748" y="1"/>
                    <a:pt x="9733" y="1"/>
                  </a:cubicBezTo>
                  <a:close/>
                  <a:moveTo>
                    <a:pt x="10048" y="1"/>
                  </a:moveTo>
                  <a:cubicBezTo>
                    <a:pt x="10033" y="1"/>
                    <a:pt x="10018" y="15"/>
                    <a:pt x="10018" y="31"/>
                  </a:cubicBezTo>
                  <a:cubicBezTo>
                    <a:pt x="10018" y="31"/>
                    <a:pt x="10033" y="45"/>
                    <a:pt x="10048" y="45"/>
                  </a:cubicBezTo>
                  <a:lnTo>
                    <a:pt x="10288" y="45"/>
                  </a:lnTo>
                  <a:cubicBezTo>
                    <a:pt x="10303" y="45"/>
                    <a:pt x="10318" y="31"/>
                    <a:pt x="10318" y="31"/>
                  </a:cubicBezTo>
                  <a:cubicBezTo>
                    <a:pt x="10318" y="15"/>
                    <a:pt x="10303" y="1"/>
                    <a:pt x="10288" y="1"/>
                  </a:cubicBezTo>
                  <a:close/>
                  <a:moveTo>
                    <a:pt x="10603" y="1"/>
                  </a:moveTo>
                  <a:cubicBezTo>
                    <a:pt x="10588" y="1"/>
                    <a:pt x="10573" y="15"/>
                    <a:pt x="10573" y="31"/>
                  </a:cubicBezTo>
                  <a:cubicBezTo>
                    <a:pt x="10573" y="31"/>
                    <a:pt x="10588" y="45"/>
                    <a:pt x="10603" y="45"/>
                  </a:cubicBezTo>
                  <a:lnTo>
                    <a:pt x="10843" y="45"/>
                  </a:lnTo>
                  <a:cubicBezTo>
                    <a:pt x="10858" y="45"/>
                    <a:pt x="10873" y="31"/>
                    <a:pt x="10873" y="31"/>
                  </a:cubicBezTo>
                  <a:cubicBezTo>
                    <a:pt x="10873" y="15"/>
                    <a:pt x="10858" y="1"/>
                    <a:pt x="10843" y="1"/>
                  </a:cubicBezTo>
                  <a:close/>
                  <a:moveTo>
                    <a:pt x="11158" y="1"/>
                  </a:moveTo>
                  <a:cubicBezTo>
                    <a:pt x="11143" y="1"/>
                    <a:pt x="11143" y="15"/>
                    <a:pt x="11143" y="31"/>
                  </a:cubicBezTo>
                  <a:cubicBezTo>
                    <a:pt x="11143" y="31"/>
                    <a:pt x="11143" y="45"/>
                    <a:pt x="11158" y="45"/>
                  </a:cubicBezTo>
                  <a:lnTo>
                    <a:pt x="11398" y="45"/>
                  </a:lnTo>
                  <a:cubicBezTo>
                    <a:pt x="11413" y="45"/>
                    <a:pt x="11428" y="31"/>
                    <a:pt x="11428" y="31"/>
                  </a:cubicBezTo>
                  <a:cubicBezTo>
                    <a:pt x="11428" y="15"/>
                    <a:pt x="11413" y="1"/>
                    <a:pt x="11398" y="1"/>
                  </a:cubicBezTo>
                  <a:close/>
                  <a:moveTo>
                    <a:pt x="11712" y="1"/>
                  </a:moveTo>
                  <a:cubicBezTo>
                    <a:pt x="11698" y="1"/>
                    <a:pt x="11698" y="15"/>
                    <a:pt x="11698" y="31"/>
                  </a:cubicBezTo>
                  <a:cubicBezTo>
                    <a:pt x="11698" y="31"/>
                    <a:pt x="11698" y="45"/>
                    <a:pt x="11712" y="45"/>
                  </a:cubicBezTo>
                  <a:lnTo>
                    <a:pt x="11968" y="45"/>
                  </a:lnTo>
                  <a:lnTo>
                    <a:pt x="11982" y="31"/>
                  </a:lnTo>
                  <a:cubicBezTo>
                    <a:pt x="11982" y="15"/>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5"/>
            <p:cNvSpPr/>
            <p:nvPr/>
          </p:nvSpPr>
          <p:spPr>
            <a:xfrm rot="949459">
              <a:off x="7647765" y="2410188"/>
              <a:ext cx="591925" cy="2321"/>
            </a:xfrm>
            <a:custGeom>
              <a:rect b="b" l="l" r="r" t="t"/>
              <a:pathLst>
                <a:path extrusionOk="0" h="47" w="11983">
                  <a:moveTo>
                    <a:pt x="30" y="1"/>
                  </a:moveTo>
                  <a:cubicBezTo>
                    <a:pt x="15" y="1"/>
                    <a:pt x="0" y="16"/>
                    <a:pt x="0" y="16"/>
                  </a:cubicBezTo>
                  <a:cubicBezTo>
                    <a:pt x="0" y="31"/>
                    <a:pt x="15" y="46"/>
                    <a:pt x="30" y="46"/>
                  </a:cubicBezTo>
                  <a:lnTo>
                    <a:pt x="270" y="46"/>
                  </a:lnTo>
                  <a:cubicBezTo>
                    <a:pt x="285" y="46"/>
                    <a:pt x="300" y="31"/>
                    <a:pt x="300" y="16"/>
                  </a:cubicBezTo>
                  <a:cubicBezTo>
                    <a:pt x="300" y="16"/>
                    <a:pt x="285" y="1"/>
                    <a:pt x="270" y="1"/>
                  </a:cubicBezTo>
                  <a:close/>
                  <a:moveTo>
                    <a:pt x="585" y="1"/>
                  </a:moveTo>
                  <a:cubicBezTo>
                    <a:pt x="570" y="1"/>
                    <a:pt x="555" y="16"/>
                    <a:pt x="555" y="16"/>
                  </a:cubicBezTo>
                  <a:cubicBezTo>
                    <a:pt x="555" y="31"/>
                    <a:pt x="570" y="46"/>
                    <a:pt x="585" y="46"/>
                  </a:cubicBezTo>
                  <a:lnTo>
                    <a:pt x="825" y="46"/>
                  </a:lnTo>
                  <a:cubicBezTo>
                    <a:pt x="840" y="46"/>
                    <a:pt x="855" y="31"/>
                    <a:pt x="855" y="16"/>
                  </a:cubicBezTo>
                  <a:cubicBezTo>
                    <a:pt x="855" y="16"/>
                    <a:pt x="840" y="1"/>
                    <a:pt x="825" y="1"/>
                  </a:cubicBezTo>
                  <a:close/>
                  <a:moveTo>
                    <a:pt x="1140" y="1"/>
                  </a:moveTo>
                  <a:cubicBezTo>
                    <a:pt x="1125" y="1"/>
                    <a:pt x="1110" y="16"/>
                    <a:pt x="1110" y="16"/>
                  </a:cubicBezTo>
                  <a:cubicBezTo>
                    <a:pt x="1110" y="31"/>
                    <a:pt x="1125" y="46"/>
                    <a:pt x="1140" y="46"/>
                  </a:cubicBezTo>
                  <a:lnTo>
                    <a:pt x="1380" y="46"/>
                  </a:lnTo>
                  <a:cubicBezTo>
                    <a:pt x="1394" y="46"/>
                    <a:pt x="1410" y="31"/>
                    <a:pt x="1410" y="16"/>
                  </a:cubicBezTo>
                  <a:cubicBezTo>
                    <a:pt x="1410" y="16"/>
                    <a:pt x="1394" y="1"/>
                    <a:pt x="1380" y="1"/>
                  </a:cubicBezTo>
                  <a:close/>
                  <a:moveTo>
                    <a:pt x="1694" y="1"/>
                  </a:moveTo>
                  <a:cubicBezTo>
                    <a:pt x="1680" y="1"/>
                    <a:pt x="1680" y="16"/>
                    <a:pt x="1680" y="16"/>
                  </a:cubicBezTo>
                  <a:cubicBezTo>
                    <a:pt x="1680" y="31"/>
                    <a:pt x="1680" y="46"/>
                    <a:pt x="1694" y="46"/>
                  </a:cubicBezTo>
                  <a:lnTo>
                    <a:pt x="1934" y="46"/>
                  </a:lnTo>
                  <a:cubicBezTo>
                    <a:pt x="1950" y="46"/>
                    <a:pt x="1964" y="31"/>
                    <a:pt x="1964" y="16"/>
                  </a:cubicBezTo>
                  <a:cubicBezTo>
                    <a:pt x="1964" y="16"/>
                    <a:pt x="1950" y="1"/>
                    <a:pt x="1934" y="1"/>
                  </a:cubicBezTo>
                  <a:close/>
                  <a:moveTo>
                    <a:pt x="2250" y="1"/>
                  </a:moveTo>
                  <a:cubicBezTo>
                    <a:pt x="2234" y="1"/>
                    <a:pt x="2234" y="16"/>
                    <a:pt x="2234" y="16"/>
                  </a:cubicBezTo>
                  <a:cubicBezTo>
                    <a:pt x="2234" y="31"/>
                    <a:pt x="2234" y="46"/>
                    <a:pt x="2250" y="46"/>
                  </a:cubicBezTo>
                  <a:lnTo>
                    <a:pt x="2504" y="46"/>
                  </a:lnTo>
                  <a:cubicBezTo>
                    <a:pt x="2504" y="46"/>
                    <a:pt x="2520" y="31"/>
                    <a:pt x="2520" y="16"/>
                  </a:cubicBezTo>
                  <a:lnTo>
                    <a:pt x="2504" y="1"/>
                  </a:lnTo>
                  <a:close/>
                  <a:moveTo>
                    <a:pt x="2804" y="1"/>
                  </a:moveTo>
                  <a:lnTo>
                    <a:pt x="2790" y="16"/>
                  </a:lnTo>
                  <a:cubicBezTo>
                    <a:pt x="2790" y="31"/>
                    <a:pt x="2804" y="46"/>
                    <a:pt x="2804" y="46"/>
                  </a:cubicBezTo>
                  <a:lnTo>
                    <a:pt x="3060" y="46"/>
                  </a:lnTo>
                  <a:cubicBezTo>
                    <a:pt x="3074" y="46"/>
                    <a:pt x="3074" y="31"/>
                    <a:pt x="3074" y="16"/>
                  </a:cubicBezTo>
                  <a:cubicBezTo>
                    <a:pt x="3074" y="16"/>
                    <a:pt x="3074" y="1"/>
                    <a:pt x="3060" y="1"/>
                  </a:cubicBezTo>
                  <a:close/>
                  <a:moveTo>
                    <a:pt x="3374" y="1"/>
                  </a:moveTo>
                  <a:cubicBezTo>
                    <a:pt x="3360" y="1"/>
                    <a:pt x="3344" y="16"/>
                    <a:pt x="3344" y="16"/>
                  </a:cubicBezTo>
                  <a:cubicBezTo>
                    <a:pt x="3344" y="31"/>
                    <a:pt x="3360" y="46"/>
                    <a:pt x="3374" y="46"/>
                  </a:cubicBezTo>
                  <a:lnTo>
                    <a:pt x="3614" y="46"/>
                  </a:lnTo>
                  <a:cubicBezTo>
                    <a:pt x="3630" y="46"/>
                    <a:pt x="3630" y="31"/>
                    <a:pt x="3630" y="16"/>
                  </a:cubicBezTo>
                  <a:cubicBezTo>
                    <a:pt x="3630" y="16"/>
                    <a:pt x="3630" y="1"/>
                    <a:pt x="3614" y="1"/>
                  </a:cubicBezTo>
                  <a:close/>
                  <a:moveTo>
                    <a:pt x="3930" y="1"/>
                  </a:moveTo>
                  <a:cubicBezTo>
                    <a:pt x="3914" y="1"/>
                    <a:pt x="3900" y="16"/>
                    <a:pt x="3900" y="16"/>
                  </a:cubicBezTo>
                  <a:cubicBezTo>
                    <a:pt x="3900" y="31"/>
                    <a:pt x="3914" y="46"/>
                    <a:pt x="3930" y="46"/>
                  </a:cubicBezTo>
                  <a:lnTo>
                    <a:pt x="4170" y="46"/>
                  </a:lnTo>
                  <a:cubicBezTo>
                    <a:pt x="4184" y="46"/>
                    <a:pt x="4184" y="31"/>
                    <a:pt x="4184" y="16"/>
                  </a:cubicBezTo>
                  <a:cubicBezTo>
                    <a:pt x="4184" y="16"/>
                    <a:pt x="4184" y="1"/>
                    <a:pt x="4170" y="1"/>
                  </a:cubicBezTo>
                  <a:close/>
                  <a:moveTo>
                    <a:pt x="4484" y="1"/>
                  </a:moveTo>
                  <a:cubicBezTo>
                    <a:pt x="4469" y="1"/>
                    <a:pt x="4454" y="16"/>
                    <a:pt x="4454" y="16"/>
                  </a:cubicBezTo>
                  <a:cubicBezTo>
                    <a:pt x="4454" y="31"/>
                    <a:pt x="4469" y="46"/>
                    <a:pt x="4484" y="46"/>
                  </a:cubicBezTo>
                  <a:lnTo>
                    <a:pt x="4724" y="46"/>
                  </a:lnTo>
                  <a:cubicBezTo>
                    <a:pt x="4739" y="46"/>
                    <a:pt x="4754" y="31"/>
                    <a:pt x="4754" y="16"/>
                  </a:cubicBezTo>
                  <a:cubicBezTo>
                    <a:pt x="4754" y="16"/>
                    <a:pt x="4739" y="1"/>
                    <a:pt x="4724" y="1"/>
                  </a:cubicBezTo>
                  <a:close/>
                  <a:moveTo>
                    <a:pt x="5039" y="1"/>
                  </a:moveTo>
                  <a:cubicBezTo>
                    <a:pt x="5024" y="1"/>
                    <a:pt x="5009" y="16"/>
                    <a:pt x="5009" y="16"/>
                  </a:cubicBezTo>
                  <a:cubicBezTo>
                    <a:pt x="5009" y="31"/>
                    <a:pt x="5024" y="46"/>
                    <a:pt x="5039" y="46"/>
                  </a:cubicBezTo>
                  <a:lnTo>
                    <a:pt x="5279" y="46"/>
                  </a:lnTo>
                  <a:cubicBezTo>
                    <a:pt x="5294" y="46"/>
                    <a:pt x="5309" y="31"/>
                    <a:pt x="5309" y="16"/>
                  </a:cubicBezTo>
                  <a:cubicBezTo>
                    <a:pt x="5309" y="16"/>
                    <a:pt x="5294" y="1"/>
                    <a:pt x="5279" y="1"/>
                  </a:cubicBezTo>
                  <a:close/>
                  <a:moveTo>
                    <a:pt x="5594" y="1"/>
                  </a:moveTo>
                  <a:cubicBezTo>
                    <a:pt x="5579" y="1"/>
                    <a:pt x="5564" y="16"/>
                    <a:pt x="5564" y="16"/>
                  </a:cubicBezTo>
                  <a:cubicBezTo>
                    <a:pt x="5564" y="31"/>
                    <a:pt x="5579" y="46"/>
                    <a:pt x="5594" y="46"/>
                  </a:cubicBezTo>
                  <a:lnTo>
                    <a:pt x="5834" y="46"/>
                  </a:lnTo>
                  <a:cubicBezTo>
                    <a:pt x="5849" y="46"/>
                    <a:pt x="5864" y="31"/>
                    <a:pt x="5864" y="16"/>
                  </a:cubicBezTo>
                  <a:cubicBezTo>
                    <a:pt x="5864" y="16"/>
                    <a:pt x="5849" y="1"/>
                    <a:pt x="5834" y="1"/>
                  </a:cubicBezTo>
                  <a:close/>
                  <a:moveTo>
                    <a:pt x="6149" y="1"/>
                  </a:moveTo>
                  <a:cubicBezTo>
                    <a:pt x="6134" y="1"/>
                    <a:pt x="6134" y="16"/>
                    <a:pt x="6134" y="16"/>
                  </a:cubicBezTo>
                  <a:cubicBezTo>
                    <a:pt x="6134" y="31"/>
                    <a:pt x="6134" y="46"/>
                    <a:pt x="6149" y="46"/>
                  </a:cubicBezTo>
                  <a:lnTo>
                    <a:pt x="6389" y="46"/>
                  </a:lnTo>
                  <a:cubicBezTo>
                    <a:pt x="6403" y="46"/>
                    <a:pt x="6419" y="31"/>
                    <a:pt x="6419" y="16"/>
                  </a:cubicBezTo>
                  <a:cubicBezTo>
                    <a:pt x="6419" y="16"/>
                    <a:pt x="6403" y="1"/>
                    <a:pt x="6389" y="1"/>
                  </a:cubicBezTo>
                  <a:close/>
                  <a:moveTo>
                    <a:pt x="6703" y="1"/>
                  </a:moveTo>
                  <a:cubicBezTo>
                    <a:pt x="6689" y="1"/>
                    <a:pt x="6689" y="16"/>
                    <a:pt x="6689" y="16"/>
                  </a:cubicBezTo>
                  <a:cubicBezTo>
                    <a:pt x="6689" y="31"/>
                    <a:pt x="6689" y="46"/>
                    <a:pt x="6703" y="46"/>
                  </a:cubicBezTo>
                  <a:lnTo>
                    <a:pt x="6943" y="46"/>
                  </a:lnTo>
                  <a:cubicBezTo>
                    <a:pt x="6959" y="46"/>
                    <a:pt x="6973" y="31"/>
                    <a:pt x="6973" y="16"/>
                  </a:cubicBezTo>
                  <a:cubicBezTo>
                    <a:pt x="6973" y="16"/>
                    <a:pt x="6959" y="1"/>
                    <a:pt x="6943" y="1"/>
                  </a:cubicBezTo>
                  <a:close/>
                  <a:moveTo>
                    <a:pt x="7259" y="1"/>
                  </a:moveTo>
                  <a:cubicBezTo>
                    <a:pt x="7243" y="1"/>
                    <a:pt x="7243" y="16"/>
                    <a:pt x="7243" y="16"/>
                  </a:cubicBezTo>
                  <a:cubicBezTo>
                    <a:pt x="7243" y="31"/>
                    <a:pt x="7243" y="46"/>
                    <a:pt x="7259" y="46"/>
                  </a:cubicBezTo>
                  <a:lnTo>
                    <a:pt x="7513" y="46"/>
                  </a:lnTo>
                  <a:cubicBezTo>
                    <a:pt x="7513" y="46"/>
                    <a:pt x="7529" y="31"/>
                    <a:pt x="7529" y="16"/>
                  </a:cubicBezTo>
                  <a:lnTo>
                    <a:pt x="7513" y="1"/>
                  </a:lnTo>
                  <a:close/>
                  <a:moveTo>
                    <a:pt x="7813" y="1"/>
                  </a:moveTo>
                  <a:lnTo>
                    <a:pt x="7799" y="16"/>
                  </a:lnTo>
                  <a:cubicBezTo>
                    <a:pt x="7799" y="31"/>
                    <a:pt x="7813" y="46"/>
                    <a:pt x="7813" y="46"/>
                  </a:cubicBezTo>
                  <a:lnTo>
                    <a:pt x="8069" y="46"/>
                  </a:lnTo>
                  <a:cubicBezTo>
                    <a:pt x="8083" y="46"/>
                    <a:pt x="8083" y="31"/>
                    <a:pt x="8083" y="16"/>
                  </a:cubicBezTo>
                  <a:cubicBezTo>
                    <a:pt x="8083" y="16"/>
                    <a:pt x="8083" y="1"/>
                    <a:pt x="8069" y="1"/>
                  </a:cubicBezTo>
                  <a:close/>
                  <a:moveTo>
                    <a:pt x="8383" y="1"/>
                  </a:moveTo>
                  <a:cubicBezTo>
                    <a:pt x="8369" y="1"/>
                    <a:pt x="8353" y="16"/>
                    <a:pt x="8353" y="16"/>
                  </a:cubicBezTo>
                  <a:cubicBezTo>
                    <a:pt x="8353" y="31"/>
                    <a:pt x="8369" y="46"/>
                    <a:pt x="8383" y="46"/>
                  </a:cubicBezTo>
                  <a:lnTo>
                    <a:pt x="8623" y="46"/>
                  </a:lnTo>
                  <a:cubicBezTo>
                    <a:pt x="8639" y="46"/>
                    <a:pt x="8639" y="31"/>
                    <a:pt x="8639" y="16"/>
                  </a:cubicBezTo>
                  <a:cubicBezTo>
                    <a:pt x="8639" y="16"/>
                    <a:pt x="8639" y="1"/>
                    <a:pt x="8623" y="1"/>
                  </a:cubicBezTo>
                  <a:close/>
                  <a:moveTo>
                    <a:pt x="8939" y="1"/>
                  </a:moveTo>
                  <a:cubicBezTo>
                    <a:pt x="8923" y="1"/>
                    <a:pt x="8909" y="16"/>
                    <a:pt x="8909" y="16"/>
                  </a:cubicBezTo>
                  <a:cubicBezTo>
                    <a:pt x="8909" y="31"/>
                    <a:pt x="8923" y="46"/>
                    <a:pt x="8939" y="46"/>
                  </a:cubicBezTo>
                  <a:lnTo>
                    <a:pt x="9179" y="46"/>
                  </a:lnTo>
                  <a:cubicBezTo>
                    <a:pt x="9193" y="46"/>
                    <a:pt x="9193" y="31"/>
                    <a:pt x="9193" y="16"/>
                  </a:cubicBezTo>
                  <a:cubicBezTo>
                    <a:pt x="9193" y="16"/>
                    <a:pt x="9193" y="1"/>
                    <a:pt x="9179" y="1"/>
                  </a:cubicBezTo>
                  <a:close/>
                  <a:moveTo>
                    <a:pt x="9493" y="1"/>
                  </a:moveTo>
                  <a:cubicBezTo>
                    <a:pt x="9478" y="1"/>
                    <a:pt x="9463" y="16"/>
                    <a:pt x="9463" y="16"/>
                  </a:cubicBezTo>
                  <a:cubicBezTo>
                    <a:pt x="9463" y="31"/>
                    <a:pt x="9478" y="46"/>
                    <a:pt x="9493" y="46"/>
                  </a:cubicBezTo>
                  <a:lnTo>
                    <a:pt x="9733" y="46"/>
                  </a:lnTo>
                  <a:cubicBezTo>
                    <a:pt x="9748" y="46"/>
                    <a:pt x="9763" y="31"/>
                    <a:pt x="9763" y="16"/>
                  </a:cubicBezTo>
                  <a:cubicBezTo>
                    <a:pt x="9763" y="16"/>
                    <a:pt x="9748" y="1"/>
                    <a:pt x="9733" y="1"/>
                  </a:cubicBezTo>
                  <a:close/>
                  <a:moveTo>
                    <a:pt x="10048" y="1"/>
                  </a:moveTo>
                  <a:cubicBezTo>
                    <a:pt x="10033" y="1"/>
                    <a:pt x="10018" y="16"/>
                    <a:pt x="10018" y="16"/>
                  </a:cubicBezTo>
                  <a:cubicBezTo>
                    <a:pt x="10018" y="31"/>
                    <a:pt x="10033" y="46"/>
                    <a:pt x="10048" y="46"/>
                  </a:cubicBezTo>
                  <a:lnTo>
                    <a:pt x="10288" y="46"/>
                  </a:lnTo>
                  <a:cubicBezTo>
                    <a:pt x="10303" y="46"/>
                    <a:pt x="10318" y="31"/>
                    <a:pt x="10318" y="16"/>
                  </a:cubicBezTo>
                  <a:cubicBezTo>
                    <a:pt x="10318" y="16"/>
                    <a:pt x="10303" y="1"/>
                    <a:pt x="10288" y="1"/>
                  </a:cubicBezTo>
                  <a:close/>
                  <a:moveTo>
                    <a:pt x="10603" y="1"/>
                  </a:moveTo>
                  <a:cubicBezTo>
                    <a:pt x="10588" y="1"/>
                    <a:pt x="10573" y="16"/>
                    <a:pt x="10573" y="16"/>
                  </a:cubicBezTo>
                  <a:cubicBezTo>
                    <a:pt x="10573" y="31"/>
                    <a:pt x="10588" y="46"/>
                    <a:pt x="10603" y="46"/>
                  </a:cubicBezTo>
                  <a:lnTo>
                    <a:pt x="10843" y="46"/>
                  </a:lnTo>
                  <a:cubicBezTo>
                    <a:pt x="10858" y="46"/>
                    <a:pt x="10873" y="31"/>
                    <a:pt x="10873" y="16"/>
                  </a:cubicBezTo>
                  <a:cubicBezTo>
                    <a:pt x="10873" y="16"/>
                    <a:pt x="10858" y="1"/>
                    <a:pt x="10843" y="1"/>
                  </a:cubicBezTo>
                  <a:close/>
                  <a:moveTo>
                    <a:pt x="11158" y="1"/>
                  </a:moveTo>
                  <a:cubicBezTo>
                    <a:pt x="11143" y="1"/>
                    <a:pt x="11143" y="16"/>
                    <a:pt x="11143" y="16"/>
                  </a:cubicBezTo>
                  <a:cubicBezTo>
                    <a:pt x="11143" y="31"/>
                    <a:pt x="11143" y="46"/>
                    <a:pt x="11158" y="46"/>
                  </a:cubicBezTo>
                  <a:lnTo>
                    <a:pt x="11398" y="46"/>
                  </a:lnTo>
                  <a:cubicBezTo>
                    <a:pt x="11413" y="46"/>
                    <a:pt x="11428" y="31"/>
                    <a:pt x="11428" y="16"/>
                  </a:cubicBezTo>
                  <a:cubicBezTo>
                    <a:pt x="11428" y="16"/>
                    <a:pt x="11413" y="1"/>
                    <a:pt x="11398" y="1"/>
                  </a:cubicBezTo>
                  <a:close/>
                  <a:moveTo>
                    <a:pt x="11712" y="1"/>
                  </a:moveTo>
                  <a:cubicBezTo>
                    <a:pt x="11698" y="1"/>
                    <a:pt x="11698" y="16"/>
                    <a:pt x="11698" y="16"/>
                  </a:cubicBezTo>
                  <a:cubicBezTo>
                    <a:pt x="11698" y="31"/>
                    <a:pt x="11698" y="46"/>
                    <a:pt x="11712" y="46"/>
                  </a:cubicBezTo>
                  <a:lnTo>
                    <a:pt x="11968" y="46"/>
                  </a:lnTo>
                  <a:cubicBezTo>
                    <a:pt x="11968" y="46"/>
                    <a:pt x="11982" y="31"/>
                    <a:pt x="11982" y="16"/>
                  </a:cubicBezTo>
                  <a:lnTo>
                    <a:pt x="11968"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5"/>
            <p:cNvSpPr/>
            <p:nvPr/>
          </p:nvSpPr>
          <p:spPr>
            <a:xfrm rot="949459">
              <a:off x="7616864" y="2519255"/>
              <a:ext cx="591925" cy="2272"/>
            </a:xfrm>
            <a:custGeom>
              <a:rect b="b" l="l" r="r" t="t"/>
              <a:pathLst>
                <a:path extrusionOk="0" h="46" w="11983">
                  <a:moveTo>
                    <a:pt x="30" y="1"/>
                  </a:moveTo>
                  <a:cubicBezTo>
                    <a:pt x="15" y="1"/>
                    <a:pt x="0" y="1"/>
                    <a:pt x="0" y="15"/>
                  </a:cubicBezTo>
                  <a:cubicBezTo>
                    <a:pt x="0" y="31"/>
                    <a:pt x="15" y="45"/>
                    <a:pt x="30" y="45"/>
                  </a:cubicBezTo>
                  <a:lnTo>
                    <a:pt x="270" y="45"/>
                  </a:lnTo>
                  <a:cubicBezTo>
                    <a:pt x="285" y="45"/>
                    <a:pt x="300" y="31"/>
                    <a:pt x="300" y="15"/>
                  </a:cubicBezTo>
                  <a:cubicBezTo>
                    <a:pt x="300" y="1"/>
                    <a:pt x="285" y="1"/>
                    <a:pt x="270" y="1"/>
                  </a:cubicBezTo>
                  <a:close/>
                  <a:moveTo>
                    <a:pt x="585" y="1"/>
                  </a:moveTo>
                  <a:cubicBezTo>
                    <a:pt x="570" y="1"/>
                    <a:pt x="555" y="1"/>
                    <a:pt x="555" y="15"/>
                  </a:cubicBezTo>
                  <a:cubicBezTo>
                    <a:pt x="555" y="31"/>
                    <a:pt x="570" y="45"/>
                    <a:pt x="585" y="45"/>
                  </a:cubicBezTo>
                  <a:lnTo>
                    <a:pt x="825" y="45"/>
                  </a:lnTo>
                  <a:cubicBezTo>
                    <a:pt x="840" y="45"/>
                    <a:pt x="855" y="31"/>
                    <a:pt x="855" y="15"/>
                  </a:cubicBezTo>
                  <a:cubicBezTo>
                    <a:pt x="855" y="1"/>
                    <a:pt x="840" y="1"/>
                    <a:pt x="825" y="1"/>
                  </a:cubicBezTo>
                  <a:close/>
                  <a:moveTo>
                    <a:pt x="1140" y="1"/>
                  </a:moveTo>
                  <a:cubicBezTo>
                    <a:pt x="1125" y="1"/>
                    <a:pt x="1110" y="1"/>
                    <a:pt x="1110" y="15"/>
                  </a:cubicBezTo>
                  <a:cubicBezTo>
                    <a:pt x="1110" y="31"/>
                    <a:pt x="1125" y="45"/>
                    <a:pt x="1140" y="45"/>
                  </a:cubicBezTo>
                  <a:lnTo>
                    <a:pt x="1380" y="45"/>
                  </a:lnTo>
                  <a:cubicBezTo>
                    <a:pt x="1394" y="45"/>
                    <a:pt x="1410" y="31"/>
                    <a:pt x="1410" y="15"/>
                  </a:cubicBezTo>
                  <a:cubicBezTo>
                    <a:pt x="1410" y="1"/>
                    <a:pt x="1394" y="1"/>
                    <a:pt x="1380" y="1"/>
                  </a:cubicBezTo>
                  <a:close/>
                  <a:moveTo>
                    <a:pt x="1694" y="1"/>
                  </a:moveTo>
                  <a:cubicBezTo>
                    <a:pt x="1680" y="1"/>
                    <a:pt x="1680" y="1"/>
                    <a:pt x="1680" y="15"/>
                  </a:cubicBezTo>
                  <a:cubicBezTo>
                    <a:pt x="1680" y="31"/>
                    <a:pt x="1680" y="45"/>
                    <a:pt x="1694" y="45"/>
                  </a:cubicBezTo>
                  <a:lnTo>
                    <a:pt x="1934" y="45"/>
                  </a:lnTo>
                  <a:cubicBezTo>
                    <a:pt x="1950" y="45"/>
                    <a:pt x="1964" y="31"/>
                    <a:pt x="1964" y="15"/>
                  </a:cubicBezTo>
                  <a:cubicBezTo>
                    <a:pt x="1964" y="1"/>
                    <a:pt x="1950" y="1"/>
                    <a:pt x="1934" y="1"/>
                  </a:cubicBezTo>
                  <a:close/>
                  <a:moveTo>
                    <a:pt x="2250" y="1"/>
                  </a:moveTo>
                  <a:cubicBezTo>
                    <a:pt x="2234" y="1"/>
                    <a:pt x="2234" y="1"/>
                    <a:pt x="2234" y="15"/>
                  </a:cubicBezTo>
                  <a:cubicBezTo>
                    <a:pt x="2234" y="31"/>
                    <a:pt x="2234" y="45"/>
                    <a:pt x="2250" y="45"/>
                  </a:cubicBezTo>
                  <a:lnTo>
                    <a:pt x="2504" y="45"/>
                  </a:lnTo>
                  <a:cubicBezTo>
                    <a:pt x="2504" y="45"/>
                    <a:pt x="2520" y="31"/>
                    <a:pt x="2520" y="15"/>
                  </a:cubicBezTo>
                  <a:cubicBezTo>
                    <a:pt x="2520" y="1"/>
                    <a:pt x="2504" y="1"/>
                    <a:pt x="2504" y="1"/>
                  </a:cubicBezTo>
                  <a:close/>
                  <a:moveTo>
                    <a:pt x="2804" y="1"/>
                  </a:moveTo>
                  <a:cubicBezTo>
                    <a:pt x="2804" y="1"/>
                    <a:pt x="2790" y="1"/>
                    <a:pt x="2790" y="15"/>
                  </a:cubicBezTo>
                  <a:cubicBezTo>
                    <a:pt x="2790" y="31"/>
                    <a:pt x="2804" y="45"/>
                    <a:pt x="2804" y="45"/>
                  </a:cubicBezTo>
                  <a:lnTo>
                    <a:pt x="3060" y="45"/>
                  </a:lnTo>
                  <a:cubicBezTo>
                    <a:pt x="3074" y="45"/>
                    <a:pt x="3074" y="31"/>
                    <a:pt x="3074" y="15"/>
                  </a:cubicBezTo>
                  <a:cubicBezTo>
                    <a:pt x="3074" y="1"/>
                    <a:pt x="3074" y="1"/>
                    <a:pt x="3060" y="1"/>
                  </a:cubicBezTo>
                  <a:close/>
                  <a:moveTo>
                    <a:pt x="3374" y="1"/>
                  </a:moveTo>
                  <a:cubicBezTo>
                    <a:pt x="3360" y="1"/>
                    <a:pt x="3344" y="1"/>
                    <a:pt x="3344" y="15"/>
                  </a:cubicBezTo>
                  <a:cubicBezTo>
                    <a:pt x="3344" y="31"/>
                    <a:pt x="3360" y="45"/>
                    <a:pt x="3374" y="45"/>
                  </a:cubicBezTo>
                  <a:lnTo>
                    <a:pt x="3614" y="45"/>
                  </a:lnTo>
                  <a:cubicBezTo>
                    <a:pt x="3630" y="45"/>
                    <a:pt x="3630" y="31"/>
                    <a:pt x="3630" y="15"/>
                  </a:cubicBezTo>
                  <a:cubicBezTo>
                    <a:pt x="3630" y="1"/>
                    <a:pt x="3630" y="1"/>
                    <a:pt x="3614" y="1"/>
                  </a:cubicBezTo>
                  <a:close/>
                  <a:moveTo>
                    <a:pt x="3930" y="1"/>
                  </a:moveTo>
                  <a:cubicBezTo>
                    <a:pt x="3914" y="1"/>
                    <a:pt x="3900" y="1"/>
                    <a:pt x="3900" y="15"/>
                  </a:cubicBezTo>
                  <a:cubicBezTo>
                    <a:pt x="3900" y="31"/>
                    <a:pt x="3914" y="45"/>
                    <a:pt x="3930" y="45"/>
                  </a:cubicBezTo>
                  <a:lnTo>
                    <a:pt x="4170" y="45"/>
                  </a:lnTo>
                  <a:cubicBezTo>
                    <a:pt x="4184" y="45"/>
                    <a:pt x="4184" y="31"/>
                    <a:pt x="4184" y="15"/>
                  </a:cubicBezTo>
                  <a:cubicBezTo>
                    <a:pt x="4184" y="1"/>
                    <a:pt x="4184" y="1"/>
                    <a:pt x="4170" y="1"/>
                  </a:cubicBezTo>
                  <a:close/>
                  <a:moveTo>
                    <a:pt x="4484" y="1"/>
                  </a:moveTo>
                  <a:cubicBezTo>
                    <a:pt x="4469" y="1"/>
                    <a:pt x="4454" y="1"/>
                    <a:pt x="4454" y="15"/>
                  </a:cubicBezTo>
                  <a:cubicBezTo>
                    <a:pt x="4454" y="31"/>
                    <a:pt x="4469" y="45"/>
                    <a:pt x="4484" y="45"/>
                  </a:cubicBezTo>
                  <a:lnTo>
                    <a:pt x="4724" y="45"/>
                  </a:lnTo>
                  <a:cubicBezTo>
                    <a:pt x="4739" y="45"/>
                    <a:pt x="4754" y="31"/>
                    <a:pt x="4754" y="15"/>
                  </a:cubicBezTo>
                  <a:cubicBezTo>
                    <a:pt x="4754" y="1"/>
                    <a:pt x="4739" y="1"/>
                    <a:pt x="4724" y="1"/>
                  </a:cubicBezTo>
                  <a:close/>
                  <a:moveTo>
                    <a:pt x="5039" y="1"/>
                  </a:moveTo>
                  <a:cubicBezTo>
                    <a:pt x="5024" y="1"/>
                    <a:pt x="5009" y="1"/>
                    <a:pt x="5009" y="15"/>
                  </a:cubicBezTo>
                  <a:cubicBezTo>
                    <a:pt x="5009" y="31"/>
                    <a:pt x="5024" y="45"/>
                    <a:pt x="5039" y="45"/>
                  </a:cubicBezTo>
                  <a:lnTo>
                    <a:pt x="5279" y="45"/>
                  </a:lnTo>
                  <a:cubicBezTo>
                    <a:pt x="5294" y="45"/>
                    <a:pt x="5309" y="31"/>
                    <a:pt x="5309" y="15"/>
                  </a:cubicBezTo>
                  <a:cubicBezTo>
                    <a:pt x="5309" y="1"/>
                    <a:pt x="5294" y="1"/>
                    <a:pt x="5279" y="1"/>
                  </a:cubicBezTo>
                  <a:close/>
                  <a:moveTo>
                    <a:pt x="5594" y="1"/>
                  </a:moveTo>
                  <a:cubicBezTo>
                    <a:pt x="5579" y="1"/>
                    <a:pt x="5564" y="1"/>
                    <a:pt x="5564" y="15"/>
                  </a:cubicBezTo>
                  <a:cubicBezTo>
                    <a:pt x="5564" y="31"/>
                    <a:pt x="5579" y="45"/>
                    <a:pt x="5594" y="45"/>
                  </a:cubicBezTo>
                  <a:lnTo>
                    <a:pt x="5834" y="45"/>
                  </a:lnTo>
                  <a:cubicBezTo>
                    <a:pt x="5849" y="45"/>
                    <a:pt x="5864" y="31"/>
                    <a:pt x="5864" y="15"/>
                  </a:cubicBezTo>
                  <a:cubicBezTo>
                    <a:pt x="5864" y="1"/>
                    <a:pt x="5849" y="1"/>
                    <a:pt x="5834" y="1"/>
                  </a:cubicBezTo>
                  <a:close/>
                  <a:moveTo>
                    <a:pt x="6149" y="1"/>
                  </a:moveTo>
                  <a:cubicBezTo>
                    <a:pt x="6134" y="1"/>
                    <a:pt x="6134" y="1"/>
                    <a:pt x="6134" y="15"/>
                  </a:cubicBezTo>
                  <a:cubicBezTo>
                    <a:pt x="6134" y="31"/>
                    <a:pt x="6134" y="45"/>
                    <a:pt x="6149" y="45"/>
                  </a:cubicBezTo>
                  <a:lnTo>
                    <a:pt x="6389" y="45"/>
                  </a:lnTo>
                  <a:cubicBezTo>
                    <a:pt x="6403" y="45"/>
                    <a:pt x="6419" y="31"/>
                    <a:pt x="6419" y="15"/>
                  </a:cubicBezTo>
                  <a:cubicBezTo>
                    <a:pt x="6419" y="1"/>
                    <a:pt x="6403" y="1"/>
                    <a:pt x="6389" y="1"/>
                  </a:cubicBezTo>
                  <a:close/>
                  <a:moveTo>
                    <a:pt x="6703" y="1"/>
                  </a:moveTo>
                  <a:cubicBezTo>
                    <a:pt x="6689" y="1"/>
                    <a:pt x="6689" y="1"/>
                    <a:pt x="6689" y="15"/>
                  </a:cubicBezTo>
                  <a:cubicBezTo>
                    <a:pt x="6689" y="31"/>
                    <a:pt x="6689" y="45"/>
                    <a:pt x="6703" y="45"/>
                  </a:cubicBezTo>
                  <a:lnTo>
                    <a:pt x="6943" y="45"/>
                  </a:lnTo>
                  <a:cubicBezTo>
                    <a:pt x="6959" y="45"/>
                    <a:pt x="6973" y="31"/>
                    <a:pt x="6973" y="15"/>
                  </a:cubicBezTo>
                  <a:cubicBezTo>
                    <a:pt x="6973" y="1"/>
                    <a:pt x="6959" y="1"/>
                    <a:pt x="6943" y="1"/>
                  </a:cubicBezTo>
                  <a:close/>
                  <a:moveTo>
                    <a:pt x="7259" y="1"/>
                  </a:moveTo>
                  <a:cubicBezTo>
                    <a:pt x="7243" y="1"/>
                    <a:pt x="7243" y="1"/>
                    <a:pt x="7243" y="15"/>
                  </a:cubicBezTo>
                  <a:cubicBezTo>
                    <a:pt x="7243" y="31"/>
                    <a:pt x="7243" y="45"/>
                    <a:pt x="7259" y="45"/>
                  </a:cubicBezTo>
                  <a:lnTo>
                    <a:pt x="7513" y="45"/>
                  </a:lnTo>
                  <a:cubicBezTo>
                    <a:pt x="7513" y="45"/>
                    <a:pt x="7529" y="31"/>
                    <a:pt x="7529" y="15"/>
                  </a:cubicBezTo>
                  <a:cubicBezTo>
                    <a:pt x="7529" y="1"/>
                    <a:pt x="7513" y="1"/>
                    <a:pt x="7513" y="1"/>
                  </a:cubicBezTo>
                  <a:close/>
                  <a:moveTo>
                    <a:pt x="7813" y="1"/>
                  </a:moveTo>
                  <a:cubicBezTo>
                    <a:pt x="7813" y="1"/>
                    <a:pt x="7799" y="1"/>
                    <a:pt x="7799" y="15"/>
                  </a:cubicBezTo>
                  <a:cubicBezTo>
                    <a:pt x="7799" y="31"/>
                    <a:pt x="7813" y="45"/>
                    <a:pt x="7813" y="45"/>
                  </a:cubicBezTo>
                  <a:lnTo>
                    <a:pt x="8069" y="45"/>
                  </a:lnTo>
                  <a:cubicBezTo>
                    <a:pt x="8083" y="45"/>
                    <a:pt x="8083" y="31"/>
                    <a:pt x="8083" y="15"/>
                  </a:cubicBezTo>
                  <a:cubicBezTo>
                    <a:pt x="8083" y="1"/>
                    <a:pt x="8083" y="1"/>
                    <a:pt x="8069" y="1"/>
                  </a:cubicBezTo>
                  <a:close/>
                  <a:moveTo>
                    <a:pt x="8383" y="1"/>
                  </a:moveTo>
                  <a:cubicBezTo>
                    <a:pt x="8369" y="1"/>
                    <a:pt x="8353" y="1"/>
                    <a:pt x="8353" y="15"/>
                  </a:cubicBezTo>
                  <a:cubicBezTo>
                    <a:pt x="8353" y="31"/>
                    <a:pt x="8369" y="45"/>
                    <a:pt x="8383" y="45"/>
                  </a:cubicBezTo>
                  <a:lnTo>
                    <a:pt x="8623" y="45"/>
                  </a:lnTo>
                  <a:cubicBezTo>
                    <a:pt x="8639" y="45"/>
                    <a:pt x="8639" y="31"/>
                    <a:pt x="8639" y="15"/>
                  </a:cubicBezTo>
                  <a:cubicBezTo>
                    <a:pt x="8639" y="1"/>
                    <a:pt x="8639" y="1"/>
                    <a:pt x="8623" y="1"/>
                  </a:cubicBezTo>
                  <a:close/>
                  <a:moveTo>
                    <a:pt x="8939" y="1"/>
                  </a:moveTo>
                  <a:cubicBezTo>
                    <a:pt x="8923" y="1"/>
                    <a:pt x="8909" y="1"/>
                    <a:pt x="8909" y="15"/>
                  </a:cubicBezTo>
                  <a:cubicBezTo>
                    <a:pt x="8909" y="31"/>
                    <a:pt x="8923" y="45"/>
                    <a:pt x="8939" y="45"/>
                  </a:cubicBezTo>
                  <a:lnTo>
                    <a:pt x="9179" y="45"/>
                  </a:lnTo>
                  <a:cubicBezTo>
                    <a:pt x="9193" y="45"/>
                    <a:pt x="9193" y="31"/>
                    <a:pt x="9193" y="15"/>
                  </a:cubicBezTo>
                  <a:cubicBezTo>
                    <a:pt x="9193" y="1"/>
                    <a:pt x="9193" y="1"/>
                    <a:pt x="9179" y="1"/>
                  </a:cubicBezTo>
                  <a:close/>
                  <a:moveTo>
                    <a:pt x="9493" y="1"/>
                  </a:moveTo>
                  <a:cubicBezTo>
                    <a:pt x="9478" y="1"/>
                    <a:pt x="9463" y="1"/>
                    <a:pt x="9463" y="15"/>
                  </a:cubicBezTo>
                  <a:cubicBezTo>
                    <a:pt x="9463" y="31"/>
                    <a:pt x="9478" y="45"/>
                    <a:pt x="9493" y="45"/>
                  </a:cubicBezTo>
                  <a:lnTo>
                    <a:pt x="9733" y="45"/>
                  </a:lnTo>
                  <a:cubicBezTo>
                    <a:pt x="9748" y="45"/>
                    <a:pt x="9763" y="31"/>
                    <a:pt x="9763" y="15"/>
                  </a:cubicBezTo>
                  <a:cubicBezTo>
                    <a:pt x="9763" y="1"/>
                    <a:pt x="9748" y="1"/>
                    <a:pt x="9733" y="1"/>
                  </a:cubicBezTo>
                  <a:close/>
                  <a:moveTo>
                    <a:pt x="10048" y="1"/>
                  </a:moveTo>
                  <a:cubicBezTo>
                    <a:pt x="10033" y="1"/>
                    <a:pt x="10018" y="1"/>
                    <a:pt x="10018" y="15"/>
                  </a:cubicBezTo>
                  <a:cubicBezTo>
                    <a:pt x="10018" y="31"/>
                    <a:pt x="10033" y="45"/>
                    <a:pt x="10048" y="45"/>
                  </a:cubicBezTo>
                  <a:lnTo>
                    <a:pt x="10288" y="45"/>
                  </a:lnTo>
                  <a:cubicBezTo>
                    <a:pt x="10303" y="45"/>
                    <a:pt x="10318" y="31"/>
                    <a:pt x="10318" y="15"/>
                  </a:cubicBezTo>
                  <a:cubicBezTo>
                    <a:pt x="10318" y="1"/>
                    <a:pt x="10303" y="1"/>
                    <a:pt x="10288" y="1"/>
                  </a:cubicBezTo>
                  <a:close/>
                  <a:moveTo>
                    <a:pt x="10603" y="1"/>
                  </a:moveTo>
                  <a:cubicBezTo>
                    <a:pt x="10588" y="1"/>
                    <a:pt x="10573" y="1"/>
                    <a:pt x="10573" y="15"/>
                  </a:cubicBezTo>
                  <a:cubicBezTo>
                    <a:pt x="10573" y="31"/>
                    <a:pt x="10588" y="45"/>
                    <a:pt x="10603" y="45"/>
                  </a:cubicBezTo>
                  <a:lnTo>
                    <a:pt x="10843" y="45"/>
                  </a:lnTo>
                  <a:cubicBezTo>
                    <a:pt x="10858" y="45"/>
                    <a:pt x="10873" y="31"/>
                    <a:pt x="10873" y="15"/>
                  </a:cubicBezTo>
                  <a:cubicBezTo>
                    <a:pt x="10873" y="1"/>
                    <a:pt x="10858" y="1"/>
                    <a:pt x="10843" y="1"/>
                  </a:cubicBezTo>
                  <a:close/>
                  <a:moveTo>
                    <a:pt x="11158" y="1"/>
                  </a:moveTo>
                  <a:cubicBezTo>
                    <a:pt x="11143" y="1"/>
                    <a:pt x="11143" y="1"/>
                    <a:pt x="11143" y="15"/>
                  </a:cubicBezTo>
                  <a:cubicBezTo>
                    <a:pt x="11143" y="31"/>
                    <a:pt x="11143" y="45"/>
                    <a:pt x="11158" y="45"/>
                  </a:cubicBezTo>
                  <a:lnTo>
                    <a:pt x="11398" y="45"/>
                  </a:lnTo>
                  <a:cubicBezTo>
                    <a:pt x="11413" y="45"/>
                    <a:pt x="11428" y="31"/>
                    <a:pt x="11428" y="15"/>
                  </a:cubicBezTo>
                  <a:cubicBezTo>
                    <a:pt x="11428" y="1"/>
                    <a:pt x="11413" y="1"/>
                    <a:pt x="11398" y="1"/>
                  </a:cubicBezTo>
                  <a:close/>
                  <a:moveTo>
                    <a:pt x="11712" y="1"/>
                  </a:moveTo>
                  <a:cubicBezTo>
                    <a:pt x="11698" y="1"/>
                    <a:pt x="11698" y="1"/>
                    <a:pt x="11698" y="15"/>
                  </a:cubicBezTo>
                  <a:cubicBezTo>
                    <a:pt x="11698" y="31"/>
                    <a:pt x="11698" y="45"/>
                    <a:pt x="11712" y="45"/>
                  </a:cubicBezTo>
                  <a:lnTo>
                    <a:pt x="11968" y="45"/>
                  </a:lnTo>
                  <a:cubicBezTo>
                    <a:pt x="11968" y="45"/>
                    <a:pt x="11982" y="31"/>
                    <a:pt x="11982" y="15"/>
                  </a:cubicBezTo>
                  <a:cubicBezTo>
                    <a:pt x="11982" y="1"/>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5" name="Google Shape;1625;p45"/>
          <p:cNvSpPr txBox="1"/>
          <p:nvPr/>
        </p:nvSpPr>
        <p:spPr>
          <a:xfrm rot="734634">
            <a:off x="3431423" y="1671492"/>
            <a:ext cx="804909" cy="413193"/>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4/5</a:t>
            </a:r>
            <a:endParaRPr sz="2400">
              <a:solidFill>
                <a:schemeClr val="accent4"/>
              </a:solidFill>
              <a:latin typeface="Bellefair"/>
              <a:ea typeface="Bellefair"/>
              <a:cs typeface="Bellefair"/>
              <a:sym typeface="Bellefair"/>
            </a:endParaRPr>
          </a:p>
        </p:txBody>
      </p:sp>
      <p:grpSp>
        <p:nvGrpSpPr>
          <p:cNvPr id="1626" name="Google Shape;1626;p45"/>
          <p:cNvGrpSpPr/>
          <p:nvPr/>
        </p:nvGrpSpPr>
        <p:grpSpPr>
          <a:xfrm rot="-2112752">
            <a:off x="3369615" y="3053197"/>
            <a:ext cx="1169963" cy="960486"/>
            <a:chOff x="7490519" y="1934925"/>
            <a:chExt cx="1075596" cy="882949"/>
          </a:xfrm>
        </p:grpSpPr>
        <p:sp>
          <p:nvSpPr>
            <p:cNvPr id="1627" name="Google Shape;1627;p45"/>
            <p:cNvSpPr/>
            <p:nvPr/>
          </p:nvSpPr>
          <p:spPr>
            <a:xfrm rot="949459">
              <a:off x="7561935" y="2049719"/>
              <a:ext cx="932764" cy="653360"/>
            </a:xfrm>
            <a:custGeom>
              <a:rect b="b" l="l" r="r" t="t"/>
              <a:pathLst>
                <a:path extrusionOk="0" h="13228" w="18883">
                  <a:moveTo>
                    <a:pt x="16617" y="0"/>
                  </a:moveTo>
                  <a:cubicBezTo>
                    <a:pt x="16363" y="0"/>
                    <a:pt x="16363" y="330"/>
                    <a:pt x="16107" y="330"/>
                  </a:cubicBezTo>
                  <a:cubicBezTo>
                    <a:pt x="15853" y="330"/>
                    <a:pt x="15853" y="60"/>
                    <a:pt x="15613" y="60"/>
                  </a:cubicBezTo>
                  <a:cubicBezTo>
                    <a:pt x="15357" y="60"/>
                    <a:pt x="15357" y="150"/>
                    <a:pt x="15103" y="150"/>
                  </a:cubicBezTo>
                  <a:lnTo>
                    <a:pt x="14607" y="150"/>
                  </a:lnTo>
                  <a:cubicBezTo>
                    <a:pt x="14353" y="150"/>
                    <a:pt x="14353" y="60"/>
                    <a:pt x="14097" y="60"/>
                  </a:cubicBezTo>
                  <a:cubicBezTo>
                    <a:pt x="13857" y="60"/>
                    <a:pt x="13857" y="150"/>
                    <a:pt x="13603" y="150"/>
                  </a:cubicBezTo>
                  <a:cubicBezTo>
                    <a:pt x="13348" y="150"/>
                    <a:pt x="13348" y="226"/>
                    <a:pt x="13108" y="226"/>
                  </a:cubicBezTo>
                  <a:cubicBezTo>
                    <a:pt x="12853" y="226"/>
                    <a:pt x="12853" y="300"/>
                    <a:pt x="12598" y="300"/>
                  </a:cubicBezTo>
                  <a:cubicBezTo>
                    <a:pt x="12343" y="300"/>
                    <a:pt x="12343" y="196"/>
                    <a:pt x="12103" y="196"/>
                  </a:cubicBezTo>
                  <a:cubicBezTo>
                    <a:pt x="11848" y="196"/>
                    <a:pt x="11848" y="316"/>
                    <a:pt x="11593" y="316"/>
                  </a:cubicBezTo>
                  <a:cubicBezTo>
                    <a:pt x="11354" y="316"/>
                    <a:pt x="11354" y="16"/>
                    <a:pt x="11098" y="16"/>
                  </a:cubicBezTo>
                  <a:cubicBezTo>
                    <a:pt x="10844" y="16"/>
                    <a:pt x="10844" y="240"/>
                    <a:pt x="10604" y="240"/>
                  </a:cubicBezTo>
                  <a:cubicBezTo>
                    <a:pt x="10348" y="240"/>
                    <a:pt x="10348" y="166"/>
                    <a:pt x="10094" y="166"/>
                  </a:cubicBezTo>
                  <a:cubicBezTo>
                    <a:pt x="9838" y="166"/>
                    <a:pt x="9838" y="330"/>
                    <a:pt x="9598" y="330"/>
                  </a:cubicBezTo>
                  <a:cubicBezTo>
                    <a:pt x="9344" y="330"/>
                    <a:pt x="9344" y="76"/>
                    <a:pt x="9088" y="76"/>
                  </a:cubicBezTo>
                  <a:cubicBezTo>
                    <a:pt x="8848" y="76"/>
                    <a:pt x="8848" y="106"/>
                    <a:pt x="8594" y="106"/>
                  </a:cubicBezTo>
                  <a:cubicBezTo>
                    <a:pt x="8339" y="106"/>
                    <a:pt x="8339" y="226"/>
                    <a:pt x="8099" y="226"/>
                  </a:cubicBezTo>
                  <a:cubicBezTo>
                    <a:pt x="7844" y="226"/>
                    <a:pt x="7844" y="330"/>
                    <a:pt x="7589" y="330"/>
                  </a:cubicBezTo>
                  <a:cubicBezTo>
                    <a:pt x="7334" y="330"/>
                    <a:pt x="7334" y="270"/>
                    <a:pt x="7094" y="270"/>
                  </a:cubicBezTo>
                  <a:cubicBezTo>
                    <a:pt x="6839" y="270"/>
                    <a:pt x="6839" y="346"/>
                    <a:pt x="6584" y="346"/>
                  </a:cubicBezTo>
                  <a:cubicBezTo>
                    <a:pt x="6345" y="346"/>
                    <a:pt x="6345" y="226"/>
                    <a:pt x="6089" y="226"/>
                  </a:cubicBezTo>
                  <a:cubicBezTo>
                    <a:pt x="5835" y="226"/>
                    <a:pt x="5835" y="196"/>
                    <a:pt x="5595" y="196"/>
                  </a:cubicBezTo>
                  <a:cubicBezTo>
                    <a:pt x="5339" y="196"/>
                    <a:pt x="5339" y="300"/>
                    <a:pt x="5085" y="300"/>
                  </a:cubicBezTo>
                  <a:cubicBezTo>
                    <a:pt x="4829" y="300"/>
                    <a:pt x="4829" y="60"/>
                    <a:pt x="4589" y="60"/>
                  </a:cubicBezTo>
                  <a:cubicBezTo>
                    <a:pt x="4335" y="60"/>
                    <a:pt x="4335" y="166"/>
                    <a:pt x="4079" y="166"/>
                  </a:cubicBezTo>
                  <a:cubicBezTo>
                    <a:pt x="3839" y="166"/>
                    <a:pt x="3839" y="210"/>
                    <a:pt x="3585" y="210"/>
                  </a:cubicBezTo>
                  <a:cubicBezTo>
                    <a:pt x="3329" y="210"/>
                    <a:pt x="3329" y="316"/>
                    <a:pt x="3090" y="316"/>
                  </a:cubicBezTo>
                  <a:cubicBezTo>
                    <a:pt x="2835" y="316"/>
                    <a:pt x="2835" y="136"/>
                    <a:pt x="2580" y="136"/>
                  </a:cubicBezTo>
                  <a:cubicBezTo>
                    <a:pt x="2340" y="136"/>
                    <a:pt x="2340" y="240"/>
                    <a:pt x="2085" y="240"/>
                  </a:cubicBezTo>
                  <a:cubicBezTo>
                    <a:pt x="1830" y="240"/>
                    <a:pt x="1830" y="150"/>
                    <a:pt x="1575" y="150"/>
                  </a:cubicBezTo>
                  <a:cubicBezTo>
                    <a:pt x="1335" y="150"/>
                    <a:pt x="1335" y="346"/>
                    <a:pt x="1080" y="346"/>
                  </a:cubicBezTo>
                  <a:cubicBezTo>
                    <a:pt x="826" y="346"/>
                    <a:pt x="826" y="90"/>
                    <a:pt x="586" y="90"/>
                  </a:cubicBezTo>
                  <a:cubicBezTo>
                    <a:pt x="330" y="90"/>
                    <a:pt x="330" y="180"/>
                    <a:pt x="76" y="180"/>
                  </a:cubicBezTo>
                  <a:lnTo>
                    <a:pt x="0" y="180"/>
                  </a:lnTo>
                  <a:lnTo>
                    <a:pt x="0" y="12988"/>
                  </a:lnTo>
                  <a:cubicBezTo>
                    <a:pt x="16" y="12988"/>
                    <a:pt x="46" y="12973"/>
                    <a:pt x="76" y="12973"/>
                  </a:cubicBezTo>
                  <a:lnTo>
                    <a:pt x="586" y="12973"/>
                  </a:lnTo>
                  <a:cubicBezTo>
                    <a:pt x="840" y="12973"/>
                    <a:pt x="840" y="12883"/>
                    <a:pt x="1080" y="12883"/>
                  </a:cubicBezTo>
                  <a:cubicBezTo>
                    <a:pt x="1335" y="12883"/>
                    <a:pt x="1335" y="12898"/>
                    <a:pt x="1590" y="12898"/>
                  </a:cubicBezTo>
                  <a:cubicBezTo>
                    <a:pt x="1845" y="12898"/>
                    <a:pt x="1845" y="13138"/>
                    <a:pt x="2085" y="13138"/>
                  </a:cubicBezTo>
                  <a:cubicBezTo>
                    <a:pt x="2340" y="13138"/>
                    <a:pt x="2340" y="12958"/>
                    <a:pt x="2595" y="12958"/>
                  </a:cubicBezTo>
                  <a:cubicBezTo>
                    <a:pt x="2835" y="12958"/>
                    <a:pt x="2835" y="13138"/>
                    <a:pt x="3090" y="13138"/>
                  </a:cubicBezTo>
                  <a:cubicBezTo>
                    <a:pt x="3345" y="13138"/>
                    <a:pt x="3345" y="12973"/>
                    <a:pt x="3599" y="12973"/>
                  </a:cubicBezTo>
                  <a:cubicBezTo>
                    <a:pt x="3839" y="12973"/>
                    <a:pt x="3839" y="13213"/>
                    <a:pt x="4095" y="13213"/>
                  </a:cubicBezTo>
                  <a:cubicBezTo>
                    <a:pt x="4349" y="13213"/>
                    <a:pt x="4349" y="13153"/>
                    <a:pt x="4589" y="13153"/>
                  </a:cubicBezTo>
                  <a:cubicBezTo>
                    <a:pt x="4845" y="13153"/>
                    <a:pt x="4845" y="13003"/>
                    <a:pt x="5099" y="13003"/>
                  </a:cubicBezTo>
                  <a:cubicBezTo>
                    <a:pt x="5355" y="13003"/>
                    <a:pt x="5355" y="12883"/>
                    <a:pt x="5595" y="12883"/>
                  </a:cubicBezTo>
                  <a:cubicBezTo>
                    <a:pt x="5849" y="12883"/>
                    <a:pt x="5849" y="13003"/>
                    <a:pt x="6105" y="13003"/>
                  </a:cubicBezTo>
                  <a:cubicBezTo>
                    <a:pt x="6345" y="13003"/>
                    <a:pt x="6345" y="13183"/>
                    <a:pt x="6599" y="13183"/>
                  </a:cubicBezTo>
                  <a:cubicBezTo>
                    <a:pt x="6854" y="13183"/>
                    <a:pt x="6854" y="12988"/>
                    <a:pt x="7094" y="12988"/>
                  </a:cubicBezTo>
                  <a:cubicBezTo>
                    <a:pt x="7349" y="12988"/>
                    <a:pt x="7349" y="13003"/>
                    <a:pt x="7604" y="13003"/>
                  </a:cubicBezTo>
                  <a:cubicBezTo>
                    <a:pt x="7859" y="13003"/>
                    <a:pt x="7859" y="12868"/>
                    <a:pt x="8099" y="12868"/>
                  </a:cubicBezTo>
                  <a:cubicBezTo>
                    <a:pt x="8354" y="12868"/>
                    <a:pt x="8354" y="13168"/>
                    <a:pt x="8608" y="13168"/>
                  </a:cubicBezTo>
                  <a:cubicBezTo>
                    <a:pt x="8848" y="13168"/>
                    <a:pt x="8848" y="13228"/>
                    <a:pt x="9104" y="13228"/>
                  </a:cubicBezTo>
                  <a:cubicBezTo>
                    <a:pt x="9358" y="13228"/>
                    <a:pt x="9358" y="12868"/>
                    <a:pt x="9598" y="12868"/>
                  </a:cubicBezTo>
                  <a:cubicBezTo>
                    <a:pt x="9854" y="12868"/>
                    <a:pt x="9854" y="12898"/>
                    <a:pt x="10108" y="12898"/>
                  </a:cubicBezTo>
                  <a:cubicBezTo>
                    <a:pt x="10364" y="12898"/>
                    <a:pt x="10364" y="13018"/>
                    <a:pt x="10604" y="13018"/>
                  </a:cubicBezTo>
                  <a:cubicBezTo>
                    <a:pt x="10858" y="13018"/>
                    <a:pt x="10858" y="13198"/>
                    <a:pt x="11114" y="13198"/>
                  </a:cubicBezTo>
                  <a:cubicBezTo>
                    <a:pt x="11354" y="13198"/>
                    <a:pt x="11354" y="13033"/>
                    <a:pt x="11608" y="13033"/>
                  </a:cubicBezTo>
                  <a:cubicBezTo>
                    <a:pt x="11863" y="13033"/>
                    <a:pt x="11863" y="13228"/>
                    <a:pt x="12103" y="13228"/>
                  </a:cubicBezTo>
                  <a:cubicBezTo>
                    <a:pt x="12358" y="13228"/>
                    <a:pt x="12358" y="13063"/>
                    <a:pt x="12613" y="13063"/>
                  </a:cubicBezTo>
                  <a:cubicBezTo>
                    <a:pt x="12868" y="13063"/>
                    <a:pt x="12868" y="13183"/>
                    <a:pt x="13108" y="13183"/>
                  </a:cubicBezTo>
                  <a:cubicBezTo>
                    <a:pt x="13363" y="13183"/>
                    <a:pt x="13363" y="12898"/>
                    <a:pt x="13617" y="12898"/>
                  </a:cubicBezTo>
                  <a:cubicBezTo>
                    <a:pt x="13857" y="12898"/>
                    <a:pt x="13857" y="12853"/>
                    <a:pt x="14113" y="12853"/>
                  </a:cubicBezTo>
                  <a:cubicBezTo>
                    <a:pt x="14367" y="12853"/>
                    <a:pt x="14367" y="13123"/>
                    <a:pt x="14607" y="13123"/>
                  </a:cubicBezTo>
                  <a:cubicBezTo>
                    <a:pt x="14863" y="13123"/>
                    <a:pt x="14863" y="12943"/>
                    <a:pt x="15117" y="12943"/>
                  </a:cubicBezTo>
                  <a:cubicBezTo>
                    <a:pt x="15357" y="12943"/>
                    <a:pt x="15357" y="12958"/>
                    <a:pt x="15613" y="12958"/>
                  </a:cubicBezTo>
                  <a:lnTo>
                    <a:pt x="16123" y="12958"/>
                  </a:lnTo>
                  <a:cubicBezTo>
                    <a:pt x="16363" y="12958"/>
                    <a:pt x="16363" y="13048"/>
                    <a:pt x="16617" y="13048"/>
                  </a:cubicBezTo>
                  <a:cubicBezTo>
                    <a:pt x="16872" y="13048"/>
                    <a:pt x="16872" y="12943"/>
                    <a:pt x="17112" y="12943"/>
                  </a:cubicBezTo>
                  <a:cubicBezTo>
                    <a:pt x="17367" y="12943"/>
                    <a:pt x="17367" y="13228"/>
                    <a:pt x="17622" y="13228"/>
                  </a:cubicBezTo>
                  <a:cubicBezTo>
                    <a:pt x="17862" y="13228"/>
                    <a:pt x="17862" y="12988"/>
                    <a:pt x="18117" y="12988"/>
                  </a:cubicBezTo>
                  <a:cubicBezTo>
                    <a:pt x="18311" y="12988"/>
                    <a:pt x="18523" y="13197"/>
                    <a:pt x="18659" y="13197"/>
                  </a:cubicBezTo>
                  <a:cubicBezTo>
                    <a:pt x="18702" y="13197"/>
                    <a:pt x="18737" y="13177"/>
                    <a:pt x="18762" y="13123"/>
                  </a:cubicBezTo>
                  <a:cubicBezTo>
                    <a:pt x="18882" y="12898"/>
                    <a:pt x="18732" y="12703"/>
                    <a:pt x="18462" y="12478"/>
                  </a:cubicBezTo>
                  <a:cubicBezTo>
                    <a:pt x="18267" y="12314"/>
                    <a:pt x="18072" y="12478"/>
                    <a:pt x="17937" y="12268"/>
                  </a:cubicBezTo>
                  <a:cubicBezTo>
                    <a:pt x="17787" y="12058"/>
                    <a:pt x="17982" y="11924"/>
                    <a:pt x="17847" y="11714"/>
                  </a:cubicBezTo>
                  <a:cubicBezTo>
                    <a:pt x="17712" y="11504"/>
                    <a:pt x="17697" y="11504"/>
                    <a:pt x="17547" y="11294"/>
                  </a:cubicBezTo>
                  <a:cubicBezTo>
                    <a:pt x="17412" y="11084"/>
                    <a:pt x="17367" y="11114"/>
                    <a:pt x="17232" y="10904"/>
                  </a:cubicBezTo>
                  <a:cubicBezTo>
                    <a:pt x="17082" y="10678"/>
                    <a:pt x="16932" y="10784"/>
                    <a:pt x="16782" y="10574"/>
                  </a:cubicBezTo>
                  <a:cubicBezTo>
                    <a:pt x="16647" y="10364"/>
                    <a:pt x="16797" y="10258"/>
                    <a:pt x="16662" y="10048"/>
                  </a:cubicBezTo>
                  <a:cubicBezTo>
                    <a:pt x="16513" y="9838"/>
                    <a:pt x="16467" y="9868"/>
                    <a:pt x="16333" y="9658"/>
                  </a:cubicBezTo>
                  <a:cubicBezTo>
                    <a:pt x="16183" y="9448"/>
                    <a:pt x="16137" y="9464"/>
                    <a:pt x="16003" y="9254"/>
                  </a:cubicBezTo>
                  <a:cubicBezTo>
                    <a:pt x="15867" y="9044"/>
                    <a:pt x="15987" y="8969"/>
                    <a:pt x="15837" y="8744"/>
                  </a:cubicBezTo>
                  <a:cubicBezTo>
                    <a:pt x="15703" y="8534"/>
                    <a:pt x="15613" y="8594"/>
                    <a:pt x="15463" y="8384"/>
                  </a:cubicBezTo>
                  <a:cubicBezTo>
                    <a:pt x="15327" y="8174"/>
                    <a:pt x="15537" y="8024"/>
                    <a:pt x="15403" y="7814"/>
                  </a:cubicBezTo>
                  <a:cubicBezTo>
                    <a:pt x="15267" y="7604"/>
                    <a:pt x="15207" y="7634"/>
                    <a:pt x="15057" y="7424"/>
                  </a:cubicBezTo>
                  <a:cubicBezTo>
                    <a:pt x="14923" y="7215"/>
                    <a:pt x="14817" y="7289"/>
                    <a:pt x="14667" y="7079"/>
                  </a:cubicBezTo>
                  <a:cubicBezTo>
                    <a:pt x="14533" y="6855"/>
                    <a:pt x="14383" y="6899"/>
                    <a:pt x="14383" y="6645"/>
                  </a:cubicBezTo>
                  <a:cubicBezTo>
                    <a:pt x="14383" y="6375"/>
                    <a:pt x="14637" y="6479"/>
                    <a:pt x="14773" y="6255"/>
                  </a:cubicBezTo>
                  <a:cubicBezTo>
                    <a:pt x="14907" y="6045"/>
                    <a:pt x="14787" y="5969"/>
                    <a:pt x="14923" y="5745"/>
                  </a:cubicBezTo>
                  <a:cubicBezTo>
                    <a:pt x="15073" y="5535"/>
                    <a:pt x="14967" y="5475"/>
                    <a:pt x="15117" y="5249"/>
                  </a:cubicBezTo>
                  <a:cubicBezTo>
                    <a:pt x="15253" y="5039"/>
                    <a:pt x="15403" y="5145"/>
                    <a:pt x="15553" y="4919"/>
                  </a:cubicBezTo>
                  <a:cubicBezTo>
                    <a:pt x="15687" y="4709"/>
                    <a:pt x="15687" y="4695"/>
                    <a:pt x="15823" y="4485"/>
                  </a:cubicBezTo>
                  <a:cubicBezTo>
                    <a:pt x="15957" y="4275"/>
                    <a:pt x="15823" y="4170"/>
                    <a:pt x="15957" y="3960"/>
                  </a:cubicBezTo>
                  <a:cubicBezTo>
                    <a:pt x="16093" y="3750"/>
                    <a:pt x="16273" y="3855"/>
                    <a:pt x="16407" y="3645"/>
                  </a:cubicBezTo>
                  <a:cubicBezTo>
                    <a:pt x="16557" y="3435"/>
                    <a:pt x="16377" y="3315"/>
                    <a:pt x="16527" y="3105"/>
                  </a:cubicBezTo>
                  <a:cubicBezTo>
                    <a:pt x="16662" y="2880"/>
                    <a:pt x="16857" y="3015"/>
                    <a:pt x="17007" y="2805"/>
                  </a:cubicBezTo>
                  <a:cubicBezTo>
                    <a:pt x="17142" y="2580"/>
                    <a:pt x="16947" y="2460"/>
                    <a:pt x="17082" y="2250"/>
                  </a:cubicBezTo>
                  <a:cubicBezTo>
                    <a:pt x="17232" y="2026"/>
                    <a:pt x="17367" y="2116"/>
                    <a:pt x="17517" y="1906"/>
                  </a:cubicBezTo>
                  <a:cubicBezTo>
                    <a:pt x="17652" y="1696"/>
                    <a:pt x="17487" y="1576"/>
                    <a:pt x="17622" y="1366"/>
                  </a:cubicBezTo>
                  <a:cubicBezTo>
                    <a:pt x="17757" y="1140"/>
                    <a:pt x="17952" y="1276"/>
                    <a:pt x="18102" y="1066"/>
                  </a:cubicBezTo>
                  <a:cubicBezTo>
                    <a:pt x="18237" y="840"/>
                    <a:pt x="18132" y="780"/>
                    <a:pt x="18267" y="556"/>
                  </a:cubicBezTo>
                  <a:cubicBezTo>
                    <a:pt x="18417" y="346"/>
                    <a:pt x="18866" y="330"/>
                    <a:pt x="18746" y="106"/>
                  </a:cubicBezTo>
                  <a:cubicBezTo>
                    <a:pt x="18715" y="47"/>
                    <a:pt x="18674" y="25"/>
                    <a:pt x="18626" y="25"/>
                  </a:cubicBezTo>
                  <a:cubicBezTo>
                    <a:pt x="18492" y="25"/>
                    <a:pt x="18305" y="196"/>
                    <a:pt x="18117" y="196"/>
                  </a:cubicBezTo>
                  <a:cubicBezTo>
                    <a:pt x="17862" y="196"/>
                    <a:pt x="17862" y="120"/>
                    <a:pt x="17607" y="120"/>
                  </a:cubicBezTo>
                  <a:cubicBezTo>
                    <a:pt x="17367" y="120"/>
                    <a:pt x="17367" y="46"/>
                    <a:pt x="17112" y="46"/>
                  </a:cubicBezTo>
                  <a:cubicBezTo>
                    <a:pt x="16857" y="46"/>
                    <a:pt x="16857" y="0"/>
                    <a:pt x="16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5"/>
            <p:cNvSpPr/>
            <p:nvPr/>
          </p:nvSpPr>
          <p:spPr>
            <a:xfrm rot="949459">
              <a:off x="7709567" y="2192105"/>
              <a:ext cx="591925" cy="2321"/>
            </a:xfrm>
            <a:custGeom>
              <a:rect b="b" l="l" r="r" t="t"/>
              <a:pathLst>
                <a:path extrusionOk="0" h="47" w="11983">
                  <a:moveTo>
                    <a:pt x="30" y="1"/>
                  </a:moveTo>
                  <a:cubicBezTo>
                    <a:pt x="15" y="1"/>
                    <a:pt x="0" y="16"/>
                    <a:pt x="0" y="31"/>
                  </a:cubicBezTo>
                  <a:cubicBezTo>
                    <a:pt x="0" y="46"/>
                    <a:pt x="15" y="46"/>
                    <a:pt x="30" y="46"/>
                  </a:cubicBezTo>
                  <a:lnTo>
                    <a:pt x="270" y="46"/>
                  </a:lnTo>
                  <a:cubicBezTo>
                    <a:pt x="285" y="46"/>
                    <a:pt x="300" y="46"/>
                    <a:pt x="300" y="31"/>
                  </a:cubicBezTo>
                  <a:cubicBezTo>
                    <a:pt x="300" y="16"/>
                    <a:pt x="285" y="1"/>
                    <a:pt x="270" y="1"/>
                  </a:cubicBezTo>
                  <a:close/>
                  <a:moveTo>
                    <a:pt x="585" y="1"/>
                  </a:moveTo>
                  <a:cubicBezTo>
                    <a:pt x="570" y="1"/>
                    <a:pt x="555" y="16"/>
                    <a:pt x="555" y="31"/>
                  </a:cubicBezTo>
                  <a:cubicBezTo>
                    <a:pt x="555" y="46"/>
                    <a:pt x="570" y="46"/>
                    <a:pt x="585" y="46"/>
                  </a:cubicBezTo>
                  <a:lnTo>
                    <a:pt x="825" y="46"/>
                  </a:lnTo>
                  <a:cubicBezTo>
                    <a:pt x="840" y="46"/>
                    <a:pt x="855" y="46"/>
                    <a:pt x="855" y="31"/>
                  </a:cubicBezTo>
                  <a:cubicBezTo>
                    <a:pt x="855" y="16"/>
                    <a:pt x="840" y="1"/>
                    <a:pt x="825" y="1"/>
                  </a:cubicBezTo>
                  <a:close/>
                  <a:moveTo>
                    <a:pt x="1140" y="1"/>
                  </a:moveTo>
                  <a:cubicBezTo>
                    <a:pt x="1125" y="1"/>
                    <a:pt x="1110" y="16"/>
                    <a:pt x="1110" y="31"/>
                  </a:cubicBezTo>
                  <a:cubicBezTo>
                    <a:pt x="1110" y="46"/>
                    <a:pt x="1125" y="46"/>
                    <a:pt x="1140" y="46"/>
                  </a:cubicBezTo>
                  <a:lnTo>
                    <a:pt x="1380" y="46"/>
                  </a:lnTo>
                  <a:cubicBezTo>
                    <a:pt x="1394" y="46"/>
                    <a:pt x="1410" y="46"/>
                    <a:pt x="1410" y="31"/>
                  </a:cubicBezTo>
                  <a:cubicBezTo>
                    <a:pt x="1410" y="16"/>
                    <a:pt x="1394" y="1"/>
                    <a:pt x="1380" y="1"/>
                  </a:cubicBezTo>
                  <a:close/>
                  <a:moveTo>
                    <a:pt x="1694" y="1"/>
                  </a:moveTo>
                  <a:cubicBezTo>
                    <a:pt x="1680" y="1"/>
                    <a:pt x="1680" y="16"/>
                    <a:pt x="1680" y="31"/>
                  </a:cubicBezTo>
                  <a:cubicBezTo>
                    <a:pt x="1680" y="46"/>
                    <a:pt x="1680" y="46"/>
                    <a:pt x="1694" y="46"/>
                  </a:cubicBezTo>
                  <a:lnTo>
                    <a:pt x="1934" y="46"/>
                  </a:lnTo>
                  <a:cubicBezTo>
                    <a:pt x="1950" y="46"/>
                    <a:pt x="1964" y="46"/>
                    <a:pt x="1964" y="31"/>
                  </a:cubicBezTo>
                  <a:cubicBezTo>
                    <a:pt x="1964" y="16"/>
                    <a:pt x="1950" y="1"/>
                    <a:pt x="1934" y="1"/>
                  </a:cubicBezTo>
                  <a:close/>
                  <a:moveTo>
                    <a:pt x="2250" y="1"/>
                  </a:moveTo>
                  <a:cubicBezTo>
                    <a:pt x="2234" y="1"/>
                    <a:pt x="2234" y="16"/>
                    <a:pt x="2234" y="31"/>
                  </a:cubicBezTo>
                  <a:cubicBezTo>
                    <a:pt x="2234" y="46"/>
                    <a:pt x="2234" y="46"/>
                    <a:pt x="2250" y="46"/>
                  </a:cubicBezTo>
                  <a:lnTo>
                    <a:pt x="2504" y="46"/>
                  </a:lnTo>
                  <a:cubicBezTo>
                    <a:pt x="2504" y="46"/>
                    <a:pt x="2520" y="46"/>
                    <a:pt x="2520" y="31"/>
                  </a:cubicBezTo>
                  <a:cubicBezTo>
                    <a:pt x="2520" y="16"/>
                    <a:pt x="2504" y="1"/>
                    <a:pt x="2504" y="1"/>
                  </a:cubicBezTo>
                  <a:close/>
                  <a:moveTo>
                    <a:pt x="2804" y="1"/>
                  </a:moveTo>
                  <a:cubicBezTo>
                    <a:pt x="2804" y="1"/>
                    <a:pt x="2790" y="16"/>
                    <a:pt x="2790" y="31"/>
                  </a:cubicBezTo>
                  <a:cubicBezTo>
                    <a:pt x="2790" y="46"/>
                    <a:pt x="2804" y="46"/>
                    <a:pt x="2804" y="46"/>
                  </a:cubicBezTo>
                  <a:lnTo>
                    <a:pt x="3060" y="46"/>
                  </a:lnTo>
                  <a:cubicBezTo>
                    <a:pt x="3074" y="46"/>
                    <a:pt x="3074" y="46"/>
                    <a:pt x="3074" y="31"/>
                  </a:cubicBezTo>
                  <a:cubicBezTo>
                    <a:pt x="3074" y="16"/>
                    <a:pt x="3074" y="1"/>
                    <a:pt x="3060" y="1"/>
                  </a:cubicBezTo>
                  <a:close/>
                  <a:moveTo>
                    <a:pt x="3374" y="1"/>
                  </a:moveTo>
                  <a:cubicBezTo>
                    <a:pt x="3360" y="1"/>
                    <a:pt x="3344" y="16"/>
                    <a:pt x="3344" y="31"/>
                  </a:cubicBezTo>
                  <a:cubicBezTo>
                    <a:pt x="3344" y="46"/>
                    <a:pt x="3360" y="46"/>
                    <a:pt x="3374" y="46"/>
                  </a:cubicBezTo>
                  <a:lnTo>
                    <a:pt x="3614" y="46"/>
                  </a:lnTo>
                  <a:cubicBezTo>
                    <a:pt x="3630" y="46"/>
                    <a:pt x="3630" y="46"/>
                    <a:pt x="3630" y="31"/>
                  </a:cubicBezTo>
                  <a:cubicBezTo>
                    <a:pt x="3630" y="16"/>
                    <a:pt x="3630" y="1"/>
                    <a:pt x="3614" y="1"/>
                  </a:cubicBezTo>
                  <a:close/>
                  <a:moveTo>
                    <a:pt x="3930" y="1"/>
                  </a:moveTo>
                  <a:cubicBezTo>
                    <a:pt x="3914" y="1"/>
                    <a:pt x="3900" y="16"/>
                    <a:pt x="3900" y="31"/>
                  </a:cubicBezTo>
                  <a:cubicBezTo>
                    <a:pt x="3900" y="46"/>
                    <a:pt x="3914" y="46"/>
                    <a:pt x="3930" y="46"/>
                  </a:cubicBezTo>
                  <a:lnTo>
                    <a:pt x="4170" y="46"/>
                  </a:lnTo>
                  <a:cubicBezTo>
                    <a:pt x="4184" y="46"/>
                    <a:pt x="4184" y="46"/>
                    <a:pt x="4184" y="31"/>
                  </a:cubicBezTo>
                  <a:cubicBezTo>
                    <a:pt x="4184" y="16"/>
                    <a:pt x="4184" y="1"/>
                    <a:pt x="4170" y="1"/>
                  </a:cubicBezTo>
                  <a:close/>
                  <a:moveTo>
                    <a:pt x="4484" y="1"/>
                  </a:moveTo>
                  <a:cubicBezTo>
                    <a:pt x="4469" y="1"/>
                    <a:pt x="4454" y="16"/>
                    <a:pt x="4454" y="31"/>
                  </a:cubicBezTo>
                  <a:cubicBezTo>
                    <a:pt x="4454" y="46"/>
                    <a:pt x="4469" y="46"/>
                    <a:pt x="4484" y="46"/>
                  </a:cubicBezTo>
                  <a:lnTo>
                    <a:pt x="4724" y="46"/>
                  </a:lnTo>
                  <a:cubicBezTo>
                    <a:pt x="4739" y="46"/>
                    <a:pt x="4754" y="46"/>
                    <a:pt x="4754" y="31"/>
                  </a:cubicBezTo>
                  <a:cubicBezTo>
                    <a:pt x="4754" y="16"/>
                    <a:pt x="4739" y="1"/>
                    <a:pt x="4724" y="1"/>
                  </a:cubicBezTo>
                  <a:close/>
                  <a:moveTo>
                    <a:pt x="5039" y="1"/>
                  </a:moveTo>
                  <a:cubicBezTo>
                    <a:pt x="5024" y="1"/>
                    <a:pt x="5009" y="16"/>
                    <a:pt x="5009" y="31"/>
                  </a:cubicBezTo>
                  <a:cubicBezTo>
                    <a:pt x="5009" y="46"/>
                    <a:pt x="5024" y="46"/>
                    <a:pt x="5039" y="46"/>
                  </a:cubicBezTo>
                  <a:lnTo>
                    <a:pt x="5279" y="46"/>
                  </a:lnTo>
                  <a:cubicBezTo>
                    <a:pt x="5294" y="46"/>
                    <a:pt x="5309" y="46"/>
                    <a:pt x="5309" y="31"/>
                  </a:cubicBezTo>
                  <a:cubicBezTo>
                    <a:pt x="5309" y="16"/>
                    <a:pt x="5294" y="1"/>
                    <a:pt x="5279" y="1"/>
                  </a:cubicBezTo>
                  <a:close/>
                  <a:moveTo>
                    <a:pt x="5594" y="1"/>
                  </a:moveTo>
                  <a:cubicBezTo>
                    <a:pt x="5579" y="1"/>
                    <a:pt x="5564" y="16"/>
                    <a:pt x="5564" y="31"/>
                  </a:cubicBezTo>
                  <a:cubicBezTo>
                    <a:pt x="5564" y="46"/>
                    <a:pt x="5579" y="46"/>
                    <a:pt x="5594" y="46"/>
                  </a:cubicBezTo>
                  <a:lnTo>
                    <a:pt x="5834" y="46"/>
                  </a:lnTo>
                  <a:cubicBezTo>
                    <a:pt x="5849" y="46"/>
                    <a:pt x="5864" y="46"/>
                    <a:pt x="5864" y="31"/>
                  </a:cubicBezTo>
                  <a:cubicBezTo>
                    <a:pt x="5864" y="16"/>
                    <a:pt x="5849" y="1"/>
                    <a:pt x="5834" y="1"/>
                  </a:cubicBezTo>
                  <a:close/>
                  <a:moveTo>
                    <a:pt x="6149" y="1"/>
                  </a:moveTo>
                  <a:cubicBezTo>
                    <a:pt x="6134" y="1"/>
                    <a:pt x="6134" y="16"/>
                    <a:pt x="6134" y="31"/>
                  </a:cubicBezTo>
                  <a:cubicBezTo>
                    <a:pt x="6134" y="46"/>
                    <a:pt x="6134" y="46"/>
                    <a:pt x="6149" y="46"/>
                  </a:cubicBezTo>
                  <a:lnTo>
                    <a:pt x="6389" y="46"/>
                  </a:lnTo>
                  <a:cubicBezTo>
                    <a:pt x="6403" y="46"/>
                    <a:pt x="6419" y="46"/>
                    <a:pt x="6419" y="31"/>
                  </a:cubicBezTo>
                  <a:cubicBezTo>
                    <a:pt x="6419" y="16"/>
                    <a:pt x="6403" y="1"/>
                    <a:pt x="6389" y="1"/>
                  </a:cubicBezTo>
                  <a:close/>
                  <a:moveTo>
                    <a:pt x="6703" y="1"/>
                  </a:moveTo>
                  <a:cubicBezTo>
                    <a:pt x="6689" y="1"/>
                    <a:pt x="6689" y="16"/>
                    <a:pt x="6689" y="31"/>
                  </a:cubicBezTo>
                  <a:cubicBezTo>
                    <a:pt x="6689" y="46"/>
                    <a:pt x="6689" y="46"/>
                    <a:pt x="6703" y="46"/>
                  </a:cubicBezTo>
                  <a:lnTo>
                    <a:pt x="6943" y="46"/>
                  </a:lnTo>
                  <a:cubicBezTo>
                    <a:pt x="6959" y="46"/>
                    <a:pt x="6973" y="46"/>
                    <a:pt x="6973" y="31"/>
                  </a:cubicBezTo>
                  <a:cubicBezTo>
                    <a:pt x="6973" y="16"/>
                    <a:pt x="6959" y="1"/>
                    <a:pt x="6943" y="1"/>
                  </a:cubicBezTo>
                  <a:close/>
                  <a:moveTo>
                    <a:pt x="7259" y="1"/>
                  </a:moveTo>
                  <a:cubicBezTo>
                    <a:pt x="7243" y="1"/>
                    <a:pt x="7243" y="16"/>
                    <a:pt x="7243" y="31"/>
                  </a:cubicBezTo>
                  <a:cubicBezTo>
                    <a:pt x="7243" y="46"/>
                    <a:pt x="7243" y="46"/>
                    <a:pt x="7259" y="46"/>
                  </a:cubicBezTo>
                  <a:lnTo>
                    <a:pt x="7513" y="46"/>
                  </a:lnTo>
                  <a:cubicBezTo>
                    <a:pt x="7513" y="46"/>
                    <a:pt x="7529" y="46"/>
                    <a:pt x="7529" y="31"/>
                  </a:cubicBezTo>
                  <a:cubicBezTo>
                    <a:pt x="7529" y="16"/>
                    <a:pt x="7513" y="1"/>
                    <a:pt x="7513" y="1"/>
                  </a:cubicBezTo>
                  <a:close/>
                  <a:moveTo>
                    <a:pt x="7813" y="1"/>
                  </a:moveTo>
                  <a:cubicBezTo>
                    <a:pt x="7813" y="1"/>
                    <a:pt x="7799" y="16"/>
                    <a:pt x="7799" y="31"/>
                  </a:cubicBezTo>
                  <a:cubicBezTo>
                    <a:pt x="7799" y="46"/>
                    <a:pt x="7813" y="46"/>
                    <a:pt x="7813" y="46"/>
                  </a:cubicBezTo>
                  <a:lnTo>
                    <a:pt x="8069" y="46"/>
                  </a:lnTo>
                  <a:cubicBezTo>
                    <a:pt x="8083" y="46"/>
                    <a:pt x="8083" y="46"/>
                    <a:pt x="8083" y="31"/>
                  </a:cubicBezTo>
                  <a:cubicBezTo>
                    <a:pt x="8083" y="16"/>
                    <a:pt x="8083" y="1"/>
                    <a:pt x="8069" y="1"/>
                  </a:cubicBezTo>
                  <a:close/>
                  <a:moveTo>
                    <a:pt x="8383" y="1"/>
                  </a:moveTo>
                  <a:cubicBezTo>
                    <a:pt x="8369" y="1"/>
                    <a:pt x="8353" y="16"/>
                    <a:pt x="8353" y="31"/>
                  </a:cubicBezTo>
                  <a:cubicBezTo>
                    <a:pt x="8353" y="46"/>
                    <a:pt x="8369" y="46"/>
                    <a:pt x="8383" y="46"/>
                  </a:cubicBezTo>
                  <a:lnTo>
                    <a:pt x="8623" y="46"/>
                  </a:lnTo>
                  <a:cubicBezTo>
                    <a:pt x="8639" y="46"/>
                    <a:pt x="8639" y="46"/>
                    <a:pt x="8639" y="31"/>
                  </a:cubicBezTo>
                  <a:cubicBezTo>
                    <a:pt x="8639" y="16"/>
                    <a:pt x="8639" y="1"/>
                    <a:pt x="8623" y="1"/>
                  </a:cubicBezTo>
                  <a:close/>
                  <a:moveTo>
                    <a:pt x="8939" y="1"/>
                  </a:moveTo>
                  <a:cubicBezTo>
                    <a:pt x="8923" y="1"/>
                    <a:pt x="8909" y="16"/>
                    <a:pt x="8909" y="31"/>
                  </a:cubicBezTo>
                  <a:cubicBezTo>
                    <a:pt x="8909" y="46"/>
                    <a:pt x="8923" y="46"/>
                    <a:pt x="8939" y="46"/>
                  </a:cubicBezTo>
                  <a:lnTo>
                    <a:pt x="9179" y="46"/>
                  </a:lnTo>
                  <a:cubicBezTo>
                    <a:pt x="9193" y="46"/>
                    <a:pt x="9193" y="46"/>
                    <a:pt x="9193" y="31"/>
                  </a:cubicBezTo>
                  <a:cubicBezTo>
                    <a:pt x="9193" y="16"/>
                    <a:pt x="9193" y="1"/>
                    <a:pt x="9179" y="1"/>
                  </a:cubicBezTo>
                  <a:close/>
                  <a:moveTo>
                    <a:pt x="9493" y="1"/>
                  </a:moveTo>
                  <a:cubicBezTo>
                    <a:pt x="9478" y="1"/>
                    <a:pt x="9463" y="16"/>
                    <a:pt x="9463" y="31"/>
                  </a:cubicBezTo>
                  <a:cubicBezTo>
                    <a:pt x="9463" y="46"/>
                    <a:pt x="9478" y="46"/>
                    <a:pt x="9493" y="46"/>
                  </a:cubicBezTo>
                  <a:lnTo>
                    <a:pt x="9733" y="46"/>
                  </a:lnTo>
                  <a:cubicBezTo>
                    <a:pt x="9748" y="46"/>
                    <a:pt x="9763" y="46"/>
                    <a:pt x="9763" y="31"/>
                  </a:cubicBezTo>
                  <a:cubicBezTo>
                    <a:pt x="9763" y="16"/>
                    <a:pt x="9748" y="1"/>
                    <a:pt x="9733" y="1"/>
                  </a:cubicBezTo>
                  <a:close/>
                  <a:moveTo>
                    <a:pt x="10048" y="1"/>
                  </a:moveTo>
                  <a:cubicBezTo>
                    <a:pt x="10033" y="1"/>
                    <a:pt x="10018" y="16"/>
                    <a:pt x="10018" y="31"/>
                  </a:cubicBezTo>
                  <a:cubicBezTo>
                    <a:pt x="10018" y="46"/>
                    <a:pt x="10033" y="46"/>
                    <a:pt x="10048" y="46"/>
                  </a:cubicBezTo>
                  <a:lnTo>
                    <a:pt x="10288" y="46"/>
                  </a:lnTo>
                  <a:cubicBezTo>
                    <a:pt x="10303" y="46"/>
                    <a:pt x="10318" y="46"/>
                    <a:pt x="10318" y="31"/>
                  </a:cubicBezTo>
                  <a:cubicBezTo>
                    <a:pt x="10318" y="16"/>
                    <a:pt x="10303" y="1"/>
                    <a:pt x="10288" y="1"/>
                  </a:cubicBezTo>
                  <a:close/>
                  <a:moveTo>
                    <a:pt x="10603" y="1"/>
                  </a:moveTo>
                  <a:cubicBezTo>
                    <a:pt x="10588" y="1"/>
                    <a:pt x="10573" y="16"/>
                    <a:pt x="10573" y="31"/>
                  </a:cubicBezTo>
                  <a:cubicBezTo>
                    <a:pt x="10573" y="46"/>
                    <a:pt x="10588" y="46"/>
                    <a:pt x="10603" y="46"/>
                  </a:cubicBezTo>
                  <a:lnTo>
                    <a:pt x="10843" y="46"/>
                  </a:lnTo>
                  <a:cubicBezTo>
                    <a:pt x="10858" y="46"/>
                    <a:pt x="10873" y="46"/>
                    <a:pt x="10873" y="31"/>
                  </a:cubicBezTo>
                  <a:cubicBezTo>
                    <a:pt x="10873" y="16"/>
                    <a:pt x="10858" y="1"/>
                    <a:pt x="10843" y="1"/>
                  </a:cubicBezTo>
                  <a:close/>
                  <a:moveTo>
                    <a:pt x="11158" y="1"/>
                  </a:moveTo>
                  <a:cubicBezTo>
                    <a:pt x="11143" y="1"/>
                    <a:pt x="11143" y="16"/>
                    <a:pt x="11143" y="31"/>
                  </a:cubicBezTo>
                  <a:cubicBezTo>
                    <a:pt x="11143" y="46"/>
                    <a:pt x="11143" y="46"/>
                    <a:pt x="11158" y="46"/>
                  </a:cubicBezTo>
                  <a:lnTo>
                    <a:pt x="11398" y="46"/>
                  </a:lnTo>
                  <a:cubicBezTo>
                    <a:pt x="11413" y="46"/>
                    <a:pt x="11428" y="46"/>
                    <a:pt x="11428" y="31"/>
                  </a:cubicBezTo>
                  <a:cubicBezTo>
                    <a:pt x="11428" y="16"/>
                    <a:pt x="11413" y="1"/>
                    <a:pt x="11398" y="1"/>
                  </a:cubicBezTo>
                  <a:close/>
                  <a:moveTo>
                    <a:pt x="11712" y="1"/>
                  </a:moveTo>
                  <a:cubicBezTo>
                    <a:pt x="11698" y="1"/>
                    <a:pt x="11698" y="16"/>
                    <a:pt x="11698" y="31"/>
                  </a:cubicBezTo>
                  <a:cubicBezTo>
                    <a:pt x="11698" y="46"/>
                    <a:pt x="11698" y="46"/>
                    <a:pt x="11712" y="46"/>
                  </a:cubicBezTo>
                  <a:lnTo>
                    <a:pt x="11968" y="46"/>
                  </a:lnTo>
                  <a:cubicBezTo>
                    <a:pt x="11968" y="46"/>
                    <a:pt x="11982" y="46"/>
                    <a:pt x="11982" y="31"/>
                  </a:cubicBezTo>
                  <a:cubicBezTo>
                    <a:pt x="11982" y="16"/>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5"/>
            <p:cNvSpPr/>
            <p:nvPr/>
          </p:nvSpPr>
          <p:spPr>
            <a:xfrm rot="949459">
              <a:off x="7678666" y="2301171"/>
              <a:ext cx="591925" cy="2272"/>
            </a:xfrm>
            <a:custGeom>
              <a:rect b="b" l="l" r="r" t="t"/>
              <a:pathLst>
                <a:path extrusionOk="0" h="46" w="11983">
                  <a:moveTo>
                    <a:pt x="30" y="1"/>
                  </a:moveTo>
                  <a:cubicBezTo>
                    <a:pt x="15" y="1"/>
                    <a:pt x="0" y="15"/>
                    <a:pt x="0" y="31"/>
                  </a:cubicBezTo>
                  <a:cubicBezTo>
                    <a:pt x="0" y="31"/>
                    <a:pt x="15" y="45"/>
                    <a:pt x="30" y="45"/>
                  </a:cubicBezTo>
                  <a:lnTo>
                    <a:pt x="270" y="45"/>
                  </a:lnTo>
                  <a:cubicBezTo>
                    <a:pt x="285" y="45"/>
                    <a:pt x="300" y="31"/>
                    <a:pt x="300" y="31"/>
                  </a:cubicBezTo>
                  <a:cubicBezTo>
                    <a:pt x="300" y="15"/>
                    <a:pt x="285" y="1"/>
                    <a:pt x="270" y="1"/>
                  </a:cubicBezTo>
                  <a:close/>
                  <a:moveTo>
                    <a:pt x="585" y="1"/>
                  </a:moveTo>
                  <a:cubicBezTo>
                    <a:pt x="570" y="1"/>
                    <a:pt x="555" y="15"/>
                    <a:pt x="555" y="31"/>
                  </a:cubicBezTo>
                  <a:cubicBezTo>
                    <a:pt x="555" y="31"/>
                    <a:pt x="570" y="45"/>
                    <a:pt x="585" y="45"/>
                  </a:cubicBezTo>
                  <a:lnTo>
                    <a:pt x="825" y="45"/>
                  </a:lnTo>
                  <a:cubicBezTo>
                    <a:pt x="840" y="45"/>
                    <a:pt x="855" y="31"/>
                    <a:pt x="855" y="31"/>
                  </a:cubicBezTo>
                  <a:cubicBezTo>
                    <a:pt x="855" y="15"/>
                    <a:pt x="840" y="1"/>
                    <a:pt x="825" y="1"/>
                  </a:cubicBezTo>
                  <a:close/>
                  <a:moveTo>
                    <a:pt x="1140" y="1"/>
                  </a:moveTo>
                  <a:cubicBezTo>
                    <a:pt x="1125" y="1"/>
                    <a:pt x="1110" y="15"/>
                    <a:pt x="1110" y="31"/>
                  </a:cubicBezTo>
                  <a:cubicBezTo>
                    <a:pt x="1110" y="31"/>
                    <a:pt x="1125" y="45"/>
                    <a:pt x="1140" y="45"/>
                  </a:cubicBezTo>
                  <a:lnTo>
                    <a:pt x="1380" y="45"/>
                  </a:lnTo>
                  <a:cubicBezTo>
                    <a:pt x="1394" y="45"/>
                    <a:pt x="1410" y="31"/>
                    <a:pt x="1410" y="31"/>
                  </a:cubicBezTo>
                  <a:cubicBezTo>
                    <a:pt x="1410" y="15"/>
                    <a:pt x="1394" y="1"/>
                    <a:pt x="1380" y="1"/>
                  </a:cubicBezTo>
                  <a:close/>
                  <a:moveTo>
                    <a:pt x="1694" y="1"/>
                  </a:moveTo>
                  <a:cubicBezTo>
                    <a:pt x="1680" y="1"/>
                    <a:pt x="1680" y="15"/>
                    <a:pt x="1680" y="31"/>
                  </a:cubicBezTo>
                  <a:cubicBezTo>
                    <a:pt x="1680" y="31"/>
                    <a:pt x="1680" y="45"/>
                    <a:pt x="1694" y="45"/>
                  </a:cubicBezTo>
                  <a:lnTo>
                    <a:pt x="1934" y="45"/>
                  </a:lnTo>
                  <a:cubicBezTo>
                    <a:pt x="1950" y="45"/>
                    <a:pt x="1964" y="31"/>
                    <a:pt x="1964" y="31"/>
                  </a:cubicBezTo>
                  <a:cubicBezTo>
                    <a:pt x="1964" y="15"/>
                    <a:pt x="1950" y="1"/>
                    <a:pt x="1934" y="1"/>
                  </a:cubicBezTo>
                  <a:close/>
                  <a:moveTo>
                    <a:pt x="2250" y="1"/>
                  </a:moveTo>
                  <a:cubicBezTo>
                    <a:pt x="2234" y="1"/>
                    <a:pt x="2234" y="15"/>
                    <a:pt x="2234" y="31"/>
                  </a:cubicBezTo>
                  <a:cubicBezTo>
                    <a:pt x="2234" y="31"/>
                    <a:pt x="2234" y="45"/>
                    <a:pt x="2250" y="45"/>
                  </a:cubicBezTo>
                  <a:lnTo>
                    <a:pt x="2504" y="45"/>
                  </a:lnTo>
                  <a:lnTo>
                    <a:pt x="2520" y="31"/>
                  </a:lnTo>
                  <a:cubicBezTo>
                    <a:pt x="2520" y="15"/>
                    <a:pt x="2504" y="1"/>
                    <a:pt x="2504" y="1"/>
                  </a:cubicBezTo>
                  <a:close/>
                  <a:moveTo>
                    <a:pt x="2804" y="1"/>
                  </a:moveTo>
                  <a:cubicBezTo>
                    <a:pt x="2804" y="1"/>
                    <a:pt x="2790" y="15"/>
                    <a:pt x="2790" y="31"/>
                  </a:cubicBezTo>
                  <a:lnTo>
                    <a:pt x="2804" y="45"/>
                  </a:lnTo>
                  <a:lnTo>
                    <a:pt x="3060" y="45"/>
                  </a:lnTo>
                  <a:cubicBezTo>
                    <a:pt x="3074" y="45"/>
                    <a:pt x="3074" y="31"/>
                    <a:pt x="3074" y="31"/>
                  </a:cubicBezTo>
                  <a:cubicBezTo>
                    <a:pt x="3074" y="15"/>
                    <a:pt x="3074" y="1"/>
                    <a:pt x="3060" y="1"/>
                  </a:cubicBezTo>
                  <a:close/>
                  <a:moveTo>
                    <a:pt x="3374" y="1"/>
                  </a:moveTo>
                  <a:cubicBezTo>
                    <a:pt x="3360" y="1"/>
                    <a:pt x="3344" y="15"/>
                    <a:pt x="3344" y="31"/>
                  </a:cubicBezTo>
                  <a:cubicBezTo>
                    <a:pt x="3344" y="31"/>
                    <a:pt x="3360" y="45"/>
                    <a:pt x="3374" y="45"/>
                  </a:cubicBezTo>
                  <a:lnTo>
                    <a:pt x="3614" y="45"/>
                  </a:lnTo>
                  <a:cubicBezTo>
                    <a:pt x="3630" y="45"/>
                    <a:pt x="3630" y="31"/>
                    <a:pt x="3630" y="31"/>
                  </a:cubicBezTo>
                  <a:cubicBezTo>
                    <a:pt x="3630" y="15"/>
                    <a:pt x="3630" y="1"/>
                    <a:pt x="3614" y="1"/>
                  </a:cubicBezTo>
                  <a:close/>
                  <a:moveTo>
                    <a:pt x="3930" y="1"/>
                  </a:moveTo>
                  <a:cubicBezTo>
                    <a:pt x="3914" y="1"/>
                    <a:pt x="3900" y="15"/>
                    <a:pt x="3900" y="31"/>
                  </a:cubicBezTo>
                  <a:cubicBezTo>
                    <a:pt x="3900" y="31"/>
                    <a:pt x="3914" y="45"/>
                    <a:pt x="3930" y="45"/>
                  </a:cubicBezTo>
                  <a:lnTo>
                    <a:pt x="4170" y="45"/>
                  </a:lnTo>
                  <a:cubicBezTo>
                    <a:pt x="4184" y="45"/>
                    <a:pt x="4184" y="31"/>
                    <a:pt x="4184" y="31"/>
                  </a:cubicBezTo>
                  <a:cubicBezTo>
                    <a:pt x="4184" y="15"/>
                    <a:pt x="4184" y="1"/>
                    <a:pt x="4170" y="1"/>
                  </a:cubicBezTo>
                  <a:close/>
                  <a:moveTo>
                    <a:pt x="4484" y="1"/>
                  </a:moveTo>
                  <a:cubicBezTo>
                    <a:pt x="4469" y="1"/>
                    <a:pt x="4454" y="15"/>
                    <a:pt x="4454" y="31"/>
                  </a:cubicBezTo>
                  <a:cubicBezTo>
                    <a:pt x="4454" y="31"/>
                    <a:pt x="4469" y="45"/>
                    <a:pt x="4484" y="45"/>
                  </a:cubicBezTo>
                  <a:lnTo>
                    <a:pt x="4724" y="45"/>
                  </a:lnTo>
                  <a:cubicBezTo>
                    <a:pt x="4739" y="45"/>
                    <a:pt x="4754" y="31"/>
                    <a:pt x="4754" y="31"/>
                  </a:cubicBezTo>
                  <a:cubicBezTo>
                    <a:pt x="4754" y="15"/>
                    <a:pt x="4739" y="1"/>
                    <a:pt x="4724" y="1"/>
                  </a:cubicBezTo>
                  <a:close/>
                  <a:moveTo>
                    <a:pt x="5039" y="1"/>
                  </a:moveTo>
                  <a:cubicBezTo>
                    <a:pt x="5024" y="1"/>
                    <a:pt x="5009" y="15"/>
                    <a:pt x="5009" y="31"/>
                  </a:cubicBezTo>
                  <a:cubicBezTo>
                    <a:pt x="5009" y="31"/>
                    <a:pt x="5024" y="45"/>
                    <a:pt x="5039" y="45"/>
                  </a:cubicBezTo>
                  <a:lnTo>
                    <a:pt x="5279" y="45"/>
                  </a:lnTo>
                  <a:cubicBezTo>
                    <a:pt x="5294" y="45"/>
                    <a:pt x="5309" y="31"/>
                    <a:pt x="5309" y="31"/>
                  </a:cubicBezTo>
                  <a:cubicBezTo>
                    <a:pt x="5309" y="15"/>
                    <a:pt x="5294" y="1"/>
                    <a:pt x="5279" y="1"/>
                  </a:cubicBezTo>
                  <a:close/>
                  <a:moveTo>
                    <a:pt x="5594" y="1"/>
                  </a:moveTo>
                  <a:cubicBezTo>
                    <a:pt x="5579" y="1"/>
                    <a:pt x="5564" y="15"/>
                    <a:pt x="5564" y="31"/>
                  </a:cubicBezTo>
                  <a:cubicBezTo>
                    <a:pt x="5564" y="31"/>
                    <a:pt x="5579" y="45"/>
                    <a:pt x="5594" y="45"/>
                  </a:cubicBezTo>
                  <a:lnTo>
                    <a:pt x="5834" y="45"/>
                  </a:lnTo>
                  <a:cubicBezTo>
                    <a:pt x="5849" y="45"/>
                    <a:pt x="5864" y="31"/>
                    <a:pt x="5864" y="31"/>
                  </a:cubicBezTo>
                  <a:cubicBezTo>
                    <a:pt x="5864" y="15"/>
                    <a:pt x="5849" y="1"/>
                    <a:pt x="5834" y="1"/>
                  </a:cubicBezTo>
                  <a:close/>
                  <a:moveTo>
                    <a:pt x="6149" y="1"/>
                  </a:moveTo>
                  <a:cubicBezTo>
                    <a:pt x="6134" y="1"/>
                    <a:pt x="6134" y="15"/>
                    <a:pt x="6134" y="31"/>
                  </a:cubicBezTo>
                  <a:cubicBezTo>
                    <a:pt x="6134" y="31"/>
                    <a:pt x="6134" y="45"/>
                    <a:pt x="6149" y="45"/>
                  </a:cubicBezTo>
                  <a:lnTo>
                    <a:pt x="6389" y="45"/>
                  </a:lnTo>
                  <a:cubicBezTo>
                    <a:pt x="6403" y="45"/>
                    <a:pt x="6419" y="31"/>
                    <a:pt x="6419" y="31"/>
                  </a:cubicBezTo>
                  <a:cubicBezTo>
                    <a:pt x="6419" y="15"/>
                    <a:pt x="6403" y="1"/>
                    <a:pt x="6389" y="1"/>
                  </a:cubicBezTo>
                  <a:close/>
                  <a:moveTo>
                    <a:pt x="6703" y="1"/>
                  </a:moveTo>
                  <a:cubicBezTo>
                    <a:pt x="6689" y="1"/>
                    <a:pt x="6689" y="15"/>
                    <a:pt x="6689" y="31"/>
                  </a:cubicBezTo>
                  <a:cubicBezTo>
                    <a:pt x="6689" y="31"/>
                    <a:pt x="6689" y="45"/>
                    <a:pt x="6703" y="45"/>
                  </a:cubicBezTo>
                  <a:lnTo>
                    <a:pt x="6943" y="45"/>
                  </a:lnTo>
                  <a:cubicBezTo>
                    <a:pt x="6959" y="45"/>
                    <a:pt x="6973" y="31"/>
                    <a:pt x="6973" y="31"/>
                  </a:cubicBezTo>
                  <a:cubicBezTo>
                    <a:pt x="6973" y="15"/>
                    <a:pt x="6959" y="1"/>
                    <a:pt x="6943" y="1"/>
                  </a:cubicBezTo>
                  <a:close/>
                  <a:moveTo>
                    <a:pt x="7259" y="1"/>
                  </a:moveTo>
                  <a:cubicBezTo>
                    <a:pt x="7243" y="1"/>
                    <a:pt x="7243" y="15"/>
                    <a:pt x="7243" y="31"/>
                  </a:cubicBezTo>
                  <a:cubicBezTo>
                    <a:pt x="7243" y="31"/>
                    <a:pt x="7243" y="45"/>
                    <a:pt x="7259" y="45"/>
                  </a:cubicBezTo>
                  <a:lnTo>
                    <a:pt x="7513" y="45"/>
                  </a:lnTo>
                  <a:lnTo>
                    <a:pt x="7529" y="31"/>
                  </a:lnTo>
                  <a:cubicBezTo>
                    <a:pt x="7529" y="15"/>
                    <a:pt x="7513" y="1"/>
                    <a:pt x="7513" y="1"/>
                  </a:cubicBezTo>
                  <a:close/>
                  <a:moveTo>
                    <a:pt x="7813" y="1"/>
                  </a:moveTo>
                  <a:cubicBezTo>
                    <a:pt x="7813" y="1"/>
                    <a:pt x="7799" y="15"/>
                    <a:pt x="7799" y="31"/>
                  </a:cubicBezTo>
                  <a:lnTo>
                    <a:pt x="7813" y="45"/>
                  </a:lnTo>
                  <a:lnTo>
                    <a:pt x="8069" y="45"/>
                  </a:lnTo>
                  <a:cubicBezTo>
                    <a:pt x="8083" y="45"/>
                    <a:pt x="8083" y="31"/>
                    <a:pt x="8083" y="31"/>
                  </a:cubicBezTo>
                  <a:cubicBezTo>
                    <a:pt x="8083" y="15"/>
                    <a:pt x="8083" y="1"/>
                    <a:pt x="8069" y="1"/>
                  </a:cubicBezTo>
                  <a:close/>
                  <a:moveTo>
                    <a:pt x="8383" y="1"/>
                  </a:moveTo>
                  <a:cubicBezTo>
                    <a:pt x="8369" y="1"/>
                    <a:pt x="8353" y="15"/>
                    <a:pt x="8353" y="31"/>
                  </a:cubicBezTo>
                  <a:cubicBezTo>
                    <a:pt x="8353" y="31"/>
                    <a:pt x="8369" y="45"/>
                    <a:pt x="8383" y="45"/>
                  </a:cubicBezTo>
                  <a:lnTo>
                    <a:pt x="8623" y="45"/>
                  </a:lnTo>
                  <a:cubicBezTo>
                    <a:pt x="8639" y="45"/>
                    <a:pt x="8639" y="31"/>
                    <a:pt x="8639" y="31"/>
                  </a:cubicBezTo>
                  <a:cubicBezTo>
                    <a:pt x="8639" y="15"/>
                    <a:pt x="8639" y="1"/>
                    <a:pt x="8623" y="1"/>
                  </a:cubicBezTo>
                  <a:close/>
                  <a:moveTo>
                    <a:pt x="8939" y="1"/>
                  </a:moveTo>
                  <a:cubicBezTo>
                    <a:pt x="8923" y="1"/>
                    <a:pt x="8909" y="15"/>
                    <a:pt x="8909" y="31"/>
                  </a:cubicBezTo>
                  <a:cubicBezTo>
                    <a:pt x="8909" y="31"/>
                    <a:pt x="8923" y="45"/>
                    <a:pt x="8939" y="45"/>
                  </a:cubicBezTo>
                  <a:lnTo>
                    <a:pt x="9179" y="45"/>
                  </a:lnTo>
                  <a:cubicBezTo>
                    <a:pt x="9193" y="45"/>
                    <a:pt x="9193" y="31"/>
                    <a:pt x="9193" y="31"/>
                  </a:cubicBezTo>
                  <a:cubicBezTo>
                    <a:pt x="9193" y="15"/>
                    <a:pt x="9193" y="1"/>
                    <a:pt x="9179" y="1"/>
                  </a:cubicBezTo>
                  <a:close/>
                  <a:moveTo>
                    <a:pt x="9493" y="1"/>
                  </a:moveTo>
                  <a:cubicBezTo>
                    <a:pt x="9478" y="1"/>
                    <a:pt x="9463" y="15"/>
                    <a:pt x="9463" y="31"/>
                  </a:cubicBezTo>
                  <a:cubicBezTo>
                    <a:pt x="9463" y="31"/>
                    <a:pt x="9478" y="45"/>
                    <a:pt x="9493" y="45"/>
                  </a:cubicBezTo>
                  <a:lnTo>
                    <a:pt x="9733" y="45"/>
                  </a:lnTo>
                  <a:cubicBezTo>
                    <a:pt x="9748" y="45"/>
                    <a:pt x="9763" y="31"/>
                    <a:pt x="9763" y="31"/>
                  </a:cubicBezTo>
                  <a:cubicBezTo>
                    <a:pt x="9763" y="15"/>
                    <a:pt x="9748" y="1"/>
                    <a:pt x="9733" y="1"/>
                  </a:cubicBezTo>
                  <a:close/>
                  <a:moveTo>
                    <a:pt x="10048" y="1"/>
                  </a:moveTo>
                  <a:cubicBezTo>
                    <a:pt x="10033" y="1"/>
                    <a:pt x="10018" y="15"/>
                    <a:pt x="10018" y="31"/>
                  </a:cubicBezTo>
                  <a:cubicBezTo>
                    <a:pt x="10018" y="31"/>
                    <a:pt x="10033" y="45"/>
                    <a:pt x="10048" y="45"/>
                  </a:cubicBezTo>
                  <a:lnTo>
                    <a:pt x="10288" y="45"/>
                  </a:lnTo>
                  <a:cubicBezTo>
                    <a:pt x="10303" y="45"/>
                    <a:pt x="10318" y="31"/>
                    <a:pt x="10318" y="31"/>
                  </a:cubicBezTo>
                  <a:cubicBezTo>
                    <a:pt x="10318" y="15"/>
                    <a:pt x="10303" y="1"/>
                    <a:pt x="10288" y="1"/>
                  </a:cubicBezTo>
                  <a:close/>
                  <a:moveTo>
                    <a:pt x="10603" y="1"/>
                  </a:moveTo>
                  <a:cubicBezTo>
                    <a:pt x="10588" y="1"/>
                    <a:pt x="10573" y="15"/>
                    <a:pt x="10573" y="31"/>
                  </a:cubicBezTo>
                  <a:cubicBezTo>
                    <a:pt x="10573" y="31"/>
                    <a:pt x="10588" y="45"/>
                    <a:pt x="10603" y="45"/>
                  </a:cubicBezTo>
                  <a:lnTo>
                    <a:pt x="10843" y="45"/>
                  </a:lnTo>
                  <a:cubicBezTo>
                    <a:pt x="10858" y="45"/>
                    <a:pt x="10873" y="31"/>
                    <a:pt x="10873" y="31"/>
                  </a:cubicBezTo>
                  <a:cubicBezTo>
                    <a:pt x="10873" y="15"/>
                    <a:pt x="10858" y="1"/>
                    <a:pt x="10843" y="1"/>
                  </a:cubicBezTo>
                  <a:close/>
                  <a:moveTo>
                    <a:pt x="11158" y="1"/>
                  </a:moveTo>
                  <a:cubicBezTo>
                    <a:pt x="11143" y="1"/>
                    <a:pt x="11143" y="15"/>
                    <a:pt x="11143" y="31"/>
                  </a:cubicBezTo>
                  <a:cubicBezTo>
                    <a:pt x="11143" y="31"/>
                    <a:pt x="11143" y="45"/>
                    <a:pt x="11158" y="45"/>
                  </a:cubicBezTo>
                  <a:lnTo>
                    <a:pt x="11398" y="45"/>
                  </a:lnTo>
                  <a:cubicBezTo>
                    <a:pt x="11413" y="45"/>
                    <a:pt x="11428" y="31"/>
                    <a:pt x="11428" y="31"/>
                  </a:cubicBezTo>
                  <a:cubicBezTo>
                    <a:pt x="11428" y="15"/>
                    <a:pt x="11413" y="1"/>
                    <a:pt x="11398" y="1"/>
                  </a:cubicBezTo>
                  <a:close/>
                  <a:moveTo>
                    <a:pt x="11712" y="1"/>
                  </a:moveTo>
                  <a:cubicBezTo>
                    <a:pt x="11698" y="1"/>
                    <a:pt x="11698" y="15"/>
                    <a:pt x="11698" y="31"/>
                  </a:cubicBezTo>
                  <a:cubicBezTo>
                    <a:pt x="11698" y="31"/>
                    <a:pt x="11698" y="45"/>
                    <a:pt x="11712" y="45"/>
                  </a:cubicBezTo>
                  <a:lnTo>
                    <a:pt x="11968" y="45"/>
                  </a:lnTo>
                  <a:lnTo>
                    <a:pt x="11982" y="31"/>
                  </a:lnTo>
                  <a:cubicBezTo>
                    <a:pt x="11982" y="15"/>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5"/>
            <p:cNvSpPr/>
            <p:nvPr/>
          </p:nvSpPr>
          <p:spPr>
            <a:xfrm rot="949459">
              <a:off x="7647765" y="2410188"/>
              <a:ext cx="591925" cy="2321"/>
            </a:xfrm>
            <a:custGeom>
              <a:rect b="b" l="l" r="r" t="t"/>
              <a:pathLst>
                <a:path extrusionOk="0" h="47" w="11983">
                  <a:moveTo>
                    <a:pt x="30" y="1"/>
                  </a:moveTo>
                  <a:cubicBezTo>
                    <a:pt x="15" y="1"/>
                    <a:pt x="0" y="16"/>
                    <a:pt x="0" y="16"/>
                  </a:cubicBezTo>
                  <a:cubicBezTo>
                    <a:pt x="0" y="31"/>
                    <a:pt x="15" y="46"/>
                    <a:pt x="30" y="46"/>
                  </a:cubicBezTo>
                  <a:lnTo>
                    <a:pt x="270" y="46"/>
                  </a:lnTo>
                  <a:cubicBezTo>
                    <a:pt x="285" y="46"/>
                    <a:pt x="300" y="31"/>
                    <a:pt x="300" y="16"/>
                  </a:cubicBezTo>
                  <a:cubicBezTo>
                    <a:pt x="300" y="16"/>
                    <a:pt x="285" y="1"/>
                    <a:pt x="270" y="1"/>
                  </a:cubicBezTo>
                  <a:close/>
                  <a:moveTo>
                    <a:pt x="585" y="1"/>
                  </a:moveTo>
                  <a:cubicBezTo>
                    <a:pt x="570" y="1"/>
                    <a:pt x="555" y="16"/>
                    <a:pt x="555" y="16"/>
                  </a:cubicBezTo>
                  <a:cubicBezTo>
                    <a:pt x="555" y="31"/>
                    <a:pt x="570" y="46"/>
                    <a:pt x="585" y="46"/>
                  </a:cubicBezTo>
                  <a:lnTo>
                    <a:pt x="825" y="46"/>
                  </a:lnTo>
                  <a:cubicBezTo>
                    <a:pt x="840" y="46"/>
                    <a:pt x="855" y="31"/>
                    <a:pt x="855" y="16"/>
                  </a:cubicBezTo>
                  <a:cubicBezTo>
                    <a:pt x="855" y="16"/>
                    <a:pt x="840" y="1"/>
                    <a:pt x="825" y="1"/>
                  </a:cubicBezTo>
                  <a:close/>
                  <a:moveTo>
                    <a:pt x="1140" y="1"/>
                  </a:moveTo>
                  <a:cubicBezTo>
                    <a:pt x="1125" y="1"/>
                    <a:pt x="1110" y="16"/>
                    <a:pt x="1110" y="16"/>
                  </a:cubicBezTo>
                  <a:cubicBezTo>
                    <a:pt x="1110" y="31"/>
                    <a:pt x="1125" y="46"/>
                    <a:pt x="1140" y="46"/>
                  </a:cubicBezTo>
                  <a:lnTo>
                    <a:pt x="1380" y="46"/>
                  </a:lnTo>
                  <a:cubicBezTo>
                    <a:pt x="1394" y="46"/>
                    <a:pt x="1410" y="31"/>
                    <a:pt x="1410" y="16"/>
                  </a:cubicBezTo>
                  <a:cubicBezTo>
                    <a:pt x="1410" y="16"/>
                    <a:pt x="1394" y="1"/>
                    <a:pt x="1380" y="1"/>
                  </a:cubicBezTo>
                  <a:close/>
                  <a:moveTo>
                    <a:pt x="1694" y="1"/>
                  </a:moveTo>
                  <a:cubicBezTo>
                    <a:pt x="1680" y="1"/>
                    <a:pt x="1680" y="16"/>
                    <a:pt x="1680" y="16"/>
                  </a:cubicBezTo>
                  <a:cubicBezTo>
                    <a:pt x="1680" y="31"/>
                    <a:pt x="1680" y="46"/>
                    <a:pt x="1694" y="46"/>
                  </a:cubicBezTo>
                  <a:lnTo>
                    <a:pt x="1934" y="46"/>
                  </a:lnTo>
                  <a:cubicBezTo>
                    <a:pt x="1950" y="46"/>
                    <a:pt x="1964" y="31"/>
                    <a:pt x="1964" y="16"/>
                  </a:cubicBezTo>
                  <a:cubicBezTo>
                    <a:pt x="1964" y="16"/>
                    <a:pt x="1950" y="1"/>
                    <a:pt x="1934" y="1"/>
                  </a:cubicBezTo>
                  <a:close/>
                  <a:moveTo>
                    <a:pt x="2250" y="1"/>
                  </a:moveTo>
                  <a:cubicBezTo>
                    <a:pt x="2234" y="1"/>
                    <a:pt x="2234" y="16"/>
                    <a:pt x="2234" y="16"/>
                  </a:cubicBezTo>
                  <a:cubicBezTo>
                    <a:pt x="2234" y="31"/>
                    <a:pt x="2234" y="46"/>
                    <a:pt x="2250" y="46"/>
                  </a:cubicBezTo>
                  <a:lnTo>
                    <a:pt x="2504" y="46"/>
                  </a:lnTo>
                  <a:cubicBezTo>
                    <a:pt x="2504" y="46"/>
                    <a:pt x="2520" y="31"/>
                    <a:pt x="2520" y="16"/>
                  </a:cubicBezTo>
                  <a:lnTo>
                    <a:pt x="2504" y="1"/>
                  </a:lnTo>
                  <a:close/>
                  <a:moveTo>
                    <a:pt x="2804" y="1"/>
                  </a:moveTo>
                  <a:lnTo>
                    <a:pt x="2790" y="16"/>
                  </a:lnTo>
                  <a:cubicBezTo>
                    <a:pt x="2790" y="31"/>
                    <a:pt x="2804" y="46"/>
                    <a:pt x="2804" y="46"/>
                  </a:cubicBezTo>
                  <a:lnTo>
                    <a:pt x="3060" y="46"/>
                  </a:lnTo>
                  <a:cubicBezTo>
                    <a:pt x="3074" y="46"/>
                    <a:pt x="3074" y="31"/>
                    <a:pt x="3074" y="16"/>
                  </a:cubicBezTo>
                  <a:cubicBezTo>
                    <a:pt x="3074" y="16"/>
                    <a:pt x="3074" y="1"/>
                    <a:pt x="3060" y="1"/>
                  </a:cubicBezTo>
                  <a:close/>
                  <a:moveTo>
                    <a:pt x="3374" y="1"/>
                  </a:moveTo>
                  <a:cubicBezTo>
                    <a:pt x="3360" y="1"/>
                    <a:pt x="3344" y="16"/>
                    <a:pt x="3344" y="16"/>
                  </a:cubicBezTo>
                  <a:cubicBezTo>
                    <a:pt x="3344" y="31"/>
                    <a:pt x="3360" y="46"/>
                    <a:pt x="3374" y="46"/>
                  </a:cubicBezTo>
                  <a:lnTo>
                    <a:pt x="3614" y="46"/>
                  </a:lnTo>
                  <a:cubicBezTo>
                    <a:pt x="3630" y="46"/>
                    <a:pt x="3630" y="31"/>
                    <a:pt x="3630" y="16"/>
                  </a:cubicBezTo>
                  <a:cubicBezTo>
                    <a:pt x="3630" y="16"/>
                    <a:pt x="3630" y="1"/>
                    <a:pt x="3614" y="1"/>
                  </a:cubicBezTo>
                  <a:close/>
                  <a:moveTo>
                    <a:pt x="3930" y="1"/>
                  </a:moveTo>
                  <a:cubicBezTo>
                    <a:pt x="3914" y="1"/>
                    <a:pt x="3900" y="16"/>
                    <a:pt x="3900" y="16"/>
                  </a:cubicBezTo>
                  <a:cubicBezTo>
                    <a:pt x="3900" y="31"/>
                    <a:pt x="3914" y="46"/>
                    <a:pt x="3930" y="46"/>
                  </a:cubicBezTo>
                  <a:lnTo>
                    <a:pt x="4170" y="46"/>
                  </a:lnTo>
                  <a:cubicBezTo>
                    <a:pt x="4184" y="46"/>
                    <a:pt x="4184" y="31"/>
                    <a:pt x="4184" y="16"/>
                  </a:cubicBezTo>
                  <a:cubicBezTo>
                    <a:pt x="4184" y="16"/>
                    <a:pt x="4184" y="1"/>
                    <a:pt x="4170" y="1"/>
                  </a:cubicBezTo>
                  <a:close/>
                  <a:moveTo>
                    <a:pt x="4484" y="1"/>
                  </a:moveTo>
                  <a:cubicBezTo>
                    <a:pt x="4469" y="1"/>
                    <a:pt x="4454" y="16"/>
                    <a:pt x="4454" y="16"/>
                  </a:cubicBezTo>
                  <a:cubicBezTo>
                    <a:pt x="4454" y="31"/>
                    <a:pt x="4469" y="46"/>
                    <a:pt x="4484" y="46"/>
                  </a:cubicBezTo>
                  <a:lnTo>
                    <a:pt x="4724" y="46"/>
                  </a:lnTo>
                  <a:cubicBezTo>
                    <a:pt x="4739" y="46"/>
                    <a:pt x="4754" y="31"/>
                    <a:pt x="4754" y="16"/>
                  </a:cubicBezTo>
                  <a:cubicBezTo>
                    <a:pt x="4754" y="16"/>
                    <a:pt x="4739" y="1"/>
                    <a:pt x="4724" y="1"/>
                  </a:cubicBezTo>
                  <a:close/>
                  <a:moveTo>
                    <a:pt x="5039" y="1"/>
                  </a:moveTo>
                  <a:cubicBezTo>
                    <a:pt x="5024" y="1"/>
                    <a:pt x="5009" y="16"/>
                    <a:pt x="5009" y="16"/>
                  </a:cubicBezTo>
                  <a:cubicBezTo>
                    <a:pt x="5009" y="31"/>
                    <a:pt x="5024" y="46"/>
                    <a:pt x="5039" y="46"/>
                  </a:cubicBezTo>
                  <a:lnTo>
                    <a:pt x="5279" y="46"/>
                  </a:lnTo>
                  <a:cubicBezTo>
                    <a:pt x="5294" y="46"/>
                    <a:pt x="5309" y="31"/>
                    <a:pt x="5309" y="16"/>
                  </a:cubicBezTo>
                  <a:cubicBezTo>
                    <a:pt x="5309" y="16"/>
                    <a:pt x="5294" y="1"/>
                    <a:pt x="5279" y="1"/>
                  </a:cubicBezTo>
                  <a:close/>
                  <a:moveTo>
                    <a:pt x="5594" y="1"/>
                  </a:moveTo>
                  <a:cubicBezTo>
                    <a:pt x="5579" y="1"/>
                    <a:pt x="5564" y="16"/>
                    <a:pt x="5564" y="16"/>
                  </a:cubicBezTo>
                  <a:cubicBezTo>
                    <a:pt x="5564" y="31"/>
                    <a:pt x="5579" y="46"/>
                    <a:pt x="5594" y="46"/>
                  </a:cubicBezTo>
                  <a:lnTo>
                    <a:pt x="5834" y="46"/>
                  </a:lnTo>
                  <a:cubicBezTo>
                    <a:pt x="5849" y="46"/>
                    <a:pt x="5864" y="31"/>
                    <a:pt x="5864" y="16"/>
                  </a:cubicBezTo>
                  <a:cubicBezTo>
                    <a:pt x="5864" y="16"/>
                    <a:pt x="5849" y="1"/>
                    <a:pt x="5834" y="1"/>
                  </a:cubicBezTo>
                  <a:close/>
                  <a:moveTo>
                    <a:pt x="6149" y="1"/>
                  </a:moveTo>
                  <a:cubicBezTo>
                    <a:pt x="6134" y="1"/>
                    <a:pt x="6134" y="16"/>
                    <a:pt x="6134" y="16"/>
                  </a:cubicBezTo>
                  <a:cubicBezTo>
                    <a:pt x="6134" y="31"/>
                    <a:pt x="6134" y="46"/>
                    <a:pt x="6149" y="46"/>
                  </a:cubicBezTo>
                  <a:lnTo>
                    <a:pt x="6389" y="46"/>
                  </a:lnTo>
                  <a:cubicBezTo>
                    <a:pt x="6403" y="46"/>
                    <a:pt x="6419" y="31"/>
                    <a:pt x="6419" y="16"/>
                  </a:cubicBezTo>
                  <a:cubicBezTo>
                    <a:pt x="6419" y="16"/>
                    <a:pt x="6403" y="1"/>
                    <a:pt x="6389" y="1"/>
                  </a:cubicBezTo>
                  <a:close/>
                  <a:moveTo>
                    <a:pt x="6703" y="1"/>
                  </a:moveTo>
                  <a:cubicBezTo>
                    <a:pt x="6689" y="1"/>
                    <a:pt x="6689" y="16"/>
                    <a:pt x="6689" y="16"/>
                  </a:cubicBezTo>
                  <a:cubicBezTo>
                    <a:pt x="6689" y="31"/>
                    <a:pt x="6689" y="46"/>
                    <a:pt x="6703" y="46"/>
                  </a:cubicBezTo>
                  <a:lnTo>
                    <a:pt x="6943" y="46"/>
                  </a:lnTo>
                  <a:cubicBezTo>
                    <a:pt x="6959" y="46"/>
                    <a:pt x="6973" y="31"/>
                    <a:pt x="6973" y="16"/>
                  </a:cubicBezTo>
                  <a:cubicBezTo>
                    <a:pt x="6973" y="16"/>
                    <a:pt x="6959" y="1"/>
                    <a:pt x="6943" y="1"/>
                  </a:cubicBezTo>
                  <a:close/>
                  <a:moveTo>
                    <a:pt x="7259" y="1"/>
                  </a:moveTo>
                  <a:cubicBezTo>
                    <a:pt x="7243" y="1"/>
                    <a:pt x="7243" y="16"/>
                    <a:pt x="7243" y="16"/>
                  </a:cubicBezTo>
                  <a:cubicBezTo>
                    <a:pt x="7243" y="31"/>
                    <a:pt x="7243" y="46"/>
                    <a:pt x="7259" y="46"/>
                  </a:cubicBezTo>
                  <a:lnTo>
                    <a:pt x="7513" y="46"/>
                  </a:lnTo>
                  <a:cubicBezTo>
                    <a:pt x="7513" y="46"/>
                    <a:pt x="7529" y="31"/>
                    <a:pt x="7529" y="16"/>
                  </a:cubicBezTo>
                  <a:lnTo>
                    <a:pt x="7513" y="1"/>
                  </a:lnTo>
                  <a:close/>
                  <a:moveTo>
                    <a:pt x="7813" y="1"/>
                  </a:moveTo>
                  <a:lnTo>
                    <a:pt x="7799" y="16"/>
                  </a:lnTo>
                  <a:cubicBezTo>
                    <a:pt x="7799" y="31"/>
                    <a:pt x="7813" y="46"/>
                    <a:pt x="7813" y="46"/>
                  </a:cubicBezTo>
                  <a:lnTo>
                    <a:pt x="8069" y="46"/>
                  </a:lnTo>
                  <a:cubicBezTo>
                    <a:pt x="8083" y="46"/>
                    <a:pt x="8083" y="31"/>
                    <a:pt x="8083" y="16"/>
                  </a:cubicBezTo>
                  <a:cubicBezTo>
                    <a:pt x="8083" y="16"/>
                    <a:pt x="8083" y="1"/>
                    <a:pt x="8069" y="1"/>
                  </a:cubicBezTo>
                  <a:close/>
                  <a:moveTo>
                    <a:pt x="8383" y="1"/>
                  </a:moveTo>
                  <a:cubicBezTo>
                    <a:pt x="8369" y="1"/>
                    <a:pt x="8353" y="16"/>
                    <a:pt x="8353" y="16"/>
                  </a:cubicBezTo>
                  <a:cubicBezTo>
                    <a:pt x="8353" y="31"/>
                    <a:pt x="8369" y="46"/>
                    <a:pt x="8383" y="46"/>
                  </a:cubicBezTo>
                  <a:lnTo>
                    <a:pt x="8623" y="46"/>
                  </a:lnTo>
                  <a:cubicBezTo>
                    <a:pt x="8639" y="46"/>
                    <a:pt x="8639" y="31"/>
                    <a:pt x="8639" y="16"/>
                  </a:cubicBezTo>
                  <a:cubicBezTo>
                    <a:pt x="8639" y="16"/>
                    <a:pt x="8639" y="1"/>
                    <a:pt x="8623" y="1"/>
                  </a:cubicBezTo>
                  <a:close/>
                  <a:moveTo>
                    <a:pt x="8939" y="1"/>
                  </a:moveTo>
                  <a:cubicBezTo>
                    <a:pt x="8923" y="1"/>
                    <a:pt x="8909" y="16"/>
                    <a:pt x="8909" y="16"/>
                  </a:cubicBezTo>
                  <a:cubicBezTo>
                    <a:pt x="8909" y="31"/>
                    <a:pt x="8923" y="46"/>
                    <a:pt x="8939" y="46"/>
                  </a:cubicBezTo>
                  <a:lnTo>
                    <a:pt x="9179" y="46"/>
                  </a:lnTo>
                  <a:cubicBezTo>
                    <a:pt x="9193" y="46"/>
                    <a:pt x="9193" y="31"/>
                    <a:pt x="9193" y="16"/>
                  </a:cubicBezTo>
                  <a:cubicBezTo>
                    <a:pt x="9193" y="16"/>
                    <a:pt x="9193" y="1"/>
                    <a:pt x="9179" y="1"/>
                  </a:cubicBezTo>
                  <a:close/>
                  <a:moveTo>
                    <a:pt x="9493" y="1"/>
                  </a:moveTo>
                  <a:cubicBezTo>
                    <a:pt x="9478" y="1"/>
                    <a:pt x="9463" y="16"/>
                    <a:pt x="9463" y="16"/>
                  </a:cubicBezTo>
                  <a:cubicBezTo>
                    <a:pt x="9463" y="31"/>
                    <a:pt x="9478" y="46"/>
                    <a:pt x="9493" y="46"/>
                  </a:cubicBezTo>
                  <a:lnTo>
                    <a:pt x="9733" y="46"/>
                  </a:lnTo>
                  <a:cubicBezTo>
                    <a:pt x="9748" y="46"/>
                    <a:pt x="9763" y="31"/>
                    <a:pt x="9763" y="16"/>
                  </a:cubicBezTo>
                  <a:cubicBezTo>
                    <a:pt x="9763" y="16"/>
                    <a:pt x="9748" y="1"/>
                    <a:pt x="9733" y="1"/>
                  </a:cubicBezTo>
                  <a:close/>
                  <a:moveTo>
                    <a:pt x="10048" y="1"/>
                  </a:moveTo>
                  <a:cubicBezTo>
                    <a:pt x="10033" y="1"/>
                    <a:pt x="10018" y="16"/>
                    <a:pt x="10018" y="16"/>
                  </a:cubicBezTo>
                  <a:cubicBezTo>
                    <a:pt x="10018" y="31"/>
                    <a:pt x="10033" y="46"/>
                    <a:pt x="10048" y="46"/>
                  </a:cubicBezTo>
                  <a:lnTo>
                    <a:pt x="10288" y="46"/>
                  </a:lnTo>
                  <a:cubicBezTo>
                    <a:pt x="10303" y="46"/>
                    <a:pt x="10318" y="31"/>
                    <a:pt x="10318" y="16"/>
                  </a:cubicBezTo>
                  <a:cubicBezTo>
                    <a:pt x="10318" y="16"/>
                    <a:pt x="10303" y="1"/>
                    <a:pt x="10288" y="1"/>
                  </a:cubicBezTo>
                  <a:close/>
                  <a:moveTo>
                    <a:pt x="10603" y="1"/>
                  </a:moveTo>
                  <a:cubicBezTo>
                    <a:pt x="10588" y="1"/>
                    <a:pt x="10573" y="16"/>
                    <a:pt x="10573" y="16"/>
                  </a:cubicBezTo>
                  <a:cubicBezTo>
                    <a:pt x="10573" y="31"/>
                    <a:pt x="10588" y="46"/>
                    <a:pt x="10603" y="46"/>
                  </a:cubicBezTo>
                  <a:lnTo>
                    <a:pt x="10843" y="46"/>
                  </a:lnTo>
                  <a:cubicBezTo>
                    <a:pt x="10858" y="46"/>
                    <a:pt x="10873" y="31"/>
                    <a:pt x="10873" y="16"/>
                  </a:cubicBezTo>
                  <a:cubicBezTo>
                    <a:pt x="10873" y="16"/>
                    <a:pt x="10858" y="1"/>
                    <a:pt x="10843" y="1"/>
                  </a:cubicBezTo>
                  <a:close/>
                  <a:moveTo>
                    <a:pt x="11158" y="1"/>
                  </a:moveTo>
                  <a:cubicBezTo>
                    <a:pt x="11143" y="1"/>
                    <a:pt x="11143" y="16"/>
                    <a:pt x="11143" y="16"/>
                  </a:cubicBezTo>
                  <a:cubicBezTo>
                    <a:pt x="11143" y="31"/>
                    <a:pt x="11143" y="46"/>
                    <a:pt x="11158" y="46"/>
                  </a:cubicBezTo>
                  <a:lnTo>
                    <a:pt x="11398" y="46"/>
                  </a:lnTo>
                  <a:cubicBezTo>
                    <a:pt x="11413" y="46"/>
                    <a:pt x="11428" y="31"/>
                    <a:pt x="11428" y="16"/>
                  </a:cubicBezTo>
                  <a:cubicBezTo>
                    <a:pt x="11428" y="16"/>
                    <a:pt x="11413" y="1"/>
                    <a:pt x="11398" y="1"/>
                  </a:cubicBezTo>
                  <a:close/>
                  <a:moveTo>
                    <a:pt x="11712" y="1"/>
                  </a:moveTo>
                  <a:cubicBezTo>
                    <a:pt x="11698" y="1"/>
                    <a:pt x="11698" y="16"/>
                    <a:pt x="11698" y="16"/>
                  </a:cubicBezTo>
                  <a:cubicBezTo>
                    <a:pt x="11698" y="31"/>
                    <a:pt x="11698" y="46"/>
                    <a:pt x="11712" y="46"/>
                  </a:cubicBezTo>
                  <a:lnTo>
                    <a:pt x="11968" y="46"/>
                  </a:lnTo>
                  <a:cubicBezTo>
                    <a:pt x="11968" y="46"/>
                    <a:pt x="11982" y="31"/>
                    <a:pt x="11982" y="16"/>
                  </a:cubicBezTo>
                  <a:lnTo>
                    <a:pt x="11968" y="1"/>
                  </a:ln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5"/>
            <p:cNvSpPr/>
            <p:nvPr/>
          </p:nvSpPr>
          <p:spPr>
            <a:xfrm rot="949459">
              <a:off x="7616864" y="2519255"/>
              <a:ext cx="591925" cy="2272"/>
            </a:xfrm>
            <a:custGeom>
              <a:rect b="b" l="l" r="r" t="t"/>
              <a:pathLst>
                <a:path extrusionOk="0" h="46" w="11983">
                  <a:moveTo>
                    <a:pt x="30" y="1"/>
                  </a:moveTo>
                  <a:cubicBezTo>
                    <a:pt x="15" y="1"/>
                    <a:pt x="0" y="1"/>
                    <a:pt x="0" y="15"/>
                  </a:cubicBezTo>
                  <a:cubicBezTo>
                    <a:pt x="0" y="31"/>
                    <a:pt x="15" y="45"/>
                    <a:pt x="30" y="45"/>
                  </a:cubicBezTo>
                  <a:lnTo>
                    <a:pt x="270" y="45"/>
                  </a:lnTo>
                  <a:cubicBezTo>
                    <a:pt x="285" y="45"/>
                    <a:pt x="300" y="31"/>
                    <a:pt x="300" y="15"/>
                  </a:cubicBezTo>
                  <a:cubicBezTo>
                    <a:pt x="300" y="1"/>
                    <a:pt x="285" y="1"/>
                    <a:pt x="270" y="1"/>
                  </a:cubicBezTo>
                  <a:close/>
                  <a:moveTo>
                    <a:pt x="585" y="1"/>
                  </a:moveTo>
                  <a:cubicBezTo>
                    <a:pt x="570" y="1"/>
                    <a:pt x="555" y="1"/>
                    <a:pt x="555" y="15"/>
                  </a:cubicBezTo>
                  <a:cubicBezTo>
                    <a:pt x="555" y="31"/>
                    <a:pt x="570" y="45"/>
                    <a:pt x="585" y="45"/>
                  </a:cubicBezTo>
                  <a:lnTo>
                    <a:pt x="825" y="45"/>
                  </a:lnTo>
                  <a:cubicBezTo>
                    <a:pt x="840" y="45"/>
                    <a:pt x="855" y="31"/>
                    <a:pt x="855" y="15"/>
                  </a:cubicBezTo>
                  <a:cubicBezTo>
                    <a:pt x="855" y="1"/>
                    <a:pt x="840" y="1"/>
                    <a:pt x="825" y="1"/>
                  </a:cubicBezTo>
                  <a:close/>
                  <a:moveTo>
                    <a:pt x="1140" y="1"/>
                  </a:moveTo>
                  <a:cubicBezTo>
                    <a:pt x="1125" y="1"/>
                    <a:pt x="1110" y="1"/>
                    <a:pt x="1110" y="15"/>
                  </a:cubicBezTo>
                  <a:cubicBezTo>
                    <a:pt x="1110" y="31"/>
                    <a:pt x="1125" y="45"/>
                    <a:pt x="1140" y="45"/>
                  </a:cubicBezTo>
                  <a:lnTo>
                    <a:pt x="1380" y="45"/>
                  </a:lnTo>
                  <a:cubicBezTo>
                    <a:pt x="1394" y="45"/>
                    <a:pt x="1410" y="31"/>
                    <a:pt x="1410" y="15"/>
                  </a:cubicBezTo>
                  <a:cubicBezTo>
                    <a:pt x="1410" y="1"/>
                    <a:pt x="1394" y="1"/>
                    <a:pt x="1380" y="1"/>
                  </a:cubicBezTo>
                  <a:close/>
                  <a:moveTo>
                    <a:pt x="1694" y="1"/>
                  </a:moveTo>
                  <a:cubicBezTo>
                    <a:pt x="1680" y="1"/>
                    <a:pt x="1680" y="1"/>
                    <a:pt x="1680" y="15"/>
                  </a:cubicBezTo>
                  <a:cubicBezTo>
                    <a:pt x="1680" y="31"/>
                    <a:pt x="1680" y="45"/>
                    <a:pt x="1694" y="45"/>
                  </a:cubicBezTo>
                  <a:lnTo>
                    <a:pt x="1934" y="45"/>
                  </a:lnTo>
                  <a:cubicBezTo>
                    <a:pt x="1950" y="45"/>
                    <a:pt x="1964" y="31"/>
                    <a:pt x="1964" y="15"/>
                  </a:cubicBezTo>
                  <a:cubicBezTo>
                    <a:pt x="1964" y="1"/>
                    <a:pt x="1950" y="1"/>
                    <a:pt x="1934" y="1"/>
                  </a:cubicBezTo>
                  <a:close/>
                  <a:moveTo>
                    <a:pt x="2250" y="1"/>
                  </a:moveTo>
                  <a:cubicBezTo>
                    <a:pt x="2234" y="1"/>
                    <a:pt x="2234" y="1"/>
                    <a:pt x="2234" y="15"/>
                  </a:cubicBezTo>
                  <a:cubicBezTo>
                    <a:pt x="2234" y="31"/>
                    <a:pt x="2234" y="45"/>
                    <a:pt x="2250" y="45"/>
                  </a:cubicBezTo>
                  <a:lnTo>
                    <a:pt x="2504" y="45"/>
                  </a:lnTo>
                  <a:cubicBezTo>
                    <a:pt x="2504" y="45"/>
                    <a:pt x="2520" y="31"/>
                    <a:pt x="2520" y="15"/>
                  </a:cubicBezTo>
                  <a:cubicBezTo>
                    <a:pt x="2520" y="1"/>
                    <a:pt x="2504" y="1"/>
                    <a:pt x="2504" y="1"/>
                  </a:cubicBezTo>
                  <a:close/>
                  <a:moveTo>
                    <a:pt x="2804" y="1"/>
                  </a:moveTo>
                  <a:cubicBezTo>
                    <a:pt x="2804" y="1"/>
                    <a:pt x="2790" y="1"/>
                    <a:pt x="2790" y="15"/>
                  </a:cubicBezTo>
                  <a:cubicBezTo>
                    <a:pt x="2790" y="31"/>
                    <a:pt x="2804" y="45"/>
                    <a:pt x="2804" y="45"/>
                  </a:cubicBezTo>
                  <a:lnTo>
                    <a:pt x="3060" y="45"/>
                  </a:lnTo>
                  <a:cubicBezTo>
                    <a:pt x="3074" y="45"/>
                    <a:pt x="3074" y="31"/>
                    <a:pt x="3074" y="15"/>
                  </a:cubicBezTo>
                  <a:cubicBezTo>
                    <a:pt x="3074" y="1"/>
                    <a:pt x="3074" y="1"/>
                    <a:pt x="3060" y="1"/>
                  </a:cubicBezTo>
                  <a:close/>
                  <a:moveTo>
                    <a:pt x="3374" y="1"/>
                  </a:moveTo>
                  <a:cubicBezTo>
                    <a:pt x="3360" y="1"/>
                    <a:pt x="3344" y="1"/>
                    <a:pt x="3344" y="15"/>
                  </a:cubicBezTo>
                  <a:cubicBezTo>
                    <a:pt x="3344" y="31"/>
                    <a:pt x="3360" y="45"/>
                    <a:pt x="3374" y="45"/>
                  </a:cubicBezTo>
                  <a:lnTo>
                    <a:pt x="3614" y="45"/>
                  </a:lnTo>
                  <a:cubicBezTo>
                    <a:pt x="3630" y="45"/>
                    <a:pt x="3630" y="31"/>
                    <a:pt x="3630" y="15"/>
                  </a:cubicBezTo>
                  <a:cubicBezTo>
                    <a:pt x="3630" y="1"/>
                    <a:pt x="3630" y="1"/>
                    <a:pt x="3614" y="1"/>
                  </a:cubicBezTo>
                  <a:close/>
                  <a:moveTo>
                    <a:pt x="3930" y="1"/>
                  </a:moveTo>
                  <a:cubicBezTo>
                    <a:pt x="3914" y="1"/>
                    <a:pt x="3900" y="1"/>
                    <a:pt x="3900" y="15"/>
                  </a:cubicBezTo>
                  <a:cubicBezTo>
                    <a:pt x="3900" y="31"/>
                    <a:pt x="3914" y="45"/>
                    <a:pt x="3930" y="45"/>
                  </a:cubicBezTo>
                  <a:lnTo>
                    <a:pt x="4170" y="45"/>
                  </a:lnTo>
                  <a:cubicBezTo>
                    <a:pt x="4184" y="45"/>
                    <a:pt x="4184" y="31"/>
                    <a:pt x="4184" y="15"/>
                  </a:cubicBezTo>
                  <a:cubicBezTo>
                    <a:pt x="4184" y="1"/>
                    <a:pt x="4184" y="1"/>
                    <a:pt x="4170" y="1"/>
                  </a:cubicBezTo>
                  <a:close/>
                  <a:moveTo>
                    <a:pt x="4484" y="1"/>
                  </a:moveTo>
                  <a:cubicBezTo>
                    <a:pt x="4469" y="1"/>
                    <a:pt x="4454" y="1"/>
                    <a:pt x="4454" y="15"/>
                  </a:cubicBezTo>
                  <a:cubicBezTo>
                    <a:pt x="4454" y="31"/>
                    <a:pt x="4469" y="45"/>
                    <a:pt x="4484" y="45"/>
                  </a:cubicBezTo>
                  <a:lnTo>
                    <a:pt x="4724" y="45"/>
                  </a:lnTo>
                  <a:cubicBezTo>
                    <a:pt x="4739" y="45"/>
                    <a:pt x="4754" y="31"/>
                    <a:pt x="4754" y="15"/>
                  </a:cubicBezTo>
                  <a:cubicBezTo>
                    <a:pt x="4754" y="1"/>
                    <a:pt x="4739" y="1"/>
                    <a:pt x="4724" y="1"/>
                  </a:cubicBezTo>
                  <a:close/>
                  <a:moveTo>
                    <a:pt x="5039" y="1"/>
                  </a:moveTo>
                  <a:cubicBezTo>
                    <a:pt x="5024" y="1"/>
                    <a:pt x="5009" y="1"/>
                    <a:pt x="5009" y="15"/>
                  </a:cubicBezTo>
                  <a:cubicBezTo>
                    <a:pt x="5009" y="31"/>
                    <a:pt x="5024" y="45"/>
                    <a:pt x="5039" y="45"/>
                  </a:cubicBezTo>
                  <a:lnTo>
                    <a:pt x="5279" y="45"/>
                  </a:lnTo>
                  <a:cubicBezTo>
                    <a:pt x="5294" y="45"/>
                    <a:pt x="5309" y="31"/>
                    <a:pt x="5309" y="15"/>
                  </a:cubicBezTo>
                  <a:cubicBezTo>
                    <a:pt x="5309" y="1"/>
                    <a:pt x="5294" y="1"/>
                    <a:pt x="5279" y="1"/>
                  </a:cubicBezTo>
                  <a:close/>
                  <a:moveTo>
                    <a:pt x="5594" y="1"/>
                  </a:moveTo>
                  <a:cubicBezTo>
                    <a:pt x="5579" y="1"/>
                    <a:pt x="5564" y="1"/>
                    <a:pt x="5564" y="15"/>
                  </a:cubicBezTo>
                  <a:cubicBezTo>
                    <a:pt x="5564" y="31"/>
                    <a:pt x="5579" y="45"/>
                    <a:pt x="5594" y="45"/>
                  </a:cubicBezTo>
                  <a:lnTo>
                    <a:pt x="5834" y="45"/>
                  </a:lnTo>
                  <a:cubicBezTo>
                    <a:pt x="5849" y="45"/>
                    <a:pt x="5864" y="31"/>
                    <a:pt x="5864" y="15"/>
                  </a:cubicBezTo>
                  <a:cubicBezTo>
                    <a:pt x="5864" y="1"/>
                    <a:pt x="5849" y="1"/>
                    <a:pt x="5834" y="1"/>
                  </a:cubicBezTo>
                  <a:close/>
                  <a:moveTo>
                    <a:pt x="6149" y="1"/>
                  </a:moveTo>
                  <a:cubicBezTo>
                    <a:pt x="6134" y="1"/>
                    <a:pt x="6134" y="1"/>
                    <a:pt x="6134" y="15"/>
                  </a:cubicBezTo>
                  <a:cubicBezTo>
                    <a:pt x="6134" y="31"/>
                    <a:pt x="6134" y="45"/>
                    <a:pt x="6149" y="45"/>
                  </a:cubicBezTo>
                  <a:lnTo>
                    <a:pt x="6389" y="45"/>
                  </a:lnTo>
                  <a:cubicBezTo>
                    <a:pt x="6403" y="45"/>
                    <a:pt x="6419" y="31"/>
                    <a:pt x="6419" y="15"/>
                  </a:cubicBezTo>
                  <a:cubicBezTo>
                    <a:pt x="6419" y="1"/>
                    <a:pt x="6403" y="1"/>
                    <a:pt x="6389" y="1"/>
                  </a:cubicBezTo>
                  <a:close/>
                  <a:moveTo>
                    <a:pt x="6703" y="1"/>
                  </a:moveTo>
                  <a:cubicBezTo>
                    <a:pt x="6689" y="1"/>
                    <a:pt x="6689" y="1"/>
                    <a:pt x="6689" y="15"/>
                  </a:cubicBezTo>
                  <a:cubicBezTo>
                    <a:pt x="6689" y="31"/>
                    <a:pt x="6689" y="45"/>
                    <a:pt x="6703" y="45"/>
                  </a:cubicBezTo>
                  <a:lnTo>
                    <a:pt x="6943" y="45"/>
                  </a:lnTo>
                  <a:cubicBezTo>
                    <a:pt x="6959" y="45"/>
                    <a:pt x="6973" y="31"/>
                    <a:pt x="6973" y="15"/>
                  </a:cubicBezTo>
                  <a:cubicBezTo>
                    <a:pt x="6973" y="1"/>
                    <a:pt x="6959" y="1"/>
                    <a:pt x="6943" y="1"/>
                  </a:cubicBezTo>
                  <a:close/>
                  <a:moveTo>
                    <a:pt x="7259" y="1"/>
                  </a:moveTo>
                  <a:cubicBezTo>
                    <a:pt x="7243" y="1"/>
                    <a:pt x="7243" y="1"/>
                    <a:pt x="7243" y="15"/>
                  </a:cubicBezTo>
                  <a:cubicBezTo>
                    <a:pt x="7243" y="31"/>
                    <a:pt x="7243" y="45"/>
                    <a:pt x="7259" y="45"/>
                  </a:cubicBezTo>
                  <a:lnTo>
                    <a:pt x="7513" y="45"/>
                  </a:lnTo>
                  <a:cubicBezTo>
                    <a:pt x="7513" y="45"/>
                    <a:pt x="7529" y="31"/>
                    <a:pt x="7529" y="15"/>
                  </a:cubicBezTo>
                  <a:cubicBezTo>
                    <a:pt x="7529" y="1"/>
                    <a:pt x="7513" y="1"/>
                    <a:pt x="7513" y="1"/>
                  </a:cubicBezTo>
                  <a:close/>
                  <a:moveTo>
                    <a:pt x="7813" y="1"/>
                  </a:moveTo>
                  <a:cubicBezTo>
                    <a:pt x="7813" y="1"/>
                    <a:pt x="7799" y="1"/>
                    <a:pt x="7799" y="15"/>
                  </a:cubicBezTo>
                  <a:cubicBezTo>
                    <a:pt x="7799" y="31"/>
                    <a:pt x="7813" y="45"/>
                    <a:pt x="7813" y="45"/>
                  </a:cubicBezTo>
                  <a:lnTo>
                    <a:pt x="8069" y="45"/>
                  </a:lnTo>
                  <a:cubicBezTo>
                    <a:pt x="8083" y="45"/>
                    <a:pt x="8083" y="31"/>
                    <a:pt x="8083" y="15"/>
                  </a:cubicBezTo>
                  <a:cubicBezTo>
                    <a:pt x="8083" y="1"/>
                    <a:pt x="8083" y="1"/>
                    <a:pt x="8069" y="1"/>
                  </a:cubicBezTo>
                  <a:close/>
                  <a:moveTo>
                    <a:pt x="8383" y="1"/>
                  </a:moveTo>
                  <a:cubicBezTo>
                    <a:pt x="8369" y="1"/>
                    <a:pt x="8353" y="1"/>
                    <a:pt x="8353" y="15"/>
                  </a:cubicBezTo>
                  <a:cubicBezTo>
                    <a:pt x="8353" y="31"/>
                    <a:pt x="8369" y="45"/>
                    <a:pt x="8383" y="45"/>
                  </a:cubicBezTo>
                  <a:lnTo>
                    <a:pt x="8623" y="45"/>
                  </a:lnTo>
                  <a:cubicBezTo>
                    <a:pt x="8639" y="45"/>
                    <a:pt x="8639" y="31"/>
                    <a:pt x="8639" y="15"/>
                  </a:cubicBezTo>
                  <a:cubicBezTo>
                    <a:pt x="8639" y="1"/>
                    <a:pt x="8639" y="1"/>
                    <a:pt x="8623" y="1"/>
                  </a:cubicBezTo>
                  <a:close/>
                  <a:moveTo>
                    <a:pt x="8939" y="1"/>
                  </a:moveTo>
                  <a:cubicBezTo>
                    <a:pt x="8923" y="1"/>
                    <a:pt x="8909" y="1"/>
                    <a:pt x="8909" y="15"/>
                  </a:cubicBezTo>
                  <a:cubicBezTo>
                    <a:pt x="8909" y="31"/>
                    <a:pt x="8923" y="45"/>
                    <a:pt x="8939" y="45"/>
                  </a:cubicBezTo>
                  <a:lnTo>
                    <a:pt x="9179" y="45"/>
                  </a:lnTo>
                  <a:cubicBezTo>
                    <a:pt x="9193" y="45"/>
                    <a:pt x="9193" y="31"/>
                    <a:pt x="9193" y="15"/>
                  </a:cubicBezTo>
                  <a:cubicBezTo>
                    <a:pt x="9193" y="1"/>
                    <a:pt x="9193" y="1"/>
                    <a:pt x="9179" y="1"/>
                  </a:cubicBezTo>
                  <a:close/>
                  <a:moveTo>
                    <a:pt x="9493" y="1"/>
                  </a:moveTo>
                  <a:cubicBezTo>
                    <a:pt x="9478" y="1"/>
                    <a:pt x="9463" y="1"/>
                    <a:pt x="9463" y="15"/>
                  </a:cubicBezTo>
                  <a:cubicBezTo>
                    <a:pt x="9463" y="31"/>
                    <a:pt x="9478" y="45"/>
                    <a:pt x="9493" y="45"/>
                  </a:cubicBezTo>
                  <a:lnTo>
                    <a:pt x="9733" y="45"/>
                  </a:lnTo>
                  <a:cubicBezTo>
                    <a:pt x="9748" y="45"/>
                    <a:pt x="9763" y="31"/>
                    <a:pt x="9763" y="15"/>
                  </a:cubicBezTo>
                  <a:cubicBezTo>
                    <a:pt x="9763" y="1"/>
                    <a:pt x="9748" y="1"/>
                    <a:pt x="9733" y="1"/>
                  </a:cubicBezTo>
                  <a:close/>
                  <a:moveTo>
                    <a:pt x="10048" y="1"/>
                  </a:moveTo>
                  <a:cubicBezTo>
                    <a:pt x="10033" y="1"/>
                    <a:pt x="10018" y="1"/>
                    <a:pt x="10018" y="15"/>
                  </a:cubicBezTo>
                  <a:cubicBezTo>
                    <a:pt x="10018" y="31"/>
                    <a:pt x="10033" y="45"/>
                    <a:pt x="10048" y="45"/>
                  </a:cubicBezTo>
                  <a:lnTo>
                    <a:pt x="10288" y="45"/>
                  </a:lnTo>
                  <a:cubicBezTo>
                    <a:pt x="10303" y="45"/>
                    <a:pt x="10318" y="31"/>
                    <a:pt x="10318" y="15"/>
                  </a:cubicBezTo>
                  <a:cubicBezTo>
                    <a:pt x="10318" y="1"/>
                    <a:pt x="10303" y="1"/>
                    <a:pt x="10288" y="1"/>
                  </a:cubicBezTo>
                  <a:close/>
                  <a:moveTo>
                    <a:pt x="10603" y="1"/>
                  </a:moveTo>
                  <a:cubicBezTo>
                    <a:pt x="10588" y="1"/>
                    <a:pt x="10573" y="1"/>
                    <a:pt x="10573" y="15"/>
                  </a:cubicBezTo>
                  <a:cubicBezTo>
                    <a:pt x="10573" y="31"/>
                    <a:pt x="10588" y="45"/>
                    <a:pt x="10603" y="45"/>
                  </a:cubicBezTo>
                  <a:lnTo>
                    <a:pt x="10843" y="45"/>
                  </a:lnTo>
                  <a:cubicBezTo>
                    <a:pt x="10858" y="45"/>
                    <a:pt x="10873" y="31"/>
                    <a:pt x="10873" y="15"/>
                  </a:cubicBezTo>
                  <a:cubicBezTo>
                    <a:pt x="10873" y="1"/>
                    <a:pt x="10858" y="1"/>
                    <a:pt x="10843" y="1"/>
                  </a:cubicBezTo>
                  <a:close/>
                  <a:moveTo>
                    <a:pt x="11158" y="1"/>
                  </a:moveTo>
                  <a:cubicBezTo>
                    <a:pt x="11143" y="1"/>
                    <a:pt x="11143" y="1"/>
                    <a:pt x="11143" y="15"/>
                  </a:cubicBezTo>
                  <a:cubicBezTo>
                    <a:pt x="11143" y="31"/>
                    <a:pt x="11143" y="45"/>
                    <a:pt x="11158" y="45"/>
                  </a:cubicBezTo>
                  <a:lnTo>
                    <a:pt x="11398" y="45"/>
                  </a:lnTo>
                  <a:cubicBezTo>
                    <a:pt x="11413" y="45"/>
                    <a:pt x="11428" y="31"/>
                    <a:pt x="11428" y="15"/>
                  </a:cubicBezTo>
                  <a:cubicBezTo>
                    <a:pt x="11428" y="1"/>
                    <a:pt x="11413" y="1"/>
                    <a:pt x="11398" y="1"/>
                  </a:cubicBezTo>
                  <a:close/>
                  <a:moveTo>
                    <a:pt x="11712" y="1"/>
                  </a:moveTo>
                  <a:cubicBezTo>
                    <a:pt x="11698" y="1"/>
                    <a:pt x="11698" y="1"/>
                    <a:pt x="11698" y="15"/>
                  </a:cubicBezTo>
                  <a:cubicBezTo>
                    <a:pt x="11698" y="31"/>
                    <a:pt x="11698" y="45"/>
                    <a:pt x="11712" y="45"/>
                  </a:cubicBezTo>
                  <a:lnTo>
                    <a:pt x="11968" y="45"/>
                  </a:lnTo>
                  <a:cubicBezTo>
                    <a:pt x="11968" y="45"/>
                    <a:pt x="11982" y="31"/>
                    <a:pt x="11982" y="15"/>
                  </a:cubicBezTo>
                  <a:cubicBezTo>
                    <a:pt x="11982" y="1"/>
                    <a:pt x="11968" y="1"/>
                    <a:pt x="11968" y="1"/>
                  </a:cubicBezTo>
                  <a:close/>
                </a:path>
              </a:pathLst>
            </a:custGeom>
            <a:solidFill>
              <a:srgbClr val="E7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2" name="Google Shape;1632;p45"/>
          <p:cNvSpPr txBox="1"/>
          <p:nvPr/>
        </p:nvSpPr>
        <p:spPr>
          <a:xfrm rot="-1020981">
            <a:off x="3447648" y="3387320"/>
            <a:ext cx="804730" cy="413471"/>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5</a:t>
            </a:r>
            <a:r>
              <a:rPr lang="en" sz="2400">
                <a:solidFill>
                  <a:schemeClr val="accent4"/>
                </a:solidFill>
                <a:latin typeface="Bellefair"/>
                <a:ea typeface="Bellefair"/>
                <a:cs typeface="Bellefair"/>
                <a:sym typeface="Bellefair"/>
              </a:rPr>
              <a:t>/5</a:t>
            </a:r>
            <a:endParaRPr sz="2400">
              <a:solidFill>
                <a:schemeClr val="accent4"/>
              </a:solidFill>
              <a:latin typeface="Bellefair"/>
              <a:ea typeface="Bellefair"/>
              <a:cs typeface="Bellefair"/>
              <a:sym typeface="Bellefair"/>
            </a:endParaRPr>
          </a:p>
        </p:txBody>
      </p:sp>
      <p:grpSp>
        <p:nvGrpSpPr>
          <p:cNvPr id="1633" name="Google Shape;1633;p45"/>
          <p:cNvGrpSpPr/>
          <p:nvPr/>
        </p:nvGrpSpPr>
        <p:grpSpPr>
          <a:xfrm>
            <a:off x="1667350" y="2528926"/>
            <a:ext cx="998999" cy="141900"/>
            <a:chOff x="1667350" y="2528926"/>
            <a:chExt cx="998999" cy="141900"/>
          </a:xfrm>
        </p:grpSpPr>
        <p:sp>
          <p:nvSpPr>
            <p:cNvPr id="1634" name="Google Shape;1634;p45"/>
            <p:cNvSpPr/>
            <p:nvPr/>
          </p:nvSpPr>
          <p:spPr>
            <a:xfrm rot="-5400000">
              <a:off x="1881625" y="2528926"/>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5"/>
            <p:cNvSpPr/>
            <p:nvPr/>
          </p:nvSpPr>
          <p:spPr>
            <a:xfrm rot="-5400000">
              <a:off x="2095899" y="2528926"/>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5"/>
            <p:cNvSpPr/>
            <p:nvPr/>
          </p:nvSpPr>
          <p:spPr>
            <a:xfrm rot="-5400000">
              <a:off x="2524449" y="2528926"/>
              <a:ext cx="141900" cy="141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5"/>
            <p:cNvSpPr/>
            <p:nvPr/>
          </p:nvSpPr>
          <p:spPr>
            <a:xfrm rot="-5400000">
              <a:off x="1667350" y="2528926"/>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5"/>
            <p:cNvSpPr/>
            <p:nvPr/>
          </p:nvSpPr>
          <p:spPr>
            <a:xfrm rot="-5400000">
              <a:off x="2310172" y="2528926"/>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45"/>
          <p:cNvGrpSpPr/>
          <p:nvPr/>
        </p:nvGrpSpPr>
        <p:grpSpPr>
          <a:xfrm>
            <a:off x="1667350" y="4217501"/>
            <a:ext cx="998997" cy="141900"/>
            <a:chOff x="1667350" y="4217501"/>
            <a:chExt cx="998997" cy="141900"/>
          </a:xfrm>
        </p:grpSpPr>
        <p:sp>
          <p:nvSpPr>
            <p:cNvPr id="1640" name="Google Shape;1640;p45"/>
            <p:cNvSpPr/>
            <p:nvPr/>
          </p:nvSpPr>
          <p:spPr>
            <a:xfrm rot="-5400000">
              <a:off x="1881625" y="4217501"/>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5"/>
            <p:cNvSpPr/>
            <p:nvPr/>
          </p:nvSpPr>
          <p:spPr>
            <a:xfrm rot="-5400000">
              <a:off x="2095899" y="4217501"/>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5"/>
            <p:cNvSpPr/>
            <p:nvPr/>
          </p:nvSpPr>
          <p:spPr>
            <a:xfrm rot="-5400000">
              <a:off x="1667350" y="4217501"/>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5"/>
            <p:cNvSpPr/>
            <p:nvPr/>
          </p:nvSpPr>
          <p:spPr>
            <a:xfrm rot="-5400000">
              <a:off x="2310172" y="4217501"/>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5"/>
            <p:cNvSpPr/>
            <p:nvPr/>
          </p:nvSpPr>
          <p:spPr>
            <a:xfrm rot="-5400000">
              <a:off x="2524447" y="4217501"/>
              <a:ext cx="141900" cy="141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cxnSp>
        <p:nvCxnSpPr>
          <p:cNvPr id="1649" name="Google Shape;1649;p46"/>
          <p:cNvCxnSpPr>
            <a:stCxn id="1650" idx="0"/>
            <a:endCxn id="1651" idx="2"/>
          </p:cNvCxnSpPr>
          <p:nvPr/>
        </p:nvCxnSpPr>
        <p:spPr>
          <a:xfrm flipH="1" rot="5400000">
            <a:off x="3826800" y="3305921"/>
            <a:ext cx="512400" cy="978000"/>
          </a:xfrm>
          <a:prstGeom prst="bentConnector3">
            <a:avLst>
              <a:gd fmla="val 50002" name="adj1"/>
            </a:avLst>
          </a:prstGeom>
          <a:noFill/>
          <a:ln cap="flat" cmpd="sng" w="19050">
            <a:solidFill>
              <a:schemeClr val="dk1"/>
            </a:solidFill>
            <a:prstDash val="solid"/>
            <a:round/>
            <a:headEnd len="med" w="med" type="none"/>
            <a:tailEnd len="med" w="med" type="oval"/>
          </a:ln>
        </p:spPr>
      </p:cxnSp>
      <p:cxnSp>
        <p:nvCxnSpPr>
          <p:cNvPr id="1652" name="Google Shape;1652;p46"/>
          <p:cNvCxnSpPr>
            <a:stCxn id="1650" idx="0"/>
            <a:endCxn id="1653" idx="2"/>
          </p:cNvCxnSpPr>
          <p:nvPr/>
        </p:nvCxnSpPr>
        <p:spPr>
          <a:xfrm rot="-5400000">
            <a:off x="4803300" y="3307721"/>
            <a:ext cx="512100" cy="974700"/>
          </a:xfrm>
          <a:prstGeom prst="bentConnector3">
            <a:avLst>
              <a:gd fmla="val 50002" name="adj1"/>
            </a:avLst>
          </a:prstGeom>
          <a:noFill/>
          <a:ln cap="flat" cmpd="sng" w="19050">
            <a:solidFill>
              <a:schemeClr val="dk1"/>
            </a:solidFill>
            <a:prstDash val="solid"/>
            <a:round/>
            <a:headEnd len="med" w="med" type="none"/>
            <a:tailEnd len="med" w="med" type="oval"/>
          </a:ln>
        </p:spPr>
      </p:cxnSp>
      <p:sp>
        <p:nvSpPr>
          <p:cNvPr id="1654" name="Google Shape;1654;p46"/>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sp>
        <p:nvSpPr>
          <p:cNvPr id="1655" name="Google Shape;1655;p46"/>
          <p:cNvSpPr txBox="1"/>
          <p:nvPr/>
        </p:nvSpPr>
        <p:spPr>
          <a:xfrm>
            <a:off x="6001323" y="1513125"/>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88%</a:t>
            </a:r>
            <a:endParaRPr sz="2400">
              <a:solidFill>
                <a:schemeClr val="accent4"/>
              </a:solidFill>
              <a:latin typeface="Bellefair"/>
              <a:ea typeface="Bellefair"/>
              <a:cs typeface="Bellefair"/>
              <a:sym typeface="Bellefair"/>
            </a:endParaRPr>
          </a:p>
        </p:txBody>
      </p:sp>
      <p:sp>
        <p:nvSpPr>
          <p:cNvPr id="1656" name="Google Shape;1656;p46"/>
          <p:cNvSpPr txBox="1"/>
          <p:nvPr/>
        </p:nvSpPr>
        <p:spPr>
          <a:xfrm>
            <a:off x="4051954" y="1513125"/>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99%</a:t>
            </a:r>
            <a:endParaRPr sz="2400">
              <a:solidFill>
                <a:schemeClr val="accent4"/>
              </a:solidFill>
              <a:latin typeface="Bellefair"/>
              <a:ea typeface="Bellefair"/>
              <a:cs typeface="Bellefair"/>
              <a:sym typeface="Bellefair"/>
            </a:endParaRPr>
          </a:p>
        </p:txBody>
      </p:sp>
      <p:sp>
        <p:nvSpPr>
          <p:cNvPr id="1657" name="Google Shape;1657;p46"/>
          <p:cNvSpPr txBox="1"/>
          <p:nvPr/>
        </p:nvSpPr>
        <p:spPr>
          <a:xfrm>
            <a:off x="2102585" y="1513125"/>
            <a:ext cx="1040100" cy="717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79%</a:t>
            </a:r>
            <a:endParaRPr sz="2400">
              <a:solidFill>
                <a:schemeClr val="accent4"/>
              </a:solidFill>
              <a:latin typeface="Bellefair"/>
              <a:ea typeface="Bellefair"/>
              <a:cs typeface="Bellefair"/>
              <a:sym typeface="Bellefair"/>
            </a:endParaRPr>
          </a:p>
        </p:txBody>
      </p:sp>
      <p:grpSp>
        <p:nvGrpSpPr>
          <p:cNvPr id="1658" name="Google Shape;1658;p46"/>
          <p:cNvGrpSpPr/>
          <p:nvPr/>
        </p:nvGrpSpPr>
        <p:grpSpPr>
          <a:xfrm>
            <a:off x="2662586" y="1359338"/>
            <a:ext cx="1869466" cy="1131689"/>
            <a:chOff x="296725" y="1656799"/>
            <a:chExt cx="4651571" cy="1685314"/>
          </a:xfrm>
        </p:grpSpPr>
        <p:sp>
          <p:nvSpPr>
            <p:cNvPr id="1659" name="Google Shape;1659;p46"/>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0" name="Google Shape;1660;p46"/>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1" name="Google Shape;1661;p46"/>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2" name="Google Shape;1662;p46"/>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63" name="Google Shape;1663;p46"/>
          <p:cNvGrpSpPr/>
          <p:nvPr/>
        </p:nvGrpSpPr>
        <p:grpSpPr>
          <a:xfrm>
            <a:off x="4611955" y="1359201"/>
            <a:ext cx="1869466" cy="1132026"/>
            <a:chOff x="296725" y="1656799"/>
            <a:chExt cx="4651571" cy="1685314"/>
          </a:xfrm>
        </p:grpSpPr>
        <p:sp>
          <p:nvSpPr>
            <p:cNvPr id="1664" name="Google Shape;1664;p46"/>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5" name="Google Shape;1665;p46"/>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6" name="Google Shape;1666;p46"/>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7" name="Google Shape;1667;p46"/>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68" name="Google Shape;1668;p46"/>
          <p:cNvGrpSpPr/>
          <p:nvPr/>
        </p:nvGrpSpPr>
        <p:grpSpPr>
          <a:xfrm>
            <a:off x="713217" y="1359338"/>
            <a:ext cx="1869466" cy="1131689"/>
            <a:chOff x="296725" y="1656799"/>
            <a:chExt cx="4651571" cy="1685314"/>
          </a:xfrm>
        </p:grpSpPr>
        <p:sp>
          <p:nvSpPr>
            <p:cNvPr id="1669" name="Google Shape;1669;p46"/>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0" name="Google Shape;1670;p46"/>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1" name="Google Shape;1671;p46"/>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2" name="Google Shape;1672;p46"/>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73" name="Google Shape;1673;p46"/>
          <p:cNvGrpSpPr/>
          <p:nvPr/>
        </p:nvGrpSpPr>
        <p:grpSpPr>
          <a:xfrm>
            <a:off x="6561324" y="1359201"/>
            <a:ext cx="1869466" cy="1132026"/>
            <a:chOff x="296725" y="1656799"/>
            <a:chExt cx="4651571" cy="1685314"/>
          </a:xfrm>
        </p:grpSpPr>
        <p:sp>
          <p:nvSpPr>
            <p:cNvPr id="1674" name="Google Shape;1674;p46"/>
            <p:cNvSpPr/>
            <p:nvPr/>
          </p:nvSpPr>
          <p:spPr>
            <a:xfrm>
              <a:off x="296725" y="1656799"/>
              <a:ext cx="4651571" cy="1685314"/>
            </a:xfrm>
            <a:custGeom>
              <a:rect b="b" l="l" r="r" t="t"/>
              <a:pathLst>
                <a:path extrusionOk="0" h="12449" w="34360">
                  <a:moveTo>
                    <a:pt x="1" y="0"/>
                  </a:moveTo>
                  <a:lnTo>
                    <a:pt x="1" y="1170"/>
                  </a:lnTo>
                  <a:lnTo>
                    <a:pt x="886" y="1290"/>
                  </a:lnTo>
                  <a:cubicBezTo>
                    <a:pt x="990" y="1080"/>
                    <a:pt x="1200" y="945"/>
                    <a:pt x="1440" y="945"/>
                  </a:cubicBezTo>
                  <a:cubicBezTo>
                    <a:pt x="1786" y="945"/>
                    <a:pt x="2070" y="1230"/>
                    <a:pt x="2070" y="1575"/>
                  </a:cubicBezTo>
                  <a:cubicBezTo>
                    <a:pt x="2070" y="1920"/>
                    <a:pt x="1786" y="2204"/>
                    <a:pt x="1440" y="2204"/>
                  </a:cubicBezTo>
                  <a:cubicBezTo>
                    <a:pt x="1186" y="2204"/>
                    <a:pt x="960" y="2054"/>
                    <a:pt x="870" y="1830"/>
                  </a:cubicBezTo>
                  <a:lnTo>
                    <a:pt x="736" y="1830"/>
                  </a:lnTo>
                  <a:cubicBezTo>
                    <a:pt x="667" y="1830"/>
                    <a:pt x="623" y="1830"/>
                    <a:pt x="596" y="1830"/>
                  </a:cubicBezTo>
                  <a:cubicBezTo>
                    <a:pt x="452" y="1830"/>
                    <a:pt x="789" y="1841"/>
                    <a:pt x="436" y="1980"/>
                  </a:cubicBezTo>
                  <a:cubicBezTo>
                    <a:pt x="296" y="2035"/>
                    <a:pt x="219" y="2053"/>
                    <a:pt x="179" y="2053"/>
                  </a:cubicBezTo>
                  <a:cubicBezTo>
                    <a:pt x="100" y="2053"/>
                    <a:pt x="166" y="1980"/>
                    <a:pt x="166" y="1980"/>
                  </a:cubicBezTo>
                  <a:lnTo>
                    <a:pt x="1" y="1980"/>
                  </a:lnTo>
                  <a:lnTo>
                    <a:pt x="1" y="3404"/>
                  </a:lnTo>
                  <a:lnTo>
                    <a:pt x="886" y="3510"/>
                  </a:lnTo>
                  <a:cubicBezTo>
                    <a:pt x="990" y="3314"/>
                    <a:pt x="1200" y="3180"/>
                    <a:pt x="1440" y="3180"/>
                  </a:cubicBezTo>
                  <a:cubicBezTo>
                    <a:pt x="1786" y="3180"/>
                    <a:pt x="2070" y="3464"/>
                    <a:pt x="2070" y="3810"/>
                  </a:cubicBezTo>
                  <a:cubicBezTo>
                    <a:pt x="2070" y="4154"/>
                    <a:pt x="1786" y="4440"/>
                    <a:pt x="1440" y="4440"/>
                  </a:cubicBezTo>
                  <a:cubicBezTo>
                    <a:pt x="1186" y="4440"/>
                    <a:pt x="960" y="4274"/>
                    <a:pt x="870" y="4064"/>
                  </a:cubicBezTo>
                  <a:lnTo>
                    <a:pt x="736" y="4064"/>
                  </a:lnTo>
                  <a:cubicBezTo>
                    <a:pt x="671" y="4064"/>
                    <a:pt x="628" y="4064"/>
                    <a:pt x="601" y="4064"/>
                  </a:cubicBezTo>
                  <a:cubicBezTo>
                    <a:pt x="444" y="4064"/>
                    <a:pt x="793" y="4074"/>
                    <a:pt x="436" y="4214"/>
                  </a:cubicBezTo>
                  <a:cubicBezTo>
                    <a:pt x="296" y="4269"/>
                    <a:pt x="219" y="4288"/>
                    <a:pt x="179" y="4288"/>
                  </a:cubicBezTo>
                  <a:cubicBezTo>
                    <a:pt x="100" y="4288"/>
                    <a:pt x="166" y="4214"/>
                    <a:pt x="166" y="4214"/>
                  </a:cubicBezTo>
                  <a:lnTo>
                    <a:pt x="1" y="4214"/>
                  </a:lnTo>
                  <a:lnTo>
                    <a:pt x="1" y="5639"/>
                  </a:lnTo>
                  <a:lnTo>
                    <a:pt x="886" y="5744"/>
                  </a:lnTo>
                  <a:cubicBezTo>
                    <a:pt x="990" y="5549"/>
                    <a:pt x="1200" y="5414"/>
                    <a:pt x="1440" y="5414"/>
                  </a:cubicBezTo>
                  <a:cubicBezTo>
                    <a:pt x="1786" y="5414"/>
                    <a:pt x="2070" y="5684"/>
                    <a:pt x="2070" y="6029"/>
                  </a:cubicBezTo>
                  <a:cubicBezTo>
                    <a:pt x="2070" y="6389"/>
                    <a:pt x="1786" y="6659"/>
                    <a:pt x="1440" y="6659"/>
                  </a:cubicBezTo>
                  <a:cubicBezTo>
                    <a:pt x="1186" y="6659"/>
                    <a:pt x="960" y="6509"/>
                    <a:pt x="870" y="6284"/>
                  </a:cubicBezTo>
                  <a:lnTo>
                    <a:pt x="736" y="6284"/>
                  </a:lnTo>
                  <a:cubicBezTo>
                    <a:pt x="671" y="6284"/>
                    <a:pt x="628" y="6283"/>
                    <a:pt x="601" y="6283"/>
                  </a:cubicBezTo>
                  <a:cubicBezTo>
                    <a:pt x="444" y="6283"/>
                    <a:pt x="793" y="6294"/>
                    <a:pt x="436" y="6434"/>
                  </a:cubicBezTo>
                  <a:cubicBezTo>
                    <a:pt x="296" y="6489"/>
                    <a:pt x="219" y="6507"/>
                    <a:pt x="179" y="6507"/>
                  </a:cubicBezTo>
                  <a:cubicBezTo>
                    <a:pt x="100" y="6507"/>
                    <a:pt x="166" y="6434"/>
                    <a:pt x="166" y="6434"/>
                  </a:cubicBezTo>
                  <a:lnTo>
                    <a:pt x="1" y="6434"/>
                  </a:lnTo>
                  <a:lnTo>
                    <a:pt x="1" y="7859"/>
                  </a:lnTo>
                  <a:lnTo>
                    <a:pt x="886" y="7979"/>
                  </a:lnTo>
                  <a:cubicBezTo>
                    <a:pt x="990" y="7769"/>
                    <a:pt x="1200" y="7633"/>
                    <a:pt x="1440" y="7633"/>
                  </a:cubicBezTo>
                  <a:cubicBezTo>
                    <a:pt x="1786" y="7633"/>
                    <a:pt x="2070" y="7919"/>
                    <a:pt x="2070" y="8263"/>
                  </a:cubicBezTo>
                  <a:cubicBezTo>
                    <a:pt x="2070" y="8609"/>
                    <a:pt x="1786" y="8893"/>
                    <a:pt x="1440" y="8893"/>
                  </a:cubicBezTo>
                  <a:cubicBezTo>
                    <a:pt x="1186" y="8893"/>
                    <a:pt x="960" y="8743"/>
                    <a:pt x="870" y="8519"/>
                  </a:cubicBezTo>
                  <a:lnTo>
                    <a:pt x="736" y="8519"/>
                  </a:lnTo>
                  <a:cubicBezTo>
                    <a:pt x="667" y="8519"/>
                    <a:pt x="623" y="8518"/>
                    <a:pt x="596" y="8518"/>
                  </a:cubicBezTo>
                  <a:cubicBezTo>
                    <a:pt x="452" y="8518"/>
                    <a:pt x="789" y="8529"/>
                    <a:pt x="436" y="8669"/>
                  </a:cubicBezTo>
                  <a:cubicBezTo>
                    <a:pt x="296" y="8724"/>
                    <a:pt x="219" y="8742"/>
                    <a:pt x="179" y="8742"/>
                  </a:cubicBezTo>
                  <a:cubicBezTo>
                    <a:pt x="100" y="8742"/>
                    <a:pt x="166" y="8669"/>
                    <a:pt x="166" y="8669"/>
                  </a:cubicBezTo>
                  <a:lnTo>
                    <a:pt x="1" y="8669"/>
                  </a:lnTo>
                  <a:lnTo>
                    <a:pt x="1" y="10093"/>
                  </a:lnTo>
                  <a:lnTo>
                    <a:pt x="886" y="10198"/>
                  </a:lnTo>
                  <a:cubicBezTo>
                    <a:pt x="990" y="10003"/>
                    <a:pt x="1200" y="9869"/>
                    <a:pt x="1440" y="9869"/>
                  </a:cubicBezTo>
                  <a:cubicBezTo>
                    <a:pt x="1786" y="9869"/>
                    <a:pt x="2070" y="10153"/>
                    <a:pt x="2070" y="10498"/>
                  </a:cubicBezTo>
                  <a:cubicBezTo>
                    <a:pt x="2070" y="10843"/>
                    <a:pt x="1786" y="11128"/>
                    <a:pt x="1440" y="11128"/>
                  </a:cubicBezTo>
                  <a:cubicBezTo>
                    <a:pt x="1186" y="11128"/>
                    <a:pt x="960" y="10963"/>
                    <a:pt x="870" y="10753"/>
                  </a:cubicBezTo>
                  <a:lnTo>
                    <a:pt x="736" y="10753"/>
                  </a:lnTo>
                  <a:cubicBezTo>
                    <a:pt x="671" y="10753"/>
                    <a:pt x="628" y="10752"/>
                    <a:pt x="601" y="10752"/>
                  </a:cubicBezTo>
                  <a:cubicBezTo>
                    <a:pt x="444" y="10752"/>
                    <a:pt x="793" y="10763"/>
                    <a:pt x="436" y="10903"/>
                  </a:cubicBezTo>
                  <a:cubicBezTo>
                    <a:pt x="296" y="10958"/>
                    <a:pt x="219" y="10976"/>
                    <a:pt x="179" y="10976"/>
                  </a:cubicBezTo>
                  <a:cubicBezTo>
                    <a:pt x="100" y="10976"/>
                    <a:pt x="166" y="10903"/>
                    <a:pt x="166" y="10903"/>
                  </a:cubicBezTo>
                  <a:lnTo>
                    <a:pt x="1" y="10903"/>
                  </a:lnTo>
                  <a:lnTo>
                    <a:pt x="1" y="12252"/>
                  </a:lnTo>
                  <a:cubicBezTo>
                    <a:pt x="136" y="12222"/>
                    <a:pt x="286" y="12148"/>
                    <a:pt x="526" y="12148"/>
                  </a:cubicBezTo>
                  <a:cubicBezTo>
                    <a:pt x="1006" y="12148"/>
                    <a:pt x="1006" y="11818"/>
                    <a:pt x="1500" y="11818"/>
                  </a:cubicBezTo>
                  <a:cubicBezTo>
                    <a:pt x="1996" y="11818"/>
                    <a:pt x="1996" y="11833"/>
                    <a:pt x="2490" y="11833"/>
                  </a:cubicBezTo>
                  <a:cubicBezTo>
                    <a:pt x="2970" y="11833"/>
                    <a:pt x="2970" y="12042"/>
                    <a:pt x="3466" y="12042"/>
                  </a:cubicBezTo>
                  <a:cubicBezTo>
                    <a:pt x="3960" y="12042"/>
                    <a:pt x="3960" y="12178"/>
                    <a:pt x="4455" y="12178"/>
                  </a:cubicBezTo>
                  <a:cubicBezTo>
                    <a:pt x="4935" y="12178"/>
                    <a:pt x="4935" y="12058"/>
                    <a:pt x="5430" y="12058"/>
                  </a:cubicBezTo>
                  <a:cubicBezTo>
                    <a:pt x="5925" y="12058"/>
                    <a:pt x="5925" y="12252"/>
                    <a:pt x="6419" y="12252"/>
                  </a:cubicBezTo>
                  <a:cubicBezTo>
                    <a:pt x="6899" y="12252"/>
                    <a:pt x="6899" y="11938"/>
                    <a:pt x="7395" y="11938"/>
                  </a:cubicBezTo>
                  <a:cubicBezTo>
                    <a:pt x="7889" y="11938"/>
                    <a:pt x="7889" y="12222"/>
                    <a:pt x="8369" y="12222"/>
                  </a:cubicBezTo>
                  <a:cubicBezTo>
                    <a:pt x="8864" y="12222"/>
                    <a:pt x="8864" y="12132"/>
                    <a:pt x="9359" y="12132"/>
                  </a:cubicBezTo>
                  <a:cubicBezTo>
                    <a:pt x="9854" y="12132"/>
                    <a:pt x="9854" y="12388"/>
                    <a:pt x="10334" y="12388"/>
                  </a:cubicBezTo>
                  <a:cubicBezTo>
                    <a:pt x="10828" y="12388"/>
                    <a:pt x="10828" y="11878"/>
                    <a:pt x="11324" y="11878"/>
                  </a:cubicBezTo>
                  <a:cubicBezTo>
                    <a:pt x="11818" y="11878"/>
                    <a:pt x="11818" y="12298"/>
                    <a:pt x="12298" y="12298"/>
                  </a:cubicBezTo>
                  <a:cubicBezTo>
                    <a:pt x="12794" y="12298"/>
                    <a:pt x="12794" y="12448"/>
                    <a:pt x="13288" y="12448"/>
                  </a:cubicBezTo>
                  <a:cubicBezTo>
                    <a:pt x="13768" y="12448"/>
                    <a:pt x="13768" y="12012"/>
                    <a:pt x="14263" y="12012"/>
                  </a:cubicBezTo>
                  <a:cubicBezTo>
                    <a:pt x="14758" y="12012"/>
                    <a:pt x="14758" y="12208"/>
                    <a:pt x="15253" y="12208"/>
                  </a:cubicBezTo>
                  <a:cubicBezTo>
                    <a:pt x="15733" y="12208"/>
                    <a:pt x="15733" y="12328"/>
                    <a:pt x="16227" y="12328"/>
                  </a:cubicBezTo>
                  <a:cubicBezTo>
                    <a:pt x="16723" y="12328"/>
                    <a:pt x="16723" y="12342"/>
                    <a:pt x="17217" y="12342"/>
                  </a:cubicBezTo>
                  <a:cubicBezTo>
                    <a:pt x="17697" y="12342"/>
                    <a:pt x="17697" y="12208"/>
                    <a:pt x="18193" y="12208"/>
                  </a:cubicBezTo>
                  <a:cubicBezTo>
                    <a:pt x="18687" y="12208"/>
                    <a:pt x="18687" y="11953"/>
                    <a:pt x="19167" y="11953"/>
                  </a:cubicBezTo>
                  <a:cubicBezTo>
                    <a:pt x="19662" y="11953"/>
                    <a:pt x="19662" y="12238"/>
                    <a:pt x="20157" y="12238"/>
                  </a:cubicBezTo>
                  <a:cubicBezTo>
                    <a:pt x="20652" y="12238"/>
                    <a:pt x="20652" y="12028"/>
                    <a:pt x="21132" y="12028"/>
                  </a:cubicBezTo>
                  <a:cubicBezTo>
                    <a:pt x="21626" y="12028"/>
                    <a:pt x="21626" y="11938"/>
                    <a:pt x="22122" y="11938"/>
                  </a:cubicBezTo>
                  <a:cubicBezTo>
                    <a:pt x="22602" y="11938"/>
                    <a:pt x="22602" y="12162"/>
                    <a:pt x="23096" y="12162"/>
                  </a:cubicBezTo>
                  <a:cubicBezTo>
                    <a:pt x="23592" y="12162"/>
                    <a:pt x="23592" y="12312"/>
                    <a:pt x="24086" y="12312"/>
                  </a:cubicBezTo>
                  <a:cubicBezTo>
                    <a:pt x="24566" y="12312"/>
                    <a:pt x="24566" y="12162"/>
                    <a:pt x="25061" y="12162"/>
                  </a:cubicBezTo>
                  <a:cubicBezTo>
                    <a:pt x="25556" y="12162"/>
                    <a:pt x="25556" y="12102"/>
                    <a:pt x="26036" y="12102"/>
                  </a:cubicBezTo>
                  <a:cubicBezTo>
                    <a:pt x="26531" y="12102"/>
                    <a:pt x="26531" y="12372"/>
                    <a:pt x="27025" y="12372"/>
                  </a:cubicBezTo>
                  <a:cubicBezTo>
                    <a:pt x="27521" y="12372"/>
                    <a:pt x="27521" y="11848"/>
                    <a:pt x="28001" y="11848"/>
                  </a:cubicBezTo>
                  <a:cubicBezTo>
                    <a:pt x="28495" y="11848"/>
                    <a:pt x="28495" y="12238"/>
                    <a:pt x="28991" y="12238"/>
                  </a:cubicBezTo>
                  <a:cubicBezTo>
                    <a:pt x="29470" y="12238"/>
                    <a:pt x="29470" y="12012"/>
                    <a:pt x="29965" y="12012"/>
                  </a:cubicBezTo>
                  <a:cubicBezTo>
                    <a:pt x="30460" y="12012"/>
                    <a:pt x="30460" y="12432"/>
                    <a:pt x="30940" y="12432"/>
                  </a:cubicBezTo>
                  <a:cubicBezTo>
                    <a:pt x="31434" y="12432"/>
                    <a:pt x="31434" y="12268"/>
                    <a:pt x="31930" y="12268"/>
                  </a:cubicBezTo>
                  <a:cubicBezTo>
                    <a:pt x="32424" y="12268"/>
                    <a:pt x="32424" y="12012"/>
                    <a:pt x="32904" y="12012"/>
                  </a:cubicBezTo>
                  <a:cubicBezTo>
                    <a:pt x="33287" y="12012"/>
                    <a:pt x="33526" y="12362"/>
                    <a:pt x="33774" y="12362"/>
                  </a:cubicBezTo>
                  <a:cubicBezTo>
                    <a:pt x="33847" y="12362"/>
                    <a:pt x="33921" y="12331"/>
                    <a:pt x="34000" y="12252"/>
                  </a:cubicBezTo>
                  <a:cubicBezTo>
                    <a:pt x="34359" y="11908"/>
                    <a:pt x="34240" y="11668"/>
                    <a:pt x="34074" y="11098"/>
                  </a:cubicBezTo>
                  <a:cubicBezTo>
                    <a:pt x="33954" y="10618"/>
                    <a:pt x="33790" y="10648"/>
                    <a:pt x="33790" y="10168"/>
                  </a:cubicBezTo>
                  <a:cubicBezTo>
                    <a:pt x="33790" y="9673"/>
                    <a:pt x="33880" y="9673"/>
                    <a:pt x="33880" y="9179"/>
                  </a:cubicBezTo>
                  <a:cubicBezTo>
                    <a:pt x="33880" y="8683"/>
                    <a:pt x="34000" y="8683"/>
                    <a:pt x="34000" y="8189"/>
                  </a:cubicBezTo>
                  <a:cubicBezTo>
                    <a:pt x="34000" y="7693"/>
                    <a:pt x="33580" y="7693"/>
                    <a:pt x="33580" y="7213"/>
                  </a:cubicBezTo>
                  <a:cubicBezTo>
                    <a:pt x="33580" y="6719"/>
                    <a:pt x="34060" y="6719"/>
                    <a:pt x="34060" y="6224"/>
                  </a:cubicBezTo>
                  <a:cubicBezTo>
                    <a:pt x="34060" y="5729"/>
                    <a:pt x="33564" y="5729"/>
                    <a:pt x="33564" y="5234"/>
                  </a:cubicBezTo>
                  <a:cubicBezTo>
                    <a:pt x="33564" y="4754"/>
                    <a:pt x="34060" y="4754"/>
                    <a:pt x="34060" y="4260"/>
                  </a:cubicBezTo>
                  <a:cubicBezTo>
                    <a:pt x="34060" y="3764"/>
                    <a:pt x="33834" y="3764"/>
                    <a:pt x="33834" y="3270"/>
                  </a:cubicBezTo>
                  <a:cubicBezTo>
                    <a:pt x="33834" y="2774"/>
                    <a:pt x="33774" y="2774"/>
                    <a:pt x="33774" y="2294"/>
                  </a:cubicBezTo>
                  <a:cubicBezTo>
                    <a:pt x="33774" y="1800"/>
                    <a:pt x="34134" y="1800"/>
                    <a:pt x="34134" y="1305"/>
                  </a:cubicBezTo>
                  <a:cubicBezTo>
                    <a:pt x="34134" y="810"/>
                    <a:pt x="34314" y="585"/>
                    <a:pt x="33970" y="240"/>
                  </a:cubicBezTo>
                  <a:cubicBezTo>
                    <a:pt x="33863" y="134"/>
                    <a:pt x="33769" y="98"/>
                    <a:pt x="33674" y="98"/>
                  </a:cubicBezTo>
                  <a:cubicBezTo>
                    <a:pt x="33461" y="98"/>
                    <a:pt x="33248" y="285"/>
                    <a:pt x="32904" y="285"/>
                  </a:cubicBezTo>
                  <a:cubicBezTo>
                    <a:pt x="32410" y="285"/>
                    <a:pt x="32410" y="135"/>
                    <a:pt x="31930" y="135"/>
                  </a:cubicBezTo>
                  <a:cubicBezTo>
                    <a:pt x="31434" y="135"/>
                    <a:pt x="31434" y="600"/>
                    <a:pt x="30940" y="600"/>
                  </a:cubicBezTo>
                  <a:cubicBezTo>
                    <a:pt x="30445" y="600"/>
                    <a:pt x="30445" y="360"/>
                    <a:pt x="29965" y="360"/>
                  </a:cubicBezTo>
                  <a:cubicBezTo>
                    <a:pt x="29470" y="360"/>
                    <a:pt x="29470" y="105"/>
                    <a:pt x="28975" y="105"/>
                  </a:cubicBezTo>
                  <a:lnTo>
                    <a:pt x="28001" y="105"/>
                  </a:lnTo>
                  <a:cubicBezTo>
                    <a:pt x="27505" y="105"/>
                    <a:pt x="27505" y="540"/>
                    <a:pt x="27011" y="540"/>
                  </a:cubicBezTo>
                  <a:cubicBezTo>
                    <a:pt x="26515" y="540"/>
                    <a:pt x="26515" y="15"/>
                    <a:pt x="26036" y="15"/>
                  </a:cubicBezTo>
                  <a:cubicBezTo>
                    <a:pt x="25541" y="15"/>
                    <a:pt x="25541" y="180"/>
                    <a:pt x="25046" y="180"/>
                  </a:cubicBezTo>
                  <a:cubicBezTo>
                    <a:pt x="24566" y="180"/>
                    <a:pt x="24566" y="600"/>
                    <a:pt x="24071" y="600"/>
                  </a:cubicBezTo>
                  <a:cubicBezTo>
                    <a:pt x="23576" y="600"/>
                    <a:pt x="23576" y="585"/>
                    <a:pt x="23082" y="585"/>
                  </a:cubicBezTo>
                  <a:cubicBezTo>
                    <a:pt x="22602" y="585"/>
                    <a:pt x="22602" y="630"/>
                    <a:pt x="22106" y="630"/>
                  </a:cubicBezTo>
                  <a:cubicBezTo>
                    <a:pt x="21612" y="630"/>
                    <a:pt x="21612" y="60"/>
                    <a:pt x="21116" y="60"/>
                  </a:cubicBezTo>
                  <a:cubicBezTo>
                    <a:pt x="20637" y="60"/>
                    <a:pt x="20637" y="495"/>
                    <a:pt x="20142" y="495"/>
                  </a:cubicBezTo>
                  <a:cubicBezTo>
                    <a:pt x="19647" y="495"/>
                    <a:pt x="19647" y="285"/>
                    <a:pt x="19152" y="285"/>
                  </a:cubicBezTo>
                  <a:cubicBezTo>
                    <a:pt x="18673" y="285"/>
                    <a:pt x="18673" y="255"/>
                    <a:pt x="18177" y="255"/>
                  </a:cubicBezTo>
                  <a:cubicBezTo>
                    <a:pt x="17683" y="255"/>
                    <a:pt x="17683" y="360"/>
                    <a:pt x="17203" y="360"/>
                  </a:cubicBezTo>
                  <a:cubicBezTo>
                    <a:pt x="16707" y="360"/>
                    <a:pt x="16707" y="585"/>
                    <a:pt x="16213" y="585"/>
                  </a:cubicBezTo>
                  <a:cubicBezTo>
                    <a:pt x="15718" y="585"/>
                    <a:pt x="15718" y="450"/>
                    <a:pt x="15238" y="450"/>
                  </a:cubicBezTo>
                  <a:cubicBezTo>
                    <a:pt x="14743" y="450"/>
                    <a:pt x="14743" y="105"/>
                    <a:pt x="14248" y="105"/>
                  </a:cubicBezTo>
                  <a:cubicBezTo>
                    <a:pt x="13768" y="105"/>
                    <a:pt x="13768" y="195"/>
                    <a:pt x="13274" y="195"/>
                  </a:cubicBezTo>
                  <a:cubicBezTo>
                    <a:pt x="12778" y="195"/>
                    <a:pt x="12778" y="645"/>
                    <a:pt x="12284" y="645"/>
                  </a:cubicBezTo>
                  <a:cubicBezTo>
                    <a:pt x="11804" y="645"/>
                    <a:pt x="11804" y="615"/>
                    <a:pt x="11308" y="615"/>
                  </a:cubicBezTo>
                  <a:cubicBezTo>
                    <a:pt x="10814" y="615"/>
                    <a:pt x="10814" y="210"/>
                    <a:pt x="10334" y="210"/>
                  </a:cubicBezTo>
                  <a:cubicBezTo>
                    <a:pt x="9839" y="210"/>
                    <a:pt x="9839" y="45"/>
                    <a:pt x="9344" y="45"/>
                  </a:cubicBezTo>
                  <a:cubicBezTo>
                    <a:pt x="8849" y="45"/>
                    <a:pt x="8849" y="120"/>
                    <a:pt x="8369" y="120"/>
                  </a:cubicBezTo>
                  <a:cubicBezTo>
                    <a:pt x="7875" y="120"/>
                    <a:pt x="7875" y="60"/>
                    <a:pt x="7379" y="60"/>
                  </a:cubicBezTo>
                  <a:cubicBezTo>
                    <a:pt x="6899" y="60"/>
                    <a:pt x="6899" y="120"/>
                    <a:pt x="6405" y="120"/>
                  </a:cubicBezTo>
                  <a:cubicBezTo>
                    <a:pt x="5909" y="120"/>
                    <a:pt x="5909" y="630"/>
                    <a:pt x="5415" y="630"/>
                  </a:cubicBezTo>
                  <a:cubicBezTo>
                    <a:pt x="4935" y="630"/>
                    <a:pt x="4935" y="300"/>
                    <a:pt x="4440" y="300"/>
                  </a:cubicBezTo>
                  <a:cubicBezTo>
                    <a:pt x="3945" y="300"/>
                    <a:pt x="3945" y="480"/>
                    <a:pt x="3466" y="480"/>
                  </a:cubicBezTo>
                  <a:cubicBezTo>
                    <a:pt x="2970" y="480"/>
                    <a:pt x="2970" y="255"/>
                    <a:pt x="2476" y="255"/>
                  </a:cubicBezTo>
                  <a:cubicBezTo>
                    <a:pt x="1996" y="255"/>
                    <a:pt x="1996" y="0"/>
                    <a:pt x="1500" y="0"/>
                  </a:cubicBezTo>
                  <a:cubicBezTo>
                    <a:pt x="1006" y="0"/>
                    <a:pt x="1006" y="60"/>
                    <a:pt x="510" y="60"/>
                  </a:cubicBezTo>
                  <a:cubicBezTo>
                    <a:pt x="316" y="60"/>
                    <a:pt x="151" y="3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5" name="Google Shape;1675;p46"/>
            <p:cNvSpPr/>
            <p:nvPr/>
          </p:nvSpPr>
          <p:spPr>
            <a:xfrm>
              <a:off x="782053" y="2144021"/>
              <a:ext cx="3808846" cy="6227"/>
            </a:xfrm>
            <a:custGeom>
              <a:rect b="b" l="l" r="r" t="t"/>
              <a:pathLst>
                <a:path extrusionOk="0" h="46" w="28135">
                  <a:moveTo>
                    <a:pt x="15" y="1"/>
                  </a:moveTo>
                  <a:cubicBezTo>
                    <a:pt x="15" y="1"/>
                    <a:pt x="0" y="15"/>
                    <a:pt x="0" y="31"/>
                  </a:cubicBezTo>
                  <a:cubicBezTo>
                    <a:pt x="0" y="45"/>
                    <a:pt x="15" y="45"/>
                    <a:pt x="15" y="45"/>
                  </a:cubicBezTo>
                  <a:lnTo>
                    <a:pt x="270" y="45"/>
                  </a:lnTo>
                  <a:cubicBezTo>
                    <a:pt x="285" y="45"/>
                    <a:pt x="300" y="45"/>
                    <a:pt x="300" y="31"/>
                  </a:cubicBezTo>
                  <a:cubicBezTo>
                    <a:pt x="300" y="15"/>
                    <a:pt x="285" y="1"/>
                    <a:pt x="270" y="1"/>
                  </a:cubicBezTo>
                  <a:close/>
                  <a:moveTo>
                    <a:pt x="600" y="1"/>
                  </a:moveTo>
                  <a:cubicBezTo>
                    <a:pt x="585" y="1"/>
                    <a:pt x="585" y="15"/>
                    <a:pt x="585" y="31"/>
                  </a:cubicBezTo>
                  <a:cubicBezTo>
                    <a:pt x="585" y="45"/>
                    <a:pt x="585" y="45"/>
                    <a:pt x="600" y="45"/>
                  </a:cubicBezTo>
                  <a:lnTo>
                    <a:pt x="855" y="45"/>
                  </a:lnTo>
                  <a:cubicBezTo>
                    <a:pt x="870" y="45"/>
                    <a:pt x="885" y="45"/>
                    <a:pt x="885" y="31"/>
                  </a:cubicBezTo>
                  <a:cubicBezTo>
                    <a:pt x="885" y="15"/>
                    <a:pt x="870" y="1"/>
                    <a:pt x="855" y="1"/>
                  </a:cubicBezTo>
                  <a:close/>
                  <a:moveTo>
                    <a:pt x="1185" y="1"/>
                  </a:moveTo>
                  <a:cubicBezTo>
                    <a:pt x="1170" y="1"/>
                    <a:pt x="1155" y="15"/>
                    <a:pt x="1155" y="31"/>
                  </a:cubicBezTo>
                  <a:cubicBezTo>
                    <a:pt x="1155" y="45"/>
                    <a:pt x="1170" y="45"/>
                    <a:pt x="1185" y="45"/>
                  </a:cubicBezTo>
                  <a:lnTo>
                    <a:pt x="1440" y="45"/>
                  </a:lnTo>
                  <a:cubicBezTo>
                    <a:pt x="1455" y="45"/>
                    <a:pt x="1455" y="45"/>
                    <a:pt x="1455" y="31"/>
                  </a:cubicBezTo>
                  <a:cubicBezTo>
                    <a:pt x="1455" y="15"/>
                    <a:pt x="1455" y="1"/>
                    <a:pt x="1440" y="1"/>
                  </a:cubicBezTo>
                  <a:close/>
                  <a:moveTo>
                    <a:pt x="1770" y="1"/>
                  </a:moveTo>
                  <a:cubicBezTo>
                    <a:pt x="1755" y="1"/>
                    <a:pt x="1740" y="15"/>
                    <a:pt x="1740" y="31"/>
                  </a:cubicBezTo>
                  <a:cubicBezTo>
                    <a:pt x="1740" y="45"/>
                    <a:pt x="1755" y="45"/>
                    <a:pt x="1770" y="45"/>
                  </a:cubicBezTo>
                  <a:lnTo>
                    <a:pt x="2025" y="45"/>
                  </a:lnTo>
                  <a:cubicBezTo>
                    <a:pt x="2025" y="45"/>
                    <a:pt x="2040" y="45"/>
                    <a:pt x="2040" y="31"/>
                  </a:cubicBezTo>
                  <a:cubicBezTo>
                    <a:pt x="2040" y="15"/>
                    <a:pt x="2025" y="1"/>
                    <a:pt x="2025" y="1"/>
                  </a:cubicBezTo>
                  <a:close/>
                  <a:moveTo>
                    <a:pt x="2340" y="1"/>
                  </a:moveTo>
                  <a:cubicBezTo>
                    <a:pt x="2324" y="1"/>
                    <a:pt x="2324" y="15"/>
                    <a:pt x="2324" y="31"/>
                  </a:cubicBezTo>
                  <a:cubicBezTo>
                    <a:pt x="2324" y="45"/>
                    <a:pt x="2324" y="45"/>
                    <a:pt x="2340" y="45"/>
                  </a:cubicBezTo>
                  <a:lnTo>
                    <a:pt x="2594" y="45"/>
                  </a:lnTo>
                  <a:cubicBezTo>
                    <a:pt x="2610" y="45"/>
                    <a:pt x="2624" y="45"/>
                    <a:pt x="2624" y="31"/>
                  </a:cubicBezTo>
                  <a:cubicBezTo>
                    <a:pt x="2624" y="15"/>
                    <a:pt x="2610" y="1"/>
                    <a:pt x="2594" y="1"/>
                  </a:cubicBezTo>
                  <a:close/>
                  <a:moveTo>
                    <a:pt x="2924" y="1"/>
                  </a:moveTo>
                  <a:cubicBezTo>
                    <a:pt x="2910" y="1"/>
                    <a:pt x="2894" y="15"/>
                    <a:pt x="2894" y="31"/>
                  </a:cubicBezTo>
                  <a:cubicBezTo>
                    <a:pt x="2894" y="45"/>
                    <a:pt x="2910" y="45"/>
                    <a:pt x="2924" y="45"/>
                  </a:cubicBezTo>
                  <a:lnTo>
                    <a:pt x="3180" y="45"/>
                  </a:lnTo>
                  <a:cubicBezTo>
                    <a:pt x="3194" y="45"/>
                    <a:pt x="3210" y="45"/>
                    <a:pt x="3210" y="31"/>
                  </a:cubicBezTo>
                  <a:cubicBezTo>
                    <a:pt x="3210" y="15"/>
                    <a:pt x="3194" y="1"/>
                    <a:pt x="3180" y="1"/>
                  </a:cubicBezTo>
                  <a:close/>
                  <a:moveTo>
                    <a:pt x="3510" y="1"/>
                  </a:moveTo>
                  <a:cubicBezTo>
                    <a:pt x="3494" y="1"/>
                    <a:pt x="3480" y="15"/>
                    <a:pt x="3480" y="31"/>
                  </a:cubicBezTo>
                  <a:cubicBezTo>
                    <a:pt x="3480" y="45"/>
                    <a:pt x="3494" y="45"/>
                    <a:pt x="3510" y="45"/>
                  </a:cubicBezTo>
                  <a:lnTo>
                    <a:pt x="3764" y="45"/>
                  </a:lnTo>
                  <a:cubicBezTo>
                    <a:pt x="3780" y="45"/>
                    <a:pt x="3780" y="45"/>
                    <a:pt x="3780" y="31"/>
                  </a:cubicBezTo>
                  <a:cubicBezTo>
                    <a:pt x="3780" y="15"/>
                    <a:pt x="3780" y="1"/>
                    <a:pt x="3764" y="1"/>
                  </a:cubicBezTo>
                  <a:close/>
                  <a:moveTo>
                    <a:pt x="4080" y="1"/>
                  </a:moveTo>
                  <a:cubicBezTo>
                    <a:pt x="4080" y="1"/>
                    <a:pt x="4064" y="15"/>
                    <a:pt x="4064" y="31"/>
                  </a:cubicBezTo>
                  <a:cubicBezTo>
                    <a:pt x="4064" y="45"/>
                    <a:pt x="4080" y="45"/>
                    <a:pt x="4080" y="45"/>
                  </a:cubicBezTo>
                  <a:lnTo>
                    <a:pt x="4334" y="45"/>
                  </a:lnTo>
                  <a:cubicBezTo>
                    <a:pt x="4350" y="45"/>
                    <a:pt x="4364" y="45"/>
                    <a:pt x="4364" y="31"/>
                  </a:cubicBezTo>
                  <a:cubicBezTo>
                    <a:pt x="4364" y="15"/>
                    <a:pt x="4350" y="1"/>
                    <a:pt x="4334" y="1"/>
                  </a:cubicBezTo>
                  <a:close/>
                  <a:moveTo>
                    <a:pt x="4664" y="1"/>
                  </a:moveTo>
                  <a:cubicBezTo>
                    <a:pt x="4650" y="1"/>
                    <a:pt x="4634" y="15"/>
                    <a:pt x="4634" y="31"/>
                  </a:cubicBezTo>
                  <a:cubicBezTo>
                    <a:pt x="4634" y="45"/>
                    <a:pt x="4650" y="45"/>
                    <a:pt x="4664" y="45"/>
                  </a:cubicBezTo>
                  <a:lnTo>
                    <a:pt x="4920" y="45"/>
                  </a:lnTo>
                  <a:cubicBezTo>
                    <a:pt x="4934" y="45"/>
                    <a:pt x="4950" y="45"/>
                    <a:pt x="4950" y="31"/>
                  </a:cubicBezTo>
                  <a:cubicBezTo>
                    <a:pt x="4950" y="15"/>
                    <a:pt x="4934" y="1"/>
                    <a:pt x="4920" y="1"/>
                  </a:cubicBezTo>
                  <a:close/>
                  <a:moveTo>
                    <a:pt x="5249" y="1"/>
                  </a:moveTo>
                  <a:cubicBezTo>
                    <a:pt x="5234" y="1"/>
                    <a:pt x="5219" y="15"/>
                    <a:pt x="5219" y="31"/>
                  </a:cubicBezTo>
                  <a:cubicBezTo>
                    <a:pt x="5219" y="45"/>
                    <a:pt x="5234" y="45"/>
                    <a:pt x="5249" y="45"/>
                  </a:cubicBezTo>
                  <a:lnTo>
                    <a:pt x="5504" y="45"/>
                  </a:lnTo>
                  <a:cubicBezTo>
                    <a:pt x="5519" y="45"/>
                    <a:pt x="5519" y="45"/>
                    <a:pt x="5519" y="31"/>
                  </a:cubicBezTo>
                  <a:cubicBezTo>
                    <a:pt x="5519" y="15"/>
                    <a:pt x="5519" y="1"/>
                    <a:pt x="5504" y="1"/>
                  </a:cubicBezTo>
                  <a:close/>
                  <a:moveTo>
                    <a:pt x="5834" y="1"/>
                  </a:moveTo>
                  <a:cubicBezTo>
                    <a:pt x="5819" y="1"/>
                    <a:pt x="5804" y="15"/>
                    <a:pt x="5804" y="31"/>
                  </a:cubicBezTo>
                  <a:cubicBezTo>
                    <a:pt x="5804" y="45"/>
                    <a:pt x="5819" y="45"/>
                    <a:pt x="5834" y="45"/>
                  </a:cubicBezTo>
                  <a:lnTo>
                    <a:pt x="6089" y="45"/>
                  </a:lnTo>
                  <a:cubicBezTo>
                    <a:pt x="6089" y="45"/>
                    <a:pt x="6104" y="45"/>
                    <a:pt x="6104" y="31"/>
                  </a:cubicBezTo>
                  <a:cubicBezTo>
                    <a:pt x="6104" y="15"/>
                    <a:pt x="6089" y="1"/>
                    <a:pt x="6089" y="1"/>
                  </a:cubicBezTo>
                  <a:close/>
                  <a:moveTo>
                    <a:pt x="6404" y="1"/>
                  </a:moveTo>
                  <a:cubicBezTo>
                    <a:pt x="6389" y="1"/>
                    <a:pt x="6389" y="15"/>
                    <a:pt x="6389" y="31"/>
                  </a:cubicBezTo>
                  <a:cubicBezTo>
                    <a:pt x="6389" y="45"/>
                    <a:pt x="6389" y="45"/>
                    <a:pt x="6404" y="45"/>
                  </a:cubicBezTo>
                  <a:lnTo>
                    <a:pt x="6659" y="45"/>
                  </a:lnTo>
                  <a:cubicBezTo>
                    <a:pt x="6674" y="45"/>
                    <a:pt x="6689" y="45"/>
                    <a:pt x="6689" y="31"/>
                  </a:cubicBezTo>
                  <a:cubicBezTo>
                    <a:pt x="6689" y="15"/>
                    <a:pt x="6674" y="1"/>
                    <a:pt x="6659" y="1"/>
                  </a:cubicBezTo>
                  <a:close/>
                  <a:moveTo>
                    <a:pt x="6989" y="1"/>
                  </a:moveTo>
                  <a:cubicBezTo>
                    <a:pt x="6974" y="1"/>
                    <a:pt x="6959" y="15"/>
                    <a:pt x="6959" y="31"/>
                  </a:cubicBezTo>
                  <a:cubicBezTo>
                    <a:pt x="6959" y="45"/>
                    <a:pt x="6974" y="45"/>
                    <a:pt x="6989" y="45"/>
                  </a:cubicBezTo>
                  <a:lnTo>
                    <a:pt x="7243" y="45"/>
                  </a:lnTo>
                  <a:cubicBezTo>
                    <a:pt x="7259" y="45"/>
                    <a:pt x="7273" y="45"/>
                    <a:pt x="7273" y="31"/>
                  </a:cubicBezTo>
                  <a:cubicBezTo>
                    <a:pt x="7273" y="15"/>
                    <a:pt x="7259" y="1"/>
                    <a:pt x="7243" y="1"/>
                  </a:cubicBezTo>
                  <a:close/>
                  <a:moveTo>
                    <a:pt x="7573" y="1"/>
                  </a:moveTo>
                  <a:cubicBezTo>
                    <a:pt x="7559" y="1"/>
                    <a:pt x="7543" y="15"/>
                    <a:pt x="7543" y="31"/>
                  </a:cubicBezTo>
                  <a:cubicBezTo>
                    <a:pt x="7543" y="45"/>
                    <a:pt x="7559" y="45"/>
                    <a:pt x="7573" y="45"/>
                  </a:cubicBezTo>
                  <a:lnTo>
                    <a:pt x="7829" y="45"/>
                  </a:lnTo>
                  <a:cubicBezTo>
                    <a:pt x="7843" y="45"/>
                    <a:pt x="7843" y="45"/>
                    <a:pt x="7843" y="31"/>
                  </a:cubicBezTo>
                  <a:cubicBezTo>
                    <a:pt x="7843" y="15"/>
                    <a:pt x="7843" y="1"/>
                    <a:pt x="7829" y="1"/>
                  </a:cubicBezTo>
                  <a:close/>
                  <a:moveTo>
                    <a:pt x="8143" y="1"/>
                  </a:moveTo>
                  <a:cubicBezTo>
                    <a:pt x="8129" y="1"/>
                    <a:pt x="8129" y="15"/>
                    <a:pt x="8129" y="31"/>
                  </a:cubicBezTo>
                  <a:cubicBezTo>
                    <a:pt x="8129" y="45"/>
                    <a:pt x="8129" y="45"/>
                    <a:pt x="8143" y="45"/>
                  </a:cubicBezTo>
                  <a:lnTo>
                    <a:pt x="8399" y="45"/>
                  </a:lnTo>
                  <a:cubicBezTo>
                    <a:pt x="8413" y="45"/>
                    <a:pt x="8429" y="45"/>
                    <a:pt x="8429" y="31"/>
                  </a:cubicBezTo>
                  <a:cubicBezTo>
                    <a:pt x="8429" y="15"/>
                    <a:pt x="8413" y="1"/>
                    <a:pt x="8399" y="1"/>
                  </a:cubicBezTo>
                  <a:close/>
                  <a:moveTo>
                    <a:pt x="8729" y="1"/>
                  </a:moveTo>
                  <a:cubicBezTo>
                    <a:pt x="8713" y="1"/>
                    <a:pt x="8699" y="15"/>
                    <a:pt x="8699" y="31"/>
                  </a:cubicBezTo>
                  <a:cubicBezTo>
                    <a:pt x="8699" y="45"/>
                    <a:pt x="8713" y="45"/>
                    <a:pt x="8729" y="45"/>
                  </a:cubicBezTo>
                  <a:lnTo>
                    <a:pt x="8983" y="45"/>
                  </a:lnTo>
                  <a:cubicBezTo>
                    <a:pt x="8999" y="45"/>
                    <a:pt x="9013" y="45"/>
                    <a:pt x="9013" y="31"/>
                  </a:cubicBezTo>
                  <a:cubicBezTo>
                    <a:pt x="9013" y="15"/>
                    <a:pt x="8999" y="1"/>
                    <a:pt x="8983" y="1"/>
                  </a:cubicBezTo>
                  <a:close/>
                  <a:moveTo>
                    <a:pt x="9313" y="1"/>
                  </a:moveTo>
                  <a:cubicBezTo>
                    <a:pt x="9299" y="1"/>
                    <a:pt x="9283" y="15"/>
                    <a:pt x="9283" y="31"/>
                  </a:cubicBezTo>
                  <a:cubicBezTo>
                    <a:pt x="9283" y="45"/>
                    <a:pt x="9299" y="45"/>
                    <a:pt x="9313" y="45"/>
                  </a:cubicBezTo>
                  <a:lnTo>
                    <a:pt x="9569" y="45"/>
                  </a:lnTo>
                  <a:cubicBezTo>
                    <a:pt x="9583" y="45"/>
                    <a:pt x="9583" y="45"/>
                    <a:pt x="9583" y="31"/>
                  </a:cubicBezTo>
                  <a:cubicBezTo>
                    <a:pt x="9583" y="15"/>
                    <a:pt x="9583" y="1"/>
                    <a:pt x="9569" y="1"/>
                  </a:cubicBezTo>
                  <a:close/>
                  <a:moveTo>
                    <a:pt x="9899" y="1"/>
                  </a:moveTo>
                  <a:cubicBezTo>
                    <a:pt x="9883" y="1"/>
                    <a:pt x="9869" y="15"/>
                    <a:pt x="9869" y="31"/>
                  </a:cubicBezTo>
                  <a:cubicBezTo>
                    <a:pt x="9869" y="45"/>
                    <a:pt x="9883" y="45"/>
                    <a:pt x="9899" y="45"/>
                  </a:cubicBezTo>
                  <a:lnTo>
                    <a:pt x="10139" y="45"/>
                  </a:lnTo>
                  <a:cubicBezTo>
                    <a:pt x="10153" y="45"/>
                    <a:pt x="10169" y="45"/>
                    <a:pt x="10169" y="31"/>
                  </a:cubicBezTo>
                  <a:cubicBezTo>
                    <a:pt x="10169" y="15"/>
                    <a:pt x="10153" y="1"/>
                    <a:pt x="10139" y="1"/>
                  </a:cubicBezTo>
                  <a:close/>
                  <a:moveTo>
                    <a:pt x="10468" y="1"/>
                  </a:moveTo>
                  <a:cubicBezTo>
                    <a:pt x="10453" y="1"/>
                    <a:pt x="10453" y="15"/>
                    <a:pt x="10453" y="31"/>
                  </a:cubicBezTo>
                  <a:cubicBezTo>
                    <a:pt x="10453" y="45"/>
                    <a:pt x="10453" y="45"/>
                    <a:pt x="10468" y="45"/>
                  </a:cubicBezTo>
                  <a:lnTo>
                    <a:pt x="10723" y="45"/>
                  </a:lnTo>
                  <a:cubicBezTo>
                    <a:pt x="10738" y="45"/>
                    <a:pt x="10753" y="45"/>
                    <a:pt x="10753" y="31"/>
                  </a:cubicBezTo>
                  <a:cubicBezTo>
                    <a:pt x="10753" y="15"/>
                    <a:pt x="10738" y="1"/>
                    <a:pt x="10723" y="1"/>
                  </a:cubicBezTo>
                  <a:close/>
                  <a:moveTo>
                    <a:pt x="11053" y="1"/>
                  </a:moveTo>
                  <a:cubicBezTo>
                    <a:pt x="11038" y="1"/>
                    <a:pt x="11023" y="15"/>
                    <a:pt x="11023" y="31"/>
                  </a:cubicBezTo>
                  <a:cubicBezTo>
                    <a:pt x="11023" y="45"/>
                    <a:pt x="11038" y="45"/>
                    <a:pt x="11053" y="45"/>
                  </a:cubicBezTo>
                  <a:lnTo>
                    <a:pt x="11308" y="45"/>
                  </a:lnTo>
                  <a:cubicBezTo>
                    <a:pt x="11323" y="45"/>
                    <a:pt x="11338" y="45"/>
                    <a:pt x="11338" y="31"/>
                  </a:cubicBezTo>
                  <a:cubicBezTo>
                    <a:pt x="11338" y="15"/>
                    <a:pt x="11323" y="1"/>
                    <a:pt x="11308" y="1"/>
                  </a:cubicBezTo>
                  <a:close/>
                  <a:moveTo>
                    <a:pt x="11638" y="1"/>
                  </a:moveTo>
                  <a:cubicBezTo>
                    <a:pt x="11623" y="1"/>
                    <a:pt x="11608" y="15"/>
                    <a:pt x="11608" y="31"/>
                  </a:cubicBezTo>
                  <a:cubicBezTo>
                    <a:pt x="11608" y="45"/>
                    <a:pt x="11623" y="45"/>
                    <a:pt x="11638" y="45"/>
                  </a:cubicBezTo>
                  <a:lnTo>
                    <a:pt x="11893" y="45"/>
                  </a:lnTo>
                  <a:cubicBezTo>
                    <a:pt x="11908" y="45"/>
                    <a:pt x="11908" y="45"/>
                    <a:pt x="11908" y="31"/>
                  </a:cubicBezTo>
                  <a:cubicBezTo>
                    <a:pt x="11908" y="15"/>
                    <a:pt x="11908" y="1"/>
                    <a:pt x="11893" y="1"/>
                  </a:cubicBezTo>
                  <a:close/>
                  <a:moveTo>
                    <a:pt x="12208" y="1"/>
                  </a:moveTo>
                  <a:cubicBezTo>
                    <a:pt x="12193" y="1"/>
                    <a:pt x="12193" y="15"/>
                    <a:pt x="12193" y="31"/>
                  </a:cubicBezTo>
                  <a:cubicBezTo>
                    <a:pt x="12193" y="45"/>
                    <a:pt x="12193" y="45"/>
                    <a:pt x="12208" y="45"/>
                  </a:cubicBezTo>
                  <a:lnTo>
                    <a:pt x="12462" y="45"/>
                  </a:lnTo>
                  <a:cubicBezTo>
                    <a:pt x="12478" y="45"/>
                    <a:pt x="12492" y="45"/>
                    <a:pt x="12492" y="31"/>
                  </a:cubicBezTo>
                  <a:cubicBezTo>
                    <a:pt x="12492" y="15"/>
                    <a:pt x="12478" y="1"/>
                    <a:pt x="12462" y="1"/>
                  </a:cubicBezTo>
                  <a:close/>
                  <a:moveTo>
                    <a:pt x="12792" y="1"/>
                  </a:moveTo>
                  <a:cubicBezTo>
                    <a:pt x="12778" y="1"/>
                    <a:pt x="12762" y="15"/>
                    <a:pt x="12762" y="31"/>
                  </a:cubicBezTo>
                  <a:cubicBezTo>
                    <a:pt x="12762" y="45"/>
                    <a:pt x="12778" y="45"/>
                    <a:pt x="12792" y="45"/>
                  </a:cubicBezTo>
                  <a:lnTo>
                    <a:pt x="13048" y="45"/>
                  </a:lnTo>
                  <a:cubicBezTo>
                    <a:pt x="13062" y="45"/>
                    <a:pt x="13078" y="45"/>
                    <a:pt x="13078" y="31"/>
                  </a:cubicBezTo>
                  <a:cubicBezTo>
                    <a:pt x="13078" y="15"/>
                    <a:pt x="13062" y="1"/>
                    <a:pt x="13048" y="1"/>
                  </a:cubicBezTo>
                  <a:close/>
                  <a:moveTo>
                    <a:pt x="13378" y="1"/>
                  </a:moveTo>
                  <a:cubicBezTo>
                    <a:pt x="13362" y="1"/>
                    <a:pt x="13348" y="15"/>
                    <a:pt x="13348" y="31"/>
                  </a:cubicBezTo>
                  <a:cubicBezTo>
                    <a:pt x="13348" y="45"/>
                    <a:pt x="13362" y="45"/>
                    <a:pt x="13378" y="45"/>
                  </a:cubicBezTo>
                  <a:lnTo>
                    <a:pt x="13632" y="45"/>
                  </a:lnTo>
                  <a:cubicBezTo>
                    <a:pt x="13648" y="45"/>
                    <a:pt x="13648" y="45"/>
                    <a:pt x="13648" y="31"/>
                  </a:cubicBezTo>
                  <a:cubicBezTo>
                    <a:pt x="13648" y="15"/>
                    <a:pt x="13648" y="1"/>
                    <a:pt x="13632" y="1"/>
                  </a:cubicBezTo>
                  <a:close/>
                  <a:moveTo>
                    <a:pt x="13948" y="1"/>
                  </a:moveTo>
                  <a:cubicBezTo>
                    <a:pt x="13948" y="1"/>
                    <a:pt x="13932" y="15"/>
                    <a:pt x="13932" y="31"/>
                  </a:cubicBezTo>
                  <a:cubicBezTo>
                    <a:pt x="13932" y="45"/>
                    <a:pt x="13948" y="45"/>
                    <a:pt x="13948" y="45"/>
                  </a:cubicBezTo>
                  <a:lnTo>
                    <a:pt x="14202" y="45"/>
                  </a:lnTo>
                  <a:cubicBezTo>
                    <a:pt x="14218" y="45"/>
                    <a:pt x="14232" y="45"/>
                    <a:pt x="14232" y="31"/>
                  </a:cubicBezTo>
                  <a:cubicBezTo>
                    <a:pt x="14232" y="15"/>
                    <a:pt x="14218" y="1"/>
                    <a:pt x="14202" y="1"/>
                  </a:cubicBezTo>
                  <a:close/>
                  <a:moveTo>
                    <a:pt x="14532" y="1"/>
                  </a:moveTo>
                  <a:cubicBezTo>
                    <a:pt x="14518" y="1"/>
                    <a:pt x="14518" y="15"/>
                    <a:pt x="14518" y="31"/>
                  </a:cubicBezTo>
                  <a:cubicBezTo>
                    <a:pt x="14518" y="45"/>
                    <a:pt x="14518" y="45"/>
                    <a:pt x="14532" y="45"/>
                  </a:cubicBezTo>
                  <a:lnTo>
                    <a:pt x="14788" y="45"/>
                  </a:lnTo>
                  <a:cubicBezTo>
                    <a:pt x="14802" y="45"/>
                    <a:pt x="14818" y="45"/>
                    <a:pt x="14818" y="31"/>
                  </a:cubicBezTo>
                  <a:cubicBezTo>
                    <a:pt x="14818" y="15"/>
                    <a:pt x="14802" y="1"/>
                    <a:pt x="14788" y="1"/>
                  </a:cubicBezTo>
                  <a:close/>
                  <a:moveTo>
                    <a:pt x="15118" y="1"/>
                  </a:moveTo>
                  <a:cubicBezTo>
                    <a:pt x="15102" y="1"/>
                    <a:pt x="15088" y="15"/>
                    <a:pt x="15088" y="31"/>
                  </a:cubicBezTo>
                  <a:cubicBezTo>
                    <a:pt x="15088" y="45"/>
                    <a:pt x="15102" y="45"/>
                    <a:pt x="15118" y="45"/>
                  </a:cubicBezTo>
                  <a:lnTo>
                    <a:pt x="15372" y="45"/>
                  </a:lnTo>
                  <a:cubicBezTo>
                    <a:pt x="15387" y="45"/>
                    <a:pt x="15402" y="45"/>
                    <a:pt x="15402" y="31"/>
                  </a:cubicBezTo>
                  <a:cubicBezTo>
                    <a:pt x="15402" y="15"/>
                    <a:pt x="15387" y="1"/>
                    <a:pt x="15372" y="1"/>
                  </a:cubicBezTo>
                  <a:close/>
                  <a:moveTo>
                    <a:pt x="15702" y="1"/>
                  </a:moveTo>
                  <a:cubicBezTo>
                    <a:pt x="15687" y="1"/>
                    <a:pt x="15672" y="15"/>
                    <a:pt x="15672" y="31"/>
                  </a:cubicBezTo>
                  <a:cubicBezTo>
                    <a:pt x="15672" y="45"/>
                    <a:pt x="15687" y="45"/>
                    <a:pt x="15702" y="45"/>
                  </a:cubicBezTo>
                  <a:lnTo>
                    <a:pt x="15957" y="45"/>
                  </a:lnTo>
                  <a:cubicBezTo>
                    <a:pt x="15972" y="45"/>
                    <a:pt x="15972" y="45"/>
                    <a:pt x="15972" y="31"/>
                  </a:cubicBezTo>
                  <a:cubicBezTo>
                    <a:pt x="15972" y="15"/>
                    <a:pt x="15972" y="1"/>
                    <a:pt x="15957" y="1"/>
                  </a:cubicBezTo>
                  <a:close/>
                  <a:moveTo>
                    <a:pt x="16272" y="1"/>
                  </a:moveTo>
                  <a:cubicBezTo>
                    <a:pt x="16257" y="1"/>
                    <a:pt x="16257" y="15"/>
                    <a:pt x="16257" y="31"/>
                  </a:cubicBezTo>
                  <a:cubicBezTo>
                    <a:pt x="16257" y="45"/>
                    <a:pt x="16257" y="45"/>
                    <a:pt x="16272" y="45"/>
                  </a:cubicBezTo>
                  <a:lnTo>
                    <a:pt x="16527" y="45"/>
                  </a:lnTo>
                  <a:cubicBezTo>
                    <a:pt x="16542" y="45"/>
                    <a:pt x="16557" y="45"/>
                    <a:pt x="16557" y="31"/>
                  </a:cubicBezTo>
                  <a:cubicBezTo>
                    <a:pt x="16557" y="15"/>
                    <a:pt x="16542" y="1"/>
                    <a:pt x="16527" y="1"/>
                  </a:cubicBezTo>
                  <a:close/>
                  <a:moveTo>
                    <a:pt x="16857" y="1"/>
                  </a:moveTo>
                  <a:cubicBezTo>
                    <a:pt x="16842" y="1"/>
                    <a:pt x="16827" y="15"/>
                    <a:pt x="16827" y="31"/>
                  </a:cubicBezTo>
                  <a:cubicBezTo>
                    <a:pt x="16827" y="45"/>
                    <a:pt x="16842" y="45"/>
                    <a:pt x="16857" y="45"/>
                  </a:cubicBezTo>
                  <a:lnTo>
                    <a:pt x="17112" y="45"/>
                  </a:lnTo>
                  <a:cubicBezTo>
                    <a:pt x="17127" y="45"/>
                    <a:pt x="17142" y="45"/>
                    <a:pt x="17142" y="31"/>
                  </a:cubicBezTo>
                  <a:cubicBezTo>
                    <a:pt x="17142" y="15"/>
                    <a:pt x="17127" y="1"/>
                    <a:pt x="17112" y="1"/>
                  </a:cubicBezTo>
                  <a:close/>
                  <a:moveTo>
                    <a:pt x="17441" y="1"/>
                  </a:moveTo>
                  <a:cubicBezTo>
                    <a:pt x="17427" y="1"/>
                    <a:pt x="17411" y="15"/>
                    <a:pt x="17411" y="31"/>
                  </a:cubicBezTo>
                  <a:cubicBezTo>
                    <a:pt x="17411" y="45"/>
                    <a:pt x="17427" y="45"/>
                    <a:pt x="17441" y="45"/>
                  </a:cubicBezTo>
                  <a:lnTo>
                    <a:pt x="17697" y="45"/>
                  </a:lnTo>
                  <a:cubicBezTo>
                    <a:pt x="17711" y="45"/>
                    <a:pt x="17711" y="45"/>
                    <a:pt x="17711" y="31"/>
                  </a:cubicBezTo>
                  <a:cubicBezTo>
                    <a:pt x="17711" y="15"/>
                    <a:pt x="17711" y="1"/>
                    <a:pt x="17697" y="1"/>
                  </a:cubicBezTo>
                  <a:close/>
                  <a:moveTo>
                    <a:pt x="18011" y="1"/>
                  </a:moveTo>
                  <a:cubicBezTo>
                    <a:pt x="18011" y="1"/>
                    <a:pt x="17997" y="15"/>
                    <a:pt x="17997" y="31"/>
                  </a:cubicBezTo>
                  <a:cubicBezTo>
                    <a:pt x="17997" y="45"/>
                    <a:pt x="18011" y="45"/>
                    <a:pt x="18011" y="45"/>
                  </a:cubicBezTo>
                  <a:lnTo>
                    <a:pt x="18267" y="45"/>
                  </a:lnTo>
                  <a:cubicBezTo>
                    <a:pt x="18281" y="45"/>
                    <a:pt x="18297" y="45"/>
                    <a:pt x="18297" y="31"/>
                  </a:cubicBezTo>
                  <a:cubicBezTo>
                    <a:pt x="18297" y="15"/>
                    <a:pt x="18281" y="1"/>
                    <a:pt x="18267" y="1"/>
                  </a:cubicBezTo>
                  <a:close/>
                  <a:moveTo>
                    <a:pt x="18597" y="1"/>
                  </a:moveTo>
                  <a:cubicBezTo>
                    <a:pt x="18581" y="1"/>
                    <a:pt x="18581" y="15"/>
                    <a:pt x="18581" y="31"/>
                  </a:cubicBezTo>
                  <a:cubicBezTo>
                    <a:pt x="18581" y="45"/>
                    <a:pt x="18581" y="45"/>
                    <a:pt x="18597" y="45"/>
                  </a:cubicBezTo>
                  <a:lnTo>
                    <a:pt x="18851" y="45"/>
                  </a:lnTo>
                  <a:cubicBezTo>
                    <a:pt x="18867" y="45"/>
                    <a:pt x="18881" y="45"/>
                    <a:pt x="18881" y="31"/>
                  </a:cubicBezTo>
                  <a:cubicBezTo>
                    <a:pt x="18881" y="15"/>
                    <a:pt x="18867" y="1"/>
                    <a:pt x="18851" y="1"/>
                  </a:cubicBezTo>
                  <a:close/>
                  <a:moveTo>
                    <a:pt x="19181" y="1"/>
                  </a:moveTo>
                  <a:cubicBezTo>
                    <a:pt x="19167" y="1"/>
                    <a:pt x="19151" y="15"/>
                    <a:pt x="19151" y="31"/>
                  </a:cubicBezTo>
                  <a:cubicBezTo>
                    <a:pt x="19151" y="45"/>
                    <a:pt x="19167" y="45"/>
                    <a:pt x="19181" y="45"/>
                  </a:cubicBezTo>
                  <a:lnTo>
                    <a:pt x="19437" y="45"/>
                  </a:lnTo>
                  <a:cubicBezTo>
                    <a:pt x="19451" y="45"/>
                    <a:pt x="19451" y="45"/>
                    <a:pt x="19451" y="31"/>
                  </a:cubicBezTo>
                  <a:cubicBezTo>
                    <a:pt x="19451" y="15"/>
                    <a:pt x="19451" y="1"/>
                    <a:pt x="19437" y="1"/>
                  </a:cubicBezTo>
                  <a:close/>
                  <a:moveTo>
                    <a:pt x="19767" y="1"/>
                  </a:moveTo>
                  <a:cubicBezTo>
                    <a:pt x="19751" y="1"/>
                    <a:pt x="19737" y="15"/>
                    <a:pt x="19737" y="31"/>
                  </a:cubicBezTo>
                  <a:cubicBezTo>
                    <a:pt x="19737" y="45"/>
                    <a:pt x="19751" y="45"/>
                    <a:pt x="19767" y="45"/>
                  </a:cubicBezTo>
                  <a:lnTo>
                    <a:pt x="20021" y="45"/>
                  </a:lnTo>
                  <a:cubicBezTo>
                    <a:pt x="20021" y="45"/>
                    <a:pt x="20037" y="45"/>
                    <a:pt x="20037" y="31"/>
                  </a:cubicBezTo>
                  <a:cubicBezTo>
                    <a:pt x="20037" y="15"/>
                    <a:pt x="20021" y="1"/>
                    <a:pt x="20021" y="1"/>
                  </a:cubicBezTo>
                  <a:close/>
                  <a:moveTo>
                    <a:pt x="20337" y="1"/>
                  </a:moveTo>
                  <a:cubicBezTo>
                    <a:pt x="20321" y="1"/>
                    <a:pt x="20321" y="15"/>
                    <a:pt x="20321" y="31"/>
                  </a:cubicBezTo>
                  <a:cubicBezTo>
                    <a:pt x="20321" y="45"/>
                    <a:pt x="20321" y="45"/>
                    <a:pt x="20337" y="45"/>
                  </a:cubicBezTo>
                  <a:lnTo>
                    <a:pt x="20591" y="45"/>
                  </a:lnTo>
                  <a:cubicBezTo>
                    <a:pt x="20606" y="45"/>
                    <a:pt x="20621" y="45"/>
                    <a:pt x="20621" y="31"/>
                  </a:cubicBezTo>
                  <a:cubicBezTo>
                    <a:pt x="20621" y="15"/>
                    <a:pt x="20606" y="1"/>
                    <a:pt x="20591" y="1"/>
                  </a:cubicBezTo>
                  <a:close/>
                  <a:moveTo>
                    <a:pt x="20921" y="1"/>
                  </a:moveTo>
                  <a:cubicBezTo>
                    <a:pt x="20906" y="1"/>
                    <a:pt x="20891" y="15"/>
                    <a:pt x="20891" y="31"/>
                  </a:cubicBezTo>
                  <a:cubicBezTo>
                    <a:pt x="20891" y="45"/>
                    <a:pt x="20906" y="45"/>
                    <a:pt x="20921" y="45"/>
                  </a:cubicBezTo>
                  <a:lnTo>
                    <a:pt x="21176" y="45"/>
                  </a:lnTo>
                  <a:cubicBezTo>
                    <a:pt x="21191" y="45"/>
                    <a:pt x="21206" y="45"/>
                    <a:pt x="21206" y="31"/>
                  </a:cubicBezTo>
                  <a:cubicBezTo>
                    <a:pt x="21206" y="15"/>
                    <a:pt x="21191" y="1"/>
                    <a:pt x="21176" y="1"/>
                  </a:cubicBezTo>
                  <a:close/>
                  <a:moveTo>
                    <a:pt x="21506" y="1"/>
                  </a:moveTo>
                  <a:cubicBezTo>
                    <a:pt x="21491" y="1"/>
                    <a:pt x="21476" y="15"/>
                    <a:pt x="21476" y="31"/>
                  </a:cubicBezTo>
                  <a:cubicBezTo>
                    <a:pt x="21476" y="45"/>
                    <a:pt x="21491" y="45"/>
                    <a:pt x="21506" y="45"/>
                  </a:cubicBezTo>
                  <a:lnTo>
                    <a:pt x="21761" y="45"/>
                  </a:lnTo>
                  <a:cubicBezTo>
                    <a:pt x="21776" y="45"/>
                    <a:pt x="21776" y="45"/>
                    <a:pt x="21776" y="31"/>
                  </a:cubicBezTo>
                  <a:cubicBezTo>
                    <a:pt x="21776" y="15"/>
                    <a:pt x="21776" y="1"/>
                    <a:pt x="21761" y="1"/>
                  </a:cubicBezTo>
                  <a:close/>
                  <a:moveTo>
                    <a:pt x="22076" y="1"/>
                  </a:moveTo>
                  <a:cubicBezTo>
                    <a:pt x="22076" y="1"/>
                    <a:pt x="22061" y="15"/>
                    <a:pt x="22061" y="31"/>
                  </a:cubicBezTo>
                  <a:cubicBezTo>
                    <a:pt x="22061" y="45"/>
                    <a:pt x="22076" y="45"/>
                    <a:pt x="22076" y="45"/>
                  </a:cubicBezTo>
                  <a:lnTo>
                    <a:pt x="22331" y="45"/>
                  </a:lnTo>
                  <a:cubicBezTo>
                    <a:pt x="22346" y="45"/>
                    <a:pt x="22361" y="45"/>
                    <a:pt x="22361" y="31"/>
                  </a:cubicBezTo>
                  <a:cubicBezTo>
                    <a:pt x="22361" y="15"/>
                    <a:pt x="22346" y="1"/>
                    <a:pt x="22331" y="1"/>
                  </a:cubicBezTo>
                  <a:close/>
                  <a:moveTo>
                    <a:pt x="22660" y="1"/>
                  </a:moveTo>
                  <a:cubicBezTo>
                    <a:pt x="22646" y="1"/>
                    <a:pt x="22646" y="15"/>
                    <a:pt x="22646" y="31"/>
                  </a:cubicBezTo>
                  <a:cubicBezTo>
                    <a:pt x="22646" y="45"/>
                    <a:pt x="22646" y="45"/>
                    <a:pt x="22660" y="45"/>
                  </a:cubicBezTo>
                  <a:lnTo>
                    <a:pt x="22916" y="45"/>
                  </a:lnTo>
                  <a:cubicBezTo>
                    <a:pt x="22930" y="45"/>
                    <a:pt x="22946" y="45"/>
                    <a:pt x="22946" y="31"/>
                  </a:cubicBezTo>
                  <a:cubicBezTo>
                    <a:pt x="22946" y="15"/>
                    <a:pt x="22930" y="1"/>
                    <a:pt x="22916" y="1"/>
                  </a:cubicBezTo>
                  <a:close/>
                  <a:moveTo>
                    <a:pt x="23246" y="1"/>
                  </a:moveTo>
                  <a:cubicBezTo>
                    <a:pt x="23230" y="1"/>
                    <a:pt x="23216" y="15"/>
                    <a:pt x="23216" y="31"/>
                  </a:cubicBezTo>
                  <a:cubicBezTo>
                    <a:pt x="23216" y="45"/>
                    <a:pt x="23230" y="45"/>
                    <a:pt x="23246" y="45"/>
                  </a:cubicBezTo>
                  <a:lnTo>
                    <a:pt x="23500" y="45"/>
                  </a:lnTo>
                  <a:cubicBezTo>
                    <a:pt x="23516" y="45"/>
                    <a:pt x="23516" y="45"/>
                    <a:pt x="23516" y="31"/>
                  </a:cubicBezTo>
                  <a:cubicBezTo>
                    <a:pt x="23516" y="15"/>
                    <a:pt x="23516" y="1"/>
                    <a:pt x="23500" y="1"/>
                  </a:cubicBezTo>
                  <a:close/>
                  <a:moveTo>
                    <a:pt x="23830" y="1"/>
                  </a:moveTo>
                  <a:cubicBezTo>
                    <a:pt x="23816" y="1"/>
                    <a:pt x="23800" y="15"/>
                    <a:pt x="23800" y="31"/>
                  </a:cubicBezTo>
                  <a:cubicBezTo>
                    <a:pt x="23800" y="45"/>
                    <a:pt x="23816" y="45"/>
                    <a:pt x="23830" y="45"/>
                  </a:cubicBezTo>
                  <a:lnTo>
                    <a:pt x="24086" y="45"/>
                  </a:lnTo>
                  <a:cubicBezTo>
                    <a:pt x="24086" y="45"/>
                    <a:pt x="24100" y="45"/>
                    <a:pt x="24100" y="31"/>
                  </a:cubicBezTo>
                  <a:cubicBezTo>
                    <a:pt x="24100" y="15"/>
                    <a:pt x="24086" y="1"/>
                    <a:pt x="24086" y="1"/>
                  </a:cubicBezTo>
                  <a:close/>
                  <a:moveTo>
                    <a:pt x="24400" y="1"/>
                  </a:moveTo>
                  <a:cubicBezTo>
                    <a:pt x="24386" y="1"/>
                    <a:pt x="24386" y="15"/>
                    <a:pt x="24386" y="31"/>
                  </a:cubicBezTo>
                  <a:cubicBezTo>
                    <a:pt x="24386" y="45"/>
                    <a:pt x="24386" y="45"/>
                    <a:pt x="24400" y="45"/>
                  </a:cubicBezTo>
                  <a:lnTo>
                    <a:pt x="24656" y="45"/>
                  </a:lnTo>
                  <a:cubicBezTo>
                    <a:pt x="24670" y="45"/>
                    <a:pt x="24686" y="45"/>
                    <a:pt x="24686" y="31"/>
                  </a:cubicBezTo>
                  <a:cubicBezTo>
                    <a:pt x="24686" y="15"/>
                    <a:pt x="24670" y="1"/>
                    <a:pt x="24656" y="1"/>
                  </a:cubicBezTo>
                  <a:close/>
                  <a:moveTo>
                    <a:pt x="24986" y="1"/>
                  </a:moveTo>
                  <a:cubicBezTo>
                    <a:pt x="24970" y="1"/>
                    <a:pt x="24956" y="15"/>
                    <a:pt x="24956" y="31"/>
                  </a:cubicBezTo>
                  <a:cubicBezTo>
                    <a:pt x="24956" y="45"/>
                    <a:pt x="24970" y="45"/>
                    <a:pt x="24986" y="45"/>
                  </a:cubicBezTo>
                  <a:lnTo>
                    <a:pt x="25240" y="45"/>
                  </a:lnTo>
                  <a:cubicBezTo>
                    <a:pt x="25256" y="45"/>
                    <a:pt x="25270" y="45"/>
                    <a:pt x="25270" y="31"/>
                  </a:cubicBezTo>
                  <a:cubicBezTo>
                    <a:pt x="25270" y="15"/>
                    <a:pt x="25256" y="1"/>
                    <a:pt x="25240" y="1"/>
                  </a:cubicBezTo>
                  <a:close/>
                  <a:moveTo>
                    <a:pt x="25570" y="1"/>
                  </a:moveTo>
                  <a:cubicBezTo>
                    <a:pt x="25556" y="1"/>
                    <a:pt x="25540" y="15"/>
                    <a:pt x="25540" y="31"/>
                  </a:cubicBezTo>
                  <a:cubicBezTo>
                    <a:pt x="25540" y="45"/>
                    <a:pt x="25556" y="45"/>
                    <a:pt x="25570" y="45"/>
                  </a:cubicBezTo>
                  <a:lnTo>
                    <a:pt x="25825" y="45"/>
                  </a:lnTo>
                  <a:cubicBezTo>
                    <a:pt x="25840" y="45"/>
                    <a:pt x="25840" y="45"/>
                    <a:pt x="25840" y="31"/>
                  </a:cubicBezTo>
                  <a:cubicBezTo>
                    <a:pt x="25840" y="15"/>
                    <a:pt x="25840" y="1"/>
                    <a:pt x="25825" y="1"/>
                  </a:cubicBezTo>
                  <a:close/>
                  <a:moveTo>
                    <a:pt x="26140" y="1"/>
                  </a:moveTo>
                  <a:cubicBezTo>
                    <a:pt x="26140" y="1"/>
                    <a:pt x="26125" y="15"/>
                    <a:pt x="26125" y="31"/>
                  </a:cubicBezTo>
                  <a:cubicBezTo>
                    <a:pt x="26125" y="45"/>
                    <a:pt x="26140" y="45"/>
                    <a:pt x="26140" y="45"/>
                  </a:cubicBezTo>
                  <a:lnTo>
                    <a:pt x="26395" y="45"/>
                  </a:lnTo>
                  <a:cubicBezTo>
                    <a:pt x="26410" y="45"/>
                    <a:pt x="26425" y="45"/>
                    <a:pt x="26425" y="31"/>
                  </a:cubicBezTo>
                  <a:cubicBezTo>
                    <a:pt x="26425" y="15"/>
                    <a:pt x="26410" y="1"/>
                    <a:pt x="26395" y="1"/>
                  </a:cubicBezTo>
                  <a:close/>
                  <a:moveTo>
                    <a:pt x="26725" y="1"/>
                  </a:moveTo>
                  <a:cubicBezTo>
                    <a:pt x="26710" y="1"/>
                    <a:pt x="26695" y="15"/>
                    <a:pt x="26695" y="31"/>
                  </a:cubicBezTo>
                  <a:cubicBezTo>
                    <a:pt x="26695" y="45"/>
                    <a:pt x="26710" y="45"/>
                    <a:pt x="26725" y="45"/>
                  </a:cubicBezTo>
                  <a:lnTo>
                    <a:pt x="26980" y="45"/>
                  </a:lnTo>
                  <a:cubicBezTo>
                    <a:pt x="26995" y="45"/>
                    <a:pt x="27010" y="45"/>
                    <a:pt x="27010" y="31"/>
                  </a:cubicBezTo>
                  <a:cubicBezTo>
                    <a:pt x="27010" y="15"/>
                    <a:pt x="26995" y="1"/>
                    <a:pt x="26980" y="1"/>
                  </a:cubicBezTo>
                  <a:close/>
                  <a:moveTo>
                    <a:pt x="27310" y="1"/>
                  </a:moveTo>
                  <a:cubicBezTo>
                    <a:pt x="27295" y="1"/>
                    <a:pt x="27280" y="15"/>
                    <a:pt x="27280" y="31"/>
                  </a:cubicBezTo>
                  <a:cubicBezTo>
                    <a:pt x="27280" y="45"/>
                    <a:pt x="27295" y="45"/>
                    <a:pt x="27310" y="45"/>
                  </a:cubicBezTo>
                  <a:lnTo>
                    <a:pt x="27565" y="45"/>
                  </a:lnTo>
                  <a:cubicBezTo>
                    <a:pt x="27580" y="45"/>
                    <a:pt x="27580" y="45"/>
                    <a:pt x="27580" y="31"/>
                  </a:cubicBezTo>
                  <a:cubicBezTo>
                    <a:pt x="27580" y="15"/>
                    <a:pt x="27580" y="1"/>
                    <a:pt x="27565" y="1"/>
                  </a:cubicBezTo>
                  <a:close/>
                  <a:moveTo>
                    <a:pt x="27895" y="1"/>
                  </a:moveTo>
                  <a:cubicBezTo>
                    <a:pt x="27879" y="1"/>
                    <a:pt x="27865" y="15"/>
                    <a:pt x="27865" y="31"/>
                  </a:cubicBezTo>
                  <a:cubicBezTo>
                    <a:pt x="27865" y="45"/>
                    <a:pt x="27879" y="45"/>
                    <a:pt x="27895" y="45"/>
                  </a:cubicBezTo>
                  <a:lnTo>
                    <a:pt x="28119" y="45"/>
                  </a:lnTo>
                  <a:cubicBezTo>
                    <a:pt x="28135" y="45"/>
                    <a:pt x="28135" y="45"/>
                    <a:pt x="28135" y="31"/>
                  </a:cubicBezTo>
                  <a:cubicBezTo>
                    <a:pt x="28135" y="15"/>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6" name="Google Shape;1676;p46"/>
            <p:cNvSpPr/>
            <p:nvPr/>
          </p:nvSpPr>
          <p:spPr>
            <a:xfrm>
              <a:off x="782053" y="2495189"/>
              <a:ext cx="3808846" cy="8258"/>
            </a:xfrm>
            <a:custGeom>
              <a:rect b="b" l="l" r="r" t="t"/>
              <a:pathLst>
                <a:path extrusionOk="0" h="61" w="28135">
                  <a:moveTo>
                    <a:pt x="15" y="1"/>
                  </a:moveTo>
                  <a:cubicBezTo>
                    <a:pt x="15" y="1"/>
                    <a:pt x="0" y="16"/>
                    <a:pt x="0" y="31"/>
                  </a:cubicBezTo>
                  <a:cubicBezTo>
                    <a:pt x="0" y="46"/>
                    <a:pt x="15" y="61"/>
                    <a:pt x="15" y="61"/>
                  </a:cubicBezTo>
                  <a:lnTo>
                    <a:pt x="270" y="61"/>
                  </a:lnTo>
                  <a:cubicBezTo>
                    <a:pt x="285" y="61"/>
                    <a:pt x="300" y="46"/>
                    <a:pt x="300" y="31"/>
                  </a:cubicBezTo>
                  <a:cubicBezTo>
                    <a:pt x="300" y="16"/>
                    <a:pt x="285" y="1"/>
                    <a:pt x="270" y="1"/>
                  </a:cubicBezTo>
                  <a:close/>
                  <a:moveTo>
                    <a:pt x="600" y="1"/>
                  </a:moveTo>
                  <a:cubicBezTo>
                    <a:pt x="585" y="1"/>
                    <a:pt x="585" y="16"/>
                    <a:pt x="585" y="31"/>
                  </a:cubicBezTo>
                  <a:cubicBezTo>
                    <a:pt x="585" y="46"/>
                    <a:pt x="585" y="61"/>
                    <a:pt x="600" y="61"/>
                  </a:cubicBezTo>
                  <a:lnTo>
                    <a:pt x="855" y="61"/>
                  </a:lnTo>
                  <a:cubicBezTo>
                    <a:pt x="870" y="61"/>
                    <a:pt x="885" y="46"/>
                    <a:pt x="885" y="31"/>
                  </a:cubicBezTo>
                  <a:cubicBezTo>
                    <a:pt x="885" y="16"/>
                    <a:pt x="870" y="1"/>
                    <a:pt x="855" y="1"/>
                  </a:cubicBezTo>
                  <a:close/>
                  <a:moveTo>
                    <a:pt x="1185" y="1"/>
                  </a:moveTo>
                  <a:cubicBezTo>
                    <a:pt x="1170" y="1"/>
                    <a:pt x="1155" y="16"/>
                    <a:pt x="1155" y="31"/>
                  </a:cubicBezTo>
                  <a:cubicBezTo>
                    <a:pt x="1155" y="46"/>
                    <a:pt x="1170" y="61"/>
                    <a:pt x="1185" y="61"/>
                  </a:cubicBezTo>
                  <a:lnTo>
                    <a:pt x="1440" y="61"/>
                  </a:lnTo>
                  <a:cubicBezTo>
                    <a:pt x="1455" y="61"/>
                    <a:pt x="1455" y="46"/>
                    <a:pt x="1455" y="31"/>
                  </a:cubicBezTo>
                  <a:cubicBezTo>
                    <a:pt x="1455" y="16"/>
                    <a:pt x="1455" y="1"/>
                    <a:pt x="1440" y="1"/>
                  </a:cubicBezTo>
                  <a:close/>
                  <a:moveTo>
                    <a:pt x="1770" y="1"/>
                  </a:moveTo>
                  <a:cubicBezTo>
                    <a:pt x="1755" y="1"/>
                    <a:pt x="1740" y="16"/>
                    <a:pt x="1740" y="31"/>
                  </a:cubicBezTo>
                  <a:cubicBezTo>
                    <a:pt x="1740" y="46"/>
                    <a:pt x="1755" y="61"/>
                    <a:pt x="1770" y="61"/>
                  </a:cubicBezTo>
                  <a:lnTo>
                    <a:pt x="2025" y="61"/>
                  </a:lnTo>
                  <a:cubicBezTo>
                    <a:pt x="2025" y="61"/>
                    <a:pt x="2040" y="46"/>
                    <a:pt x="2040" y="31"/>
                  </a:cubicBezTo>
                  <a:cubicBezTo>
                    <a:pt x="2040" y="16"/>
                    <a:pt x="2025" y="1"/>
                    <a:pt x="2025" y="1"/>
                  </a:cubicBezTo>
                  <a:close/>
                  <a:moveTo>
                    <a:pt x="2340" y="1"/>
                  </a:moveTo>
                  <a:cubicBezTo>
                    <a:pt x="2324" y="1"/>
                    <a:pt x="2324" y="16"/>
                    <a:pt x="2324" y="31"/>
                  </a:cubicBezTo>
                  <a:cubicBezTo>
                    <a:pt x="2324" y="46"/>
                    <a:pt x="2324" y="61"/>
                    <a:pt x="2340" y="61"/>
                  </a:cubicBezTo>
                  <a:lnTo>
                    <a:pt x="2594" y="61"/>
                  </a:lnTo>
                  <a:cubicBezTo>
                    <a:pt x="2610" y="61"/>
                    <a:pt x="2624" y="46"/>
                    <a:pt x="2624" y="31"/>
                  </a:cubicBezTo>
                  <a:cubicBezTo>
                    <a:pt x="2624" y="16"/>
                    <a:pt x="2610" y="1"/>
                    <a:pt x="2594" y="1"/>
                  </a:cubicBezTo>
                  <a:close/>
                  <a:moveTo>
                    <a:pt x="2924" y="1"/>
                  </a:moveTo>
                  <a:cubicBezTo>
                    <a:pt x="2910" y="1"/>
                    <a:pt x="2894" y="16"/>
                    <a:pt x="2894" y="31"/>
                  </a:cubicBezTo>
                  <a:cubicBezTo>
                    <a:pt x="2894" y="46"/>
                    <a:pt x="2910" y="61"/>
                    <a:pt x="2924" y="61"/>
                  </a:cubicBezTo>
                  <a:lnTo>
                    <a:pt x="3180" y="61"/>
                  </a:lnTo>
                  <a:cubicBezTo>
                    <a:pt x="3194" y="61"/>
                    <a:pt x="3210" y="46"/>
                    <a:pt x="3210" y="31"/>
                  </a:cubicBezTo>
                  <a:cubicBezTo>
                    <a:pt x="3210" y="16"/>
                    <a:pt x="3194" y="1"/>
                    <a:pt x="3180" y="1"/>
                  </a:cubicBezTo>
                  <a:close/>
                  <a:moveTo>
                    <a:pt x="3510" y="1"/>
                  </a:moveTo>
                  <a:cubicBezTo>
                    <a:pt x="3494" y="1"/>
                    <a:pt x="3480" y="16"/>
                    <a:pt x="3480" y="31"/>
                  </a:cubicBezTo>
                  <a:cubicBezTo>
                    <a:pt x="3480" y="46"/>
                    <a:pt x="3494" y="61"/>
                    <a:pt x="3510" y="61"/>
                  </a:cubicBezTo>
                  <a:lnTo>
                    <a:pt x="3764" y="61"/>
                  </a:lnTo>
                  <a:cubicBezTo>
                    <a:pt x="3780" y="61"/>
                    <a:pt x="3780" y="46"/>
                    <a:pt x="3780" y="31"/>
                  </a:cubicBezTo>
                  <a:cubicBezTo>
                    <a:pt x="3780" y="16"/>
                    <a:pt x="3780" y="1"/>
                    <a:pt x="3764" y="1"/>
                  </a:cubicBezTo>
                  <a:close/>
                  <a:moveTo>
                    <a:pt x="4080" y="1"/>
                  </a:moveTo>
                  <a:cubicBezTo>
                    <a:pt x="4080" y="1"/>
                    <a:pt x="4064" y="16"/>
                    <a:pt x="4064" y="31"/>
                  </a:cubicBezTo>
                  <a:cubicBezTo>
                    <a:pt x="4064" y="46"/>
                    <a:pt x="4080" y="61"/>
                    <a:pt x="4080" y="61"/>
                  </a:cubicBezTo>
                  <a:lnTo>
                    <a:pt x="4334" y="61"/>
                  </a:lnTo>
                  <a:cubicBezTo>
                    <a:pt x="4350" y="61"/>
                    <a:pt x="4364" y="46"/>
                    <a:pt x="4364" y="31"/>
                  </a:cubicBezTo>
                  <a:cubicBezTo>
                    <a:pt x="4364" y="16"/>
                    <a:pt x="4350" y="1"/>
                    <a:pt x="4334" y="1"/>
                  </a:cubicBezTo>
                  <a:close/>
                  <a:moveTo>
                    <a:pt x="4664" y="1"/>
                  </a:moveTo>
                  <a:cubicBezTo>
                    <a:pt x="4650" y="1"/>
                    <a:pt x="4634" y="16"/>
                    <a:pt x="4634" y="31"/>
                  </a:cubicBezTo>
                  <a:cubicBezTo>
                    <a:pt x="4634" y="46"/>
                    <a:pt x="4650" y="61"/>
                    <a:pt x="4664" y="61"/>
                  </a:cubicBezTo>
                  <a:lnTo>
                    <a:pt x="4920" y="61"/>
                  </a:lnTo>
                  <a:cubicBezTo>
                    <a:pt x="4934" y="61"/>
                    <a:pt x="4950" y="46"/>
                    <a:pt x="4950" y="31"/>
                  </a:cubicBezTo>
                  <a:cubicBezTo>
                    <a:pt x="4950" y="16"/>
                    <a:pt x="4934" y="1"/>
                    <a:pt x="4920" y="1"/>
                  </a:cubicBezTo>
                  <a:close/>
                  <a:moveTo>
                    <a:pt x="5249" y="1"/>
                  </a:moveTo>
                  <a:cubicBezTo>
                    <a:pt x="5234" y="1"/>
                    <a:pt x="5219" y="16"/>
                    <a:pt x="5219" y="31"/>
                  </a:cubicBezTo>
                  <a:cubicBezTo>
                    <a:pt x="5219" y="46"/>
                    <a:pt x="5234" y="61"/>
                    <a:pt x="5249" y="61"/>
                  </a:cubicBezTo>
                  <a:lnTo>
                    <a:pt x="5504" y="61"/>
                  </a:lnTo>
                  <a:cubicBezTo>
                    <a:pt x="5519" y="61"/>
                    <a:pt x="5519" y="46"/>
                    <a:pt x="5519" y="31"/>
                  </a:cubicBezTo>
                  <a:cubicBezTo>
                    <a:pt x="5519" y="16"/>
                    <a:pt x="5519" y="1"/>
                    <a:pt x="5504" y="1"/>
                  </a:cubicBezTo>
                  <a:close/>
                  <a:moveTo>
                    <a:pt x="5834" y="1"/>
                  </a:moveTo>
                  <a:cubicBezTo>
                    <a:pt x="5819" y="1"/>
                    <a:pt x="5804" y="16"/>
                    <a:pt x="5804" y="31"/>
                  </a:cubicBezTo>
                  <a:cubicBezTo>
                    <a:pt x="5804" y="46"/>
                    <a:pt x="5819" y="61"/>
                    <a:pt x="5834" y="61"/>
                  </a:cubicBezTo>
                  <a:lnTo>
                    <a:pt x="6089" y="61"/>
                  </a:lnTo>
                  <a:cubicBezTo>
                    <a:pt x="6089" y="61"/>
                    <a:pt x="6104" y="46"/>
                    <a:pt x="6104" y="31"/>
                  </a:cubicBezTo>
                  <a:cubicBezTo>
                    <a:pt x="6104" y="16"/>
                    <a:pt x="6089" y="1"/>
                    <a:pt x="6089" y="1"/>
                  </a:cubicBezTo>
                  <a:close/>
                  <a:moveTo>
                    <a:pt x="6404" y="1"/>
                  </a:moveTo>
                  <a:cubicBezTo>
                    <a:pt x="6389" y="1"/>
                    <a:pt x="6389" y="16"/>
                    <a:pt x="6389" y="31"/>
                  </a:cubicBezTo>
                  <a:cubicBezTo>
                    <a:pt x="6389" y="46"/>
                    <a:pt x="6389" y="61"/>
                    <a:pt x="6404" y="61"/>
                  </a:cubicBezTo>
                  <a:lnTo>
                    <a:pt x="6659" y="61"/>
                  </a:lnTo>
                  <a:cubicBezTo>
                    <a:pt x="6674" y="61"/>
                    <a:pt x="6689" y="46"/>
                    <a:pt x="6689" y="31"/>
                  </a:cubicBezTo>
                  <a:cubicBezTo>
                    <a:pt x="6689" y="16"/>
                    <a:pt x="6674" y="1"/>
                    <a:pt x="6659" y="1"/>
                  </a:cubicBezTo>
                  <a:close/>
                  <a:moveTo>
                    <a:pt x="6989" y="1"/>
                  </a:moveTo>
                  <a:cubicBezTo>
                    <a:pt x="6974" y="1"/>
                    <a:pt x="6959" y="16"/>
                    <a:pt x="6959" y="31"/>
                  </a:cubicBezTo>
                  <a:cubicBezTo>
                    <a:pt x="6959" y="46"/>
                    <a:pt x="6974" y="61"/>
                    <a:pt x="6989" y="61"/>
                  </a:cubicBezTo>
                  <a:lnTo>
                    <a:pt x="7243" y="61"/>
                  </a:lnTo>
                  <a:cubicBezTo>
                    <a:pt x="7259" y="61"/>
                    <a:pt x="7273" y="46"/>
                    <a:pt x="7273" y="31"/>
                  </a:cubicBezTo>
                  <a:cubicBezTo>
                    <a:pt x="7273" y="16"/>
                    <a:pt x="7259" y="1"/>
                    <a:pt x="7243" y="1"/>
                  </a:cubicBezTo>
                  <a:close/>
                  <a:moveTo>
                    <a:pt x="7573" y="1"/>
                  </a:moveTo>
                  <a:cubicBezTo>
                    <a:pt x="7559" y="1"/>
                    <a:pt x="7543" y="16"/>
                    <a:pt x="7543" y="31"/>
                  </a:cubicBezTo>
                  <a:cubicBezTo>
                    <a:pt x="7543" y="46"/>
                    <a:pt x="7559" y="61"/>
                    <a:pt x="7573" y="61"/>
                  </a:cubicBezTo>
                  <a:lnTo>
                    <a:pt x="7829" y="61"/>
                  </a:lnTo>
                  <a:cubicBezTo>
                    <a:pt x="7843" y="61"/>
                    <a:pt x="7843" y="46"/>
                    <a:pt x="7843" y="31"/>
                  </a:cubicBezTo>
                  <a:cubicBezTo>
                    <a:pt x="7843" y="16"/>
                    <a:pt x="7843" y="1"/>
                    <a:pt x="7829" y="1"/>
                  </a:cubicBezTo>
                  <a:close/>
                  <a:moveTo>
                    <a:pt x="8143" y="1"/>
                  </a:moveTo>
                  <a:cubicBezTo>
                    <a:pt x="8129" y="1"/>
                    <a:pt x="8129" y="16"/>
                    <a:pt x="8129" y="31"/>
                  </a:cubicBezTo>
                  <a:cubicBezTo>
                    <a:pt x="8129" y="46"/>
                    <a:pt x="8129" y="61"/>
                    <a:pt x="8143" y="61"/>
                  </a:cubicBezTo>
                  <a:lnTo>
                    <a:pt x="8399" y="61"/>
                  </a:lnTo>
                  <a:cubicBezTo>
                    <a:pt x="8413" y="61"/>
                    <a:pt x="8429" y="46"/>
                    <a:pt x="8429" y="31"/>
                  </a:cubicBezTo>
                  <a:cubicBezTo>
                    <a:pt x="8429" y="16"/>
                    <a:pt x="8413" y="1"/>
                    <a:pt x="8399" y="1"/>
                  </a:cubicBezTo>
                  <a:close/>
                  <a:moveTo>
                    <a:pt x="8729" y="1"/>
                  </a:moveTo>
                  <a:cubicBezTo>
                    <a:pt x="8713" y="1"/>
                    <a:pt x="8699" y="16"/>
                    <a:pt x="8699" y="31"/>
                  </a:cubicBezTo>
                  <a:cubicBezTo>
                    <a:pt x="8699" y="46"/>
                    <a:pt x="8713" y="61"/>
                    <a:pt x="8729" y="61"/>
                  </a:cubicBezTo>
                  <a:lnTo>
                    <a:pt x="8983" y="61"/>
                  </a:lnTo>
                  <a:cubicBezTo>
                    <a:pt x="8999" y="61"/>
                    <a:pt x="9013" y="46"/>
                    <a:pt x="9013" y="31"/>
                  </a:cubicBezTo>
                  <a:cubicBezTo>
                    <a:pt x="9013" y="16"/>
                    <a:pt x="8999" y="1"/>
                    <a:pt x="8983" y="1"/>
                  </a:cubicBezTo>
                  <a:close/>
                  <a:moveTo>
                    <a:pt x="9313" y="1"/>
                  </a:moveTo>
                  <a:cubicBezTo>
                    <a:pt x="9299" y="1"/>
                    <a:pt x="9283" y="16"/>
                    <a:pt x="9283" y="31"/>
                  </a:cubicBezTo>
                  <a:cubicBezTo>
                    <a:pt x="9283" y="46"/>
                    <a:pt x="9299" y="61"/>
                    <a:pt x="9313" y="61"/>
                  </a:cubicBezTo>
                  <a:lnTo>
                    <a:pt x="9569" y="61"/>
                  </a:lnTo>
                  <a:cubicBezTo>
                    <a:pt x="9583" y="61"/>
                    <a:pt x="9583" y="46"/>
                    <a:pt x="9583" y="31"/>
                  </a:cubicBezTo>
                  <a:cubicBezTo>
                    <a:pt x="9583" y="16"/>
                    <a:pt x="9583" y="1"/>
                    <a:pt x="9569" y="1"/>
                  </a:cubicBezTo>
                  <a:close/>
                  <a:moveTo>
                    <a:pt x="9899" y="1"/>
                  </a:moveTo>
                  <a:cubicBezTo>
                    <a:pt x="9883" y="1"/>
                    <a:pt x="9869" y="16"/>
                    <a:pt x="9869" y="31"/>
                  </a:cubicBezTo>
                  <a:cubicBezTo>
                    <a:pt x="9869" y="46"/>
                    <a:pt x="9883" y="61"/>
                    <a:pt x="9899" y="61"/>
                  </a:cubicBezTo>
                  <a:lnTo>
                    <a:pt x="10139" y="61"/>
                  </a:lnTo>
                  <a:cubicBezTo>
                    <a:pt x="10153" y="61"/>
                    <a:pt x="10169" y="46"/>
                    <a:pt x="10169" y="31"/>
                  </a:cubicBezTo>
                  <a:cubicBezTo>
                    <a:pt x="10169" y="16"/>
                    <a:pt x="10153" y="1"/>
                    <a:pt x="10139" y="1"/>
                  </a:cubicBezTo>
                  <a:close/>
                  <a:moveTo>
                    <a:pt x="10468" y="1"/>
                  </a:moveTo>
                  <a:cubicBezTo>
                    <a:pt x="10453" y="1"/>
                    <a:pt x="10453" y="16"/>
                    <a:pt x="10453" y="31"/>
                  </a:cubicBezTo>
                  <a:cubicBezTo>
                    <a:pt x="10453" y="46"/>
                    <a:pt x="10453" y="61"/>
                    <a:pt x="10468" y="61"/>
                  </a:cubicBezTo>
                  <a:lnTo>
                    <a:pt x="10723" y="61"/>
                  </a:lnTo>
                  <a:cubicBezTo>
                    <a:pt x="10738" y="61"/>
                    <a:pt x="10753" y="46"/>
                    <a:pt x="10753" y="31"/>
                  </a:cubicBezTo>
                  <a:cubicBezTo>
                    <a:pt x="10753" y="16"/>
                    <a:pt x="10738" y="1"/>
                    <a:pt x="10723" y="1"/>
                  </a:cubicBezTo>
                  <a:close/>
                  <a:moveTo>
                    <a:pt x="11053" y="1"/>
                  </a:moveTo>
                  <a:cubicBezTo>
                    <a:pt x="11038" y="1"/>
                    <a:pt x="11023" y="16"/>
                    <a:pt x="11023" y="31"/>
                  </a:cubicBezTo>
                  <a:cubicBezTo>
                    <a:pt x="11023" y="46"/>
                    <a:pt x="11038" y="61"/>
                    <a:pt x="11053" y="61"/>
                  </a:cubicBezTo>
                  <a:lnTo>
                    <a:pt x="11308" y="61"/>
                  </a:lnTo>
                  <a:cubicBezTo>
                    <a:pt x="11323" y="61"/>
                    <a:pt x="11338" y="46"/>
                    <a:pt x="11338" y="31"/>
                  </a:cubicBezTo>
                  <a:cubicBezTo>
                    <a:pt x="11338" y="16"/>
                    <a:pt x="11323" y="1"/>
                    <a:pt x="11308" y="1"/>
                  </a:cubicBezTo>
                  <a:close/>
                  <a:moveTo>
                    <a:pt x="11638" y="1"/>
                  </a:moveTo>
                  <a:cubicBezTo>
                    <a:pt x="11623" y="1"/>
                    <a:pt x="11608" y="16"/>
                    <a:pt x="11608" y="31"/>
                  </a:cubicBezTo>
                  <a:cubicBezTo>
                    <a:pt x="11608" y="46"/>
                    <a:pt x="11623" y="61"/>
                    <a:pt x="11638" y="61"/>
                  </a:cubicBezTo>
                  <a:lnTo>
                    <a:pt x="11893" y="61"/>
                  </a:lnTo>
                  <a:cubicBezTo>
                    <a:pt x="11908" y="61"/>
                    <a:pt x="11908" y="46"/>
                    <a:pt x="11908" y="31"/>
                  </a:cubicBezTo>
                  <a:cubicBezTo>
                    <a:pt x="11908" y="16"/>
                    <a:pt x="11908" y="1"/>
                    <a:pt x="11893" y="1"/>
                  </a:cubicBezTo>
                  <a:close/>
                  <a:moveTo>
                    <a:pt x="12208" y="1"/>
                  </a:moveTo>
                  <a:cubicBezTo>
                    <a:pt x="12193" y="1"/>
                    <a:pt x="12193" y="16"/>
                    <a:pt x="12193" y="31"/>
                  </a:cubicBezTo>
                  <a:cubicBezTo>
                    <a:pt x="12193" y="46"/>
                    <a:pt x="12193" y="61"/>
                    <a:pt x="12208" y="61"/>
                  </a:cubicBezTo>
                  <a:lnTo>
                    <a:pt x="12462" y="61"/>
                  </a:lnTo>
                  <a:cubicBezTo>
                    <a:pt x="12478" y="61"/>
                    <a:pt x="12492" y="46"/>
                    <a:pt x="12492" y="31"/>
                  </a:cubicBezTo>
                  <a:cubicBezTo>
                    <a:pt x="12492" y="16"/>
                    <a:pt x="12478" y="1"/>
                    <a:pt x="12462" y="1"/>
                  </a:cubicBezTo>
                  <a:close/>
                  <a:moveTo>
                    <a:pt x="12792" y="1"/>
                  </a:moveTo>
                  <a:cubicBezTo>
                    <a:pt x="12778" y="1"/>
                    <a:pt x="12762" y="16"/>
                    <a:pt x="12762" y="31"/>
                  </a:cubicBezTo>
                  <a:cubicBezTo>
                    <a:pt x="12762" y="46"/>
                    <a:pt x="12778" y="61"/>
                    <a:pt x="12792" y="61"/>
                  </a:cubicBezTo>
                  <a:lnTo>
                    <a:pt x="13048" y="61"/>
                  </a:lnTo>
                  <a:cubicBezTo>
                    <a:pt x="13062" y="61"/>
                    <a:pt x="13078" y="46"/>
                    <a:pt x="13078" y="31"/>
                  </a:cubicBezTo>
                  <a:cubicBezTo>
                    <a:pt x="13078" y="16"/>
                    <a:pt x="13062" y="1"/>
                    <a:pt x="13048" y="1"/>
                  </a:cubicBezTo>
                  <a:close/>
                  <a:moveTo>
                    <a:pt x="13378" y="1"/>
                  </a:moveTo>
                  <a:cubicBezTo>
                    <a:pt x="13362" y="1"/>
                    <a:pt x="13348" y="16"/>
                    <a:pt x="13348" y="31"/>
                  </a:cubicBezTo>
                  <a:cubicBezTo>
                    <a:pt x="13348" y="46"/>
                    <a:pt x="13362" y="61"/>
                    <a:pt x="13378" y="61"/>
                  </a:cubicBezTo>
                  <a:lnTo>
                    <a:pt x="13632" y="61"/>
                  </a:lnTo>
                  <a:cubicBezTo>
                    <a:pt x="13648" y="61"/>
                    <a:pt x="13648" y="46"/>
                    <a:pt x="13648" y="31"/>
                  </a:cubicBezTo>
                  <a:cubicBezTo>
                    <a:pt x="13648" y="16"/>
                    <a:pt x="13648" y="1"/>
                    <a:pt x="13632" y="1"/>
                  </a:cubicBezTo>
                  <a:close/>
                  <a:moveTo>
                    <a:pt x="13948" y="1"/>
                  </a:moveTo>
                  <a:cubicBezTo>
                    <a:pt x="13948" y="1"/>
                    <a:pt x="13932" y="16"/>
                    <a:pt x="13932" y="31"/>
                  </a:cubicBezTo>
                  <a:cubicBezTo>
                    <a:pt x="13932" y="46"/>
                    <a:pt x="13948" y="61"/>
                    <a:pt x="13948" y="61"/>
                  </a:cubicBezTo>
                  <a:lnTo>
                    <a:pt x="14202" y="61"/>
                  </a:lnTo>
                  <a:cubicBezTo>
                    <a:pt x="14218" y="61"/>
                    <a:pt x="14232" y="46"/>
                    <a:pt x="14232" y="31"/>
                  </a:cubicBezTo>
                  <a:cubicBezTo>
                    <a:pt x="14232" y="16"/>
                    <a:pt x="14218" y="1"/>
                    <a:pt x="14202" y="1"/>
                  </a:cubicBezTo>
                  <a:close/>
                  <a:moveTo>
                    <a:pt x="14532" y="1"/>
                  </a:moveTo>
                  <a:cubicBezTo>
                    <a:pt x="14518" y="1"/>
                    <a:pt x="14518" y="16"/>
                    <a:pt x="14518" y="31"/>
                  </a:cubicBezTo>
                  <a:cubicBezTo>
                    <a:pt x="14518" y="46"/>
                    <a:pt x="14518" y="61"/>
                    <a:pt x="14532" y="61"/>
                  </a:cubicBezTo>
                  <a:lnTo>
                    <a:pt x="14788" y="61"/>
                  </a:lnTo>
                  <a:cubicBezTo>
                    <a:pt x="14802" y="61"/>
                    <a:pt x="14818" y="46"/>
                    <a:pt x="14818" y="31"/>
                  </a:cubicBezTo>
                  <a:cubicBezTo>
                    <a:pt x="14818" y="16"/>
                    <a:pt x="14802" y="1"/>
                    <a:pt x="14788" y="1"/>
                  </a:cubicBezTo>
                  <a:close/>
                  <a:moveTo>
                    <a:pt x="15118" y="1"/>
                  </a:moveTo>
                  <a:cubicBezTo>
                    <a:pt x="15102" y="1"/>
                    <a:pt x="15088" y="16"/>
                    <a:pt x="15088" y="31"/>
                  </a:cubicBezTo>
                  <a:cubicBezTo>
                    <a:pt x="15088" y="46"/>
                    <a:pt x="15102" y="61"/>
                    <a:pt x="15118" y="61"/>
                  </a:cubicBezTo>
                  <a:lnTo>
                    <a:pt x="15372" y="61"/>
                  </a:lnTo>
                  <a:cubicBezTo>
                    <a:pt x="15387" y="61"/>
                    <a:pt x="15402" y="46"/>
                    <a:pt x="15402" y="31"/>
                  </a:cubicBezTo>
                  <a:cubicBezTo>
                    <a:pt x="15402" y="16"/>
                    <a:pt x="15387" y="1"/>
                    <a:pt x="15372" y="1"/>
                  </a:cubicBezTo>
                  <a:close/>
                  <a:moveTo>
                    <a:pt x="15702" y="1"/>
                  </a:moveTo>
                  <a:cubicBezTo>
                    <a:pt x="15687" y="1"/>
                    <a:pt x="15672" y="16"/>
                    <a:pt x="15672" y="31"/>
                  </a:cubicBezTo>
                  <a:cubicBezTo>
                    <a:pt x="15672" y="46"/>
                    <a:pt x="15687" y="61"/>
                    <a:pt x="15702" y="61"/>
                  </a:cubicBezTo>
                  <a:lnTo>
                    <a:pt x="15957" y="61"/>
                  </a:lnTo>
                  <a:cubicBezTo>
                    <a:pt x="15972" y="61"/>
                    <a:pt x="15972" y="46"/>
                    <a:pt x="15972" y="31"/>
                  </a:cubicBezTo>
                  <a:cubicBezTo>
                    <a:pt x="15972" y="16"/>
                    <a:pt x="15972" y="1"/>
                    <a:pt x="15957" y="1"/>
                  </a:cubicBezTo>
                  <a:close/>
                  <a:moveTo>
                    <a:pt x="16272" y="1"/>
                  </a:moveTo>
                  <a:cubicBezTo>
                    <a:pt x="16257" y="1"/>
                    <a:pt x="16257" y="16"/>
                    <a:pt x="16257" y="31"/>
                  </a:cubicBezTo>
                  <a:cubicBezTo>
                    <a:pt x="16257" y="46"/>
                    <a:pt x="16257" y="61"/>
                    <a:pt x="16272" y="61"/>
                  </a:cubicBezTo>
                  <a:lnTo>
                    <a:pt x="16527" y="61"/>
                  </a:lnTo>
                  <a:cubicBezTo>
                    <a:pt x="16542" y="61"/>
                    <a:pt x="16557" y="46"/>
                    <a:pt x="16557" y="31"/>
                  </a:cubicBezTo>
                  <a:cubicBezTo>
                    <a:pt x="16557" y="16"/>
                    <a:pt x="16542" y="1"/>
                    <a:pt x="16527" y="1"/>
                  </a:cubicBezTo>
                  <a:close/>
                  <a:moveTo>
                    <a:pt x="16857" y="1"/>
                  </a:moveTo>
                  <a:cubicBezTo>
                    <a:pt x="16842" y="1"/>
                    <a:pt x="16827" y="16"/>
                    <a:pt x="16827" y="31"/>
                  </a:cubicBezTo>
                  <a:cubicBezTo>
                    <a:pt x="16827" y="46"/>
                    <a:pt x="16842" y="61"/>
                    <a:pt x="16857" y="61"/>
                  </a:cubicBezTo>
                  <a:lnTo>
                    <a:pt x="17112" y="61"/>
                  </a:lnTo>
                  <a:cubicBezTo>
                    <a:pt x="17127" y="61"/>
                    <a:pt x="17142" y="46"/>
                    <a:pt x="17142" y="31"/>
                  </a:cubicBezTo>
                  <a:cubicBezTo>
                    <a:pt x="17142" y="16"/>
                    <a:pt x="17127" y="1"/>
                    <a:pt x="17112" y="1"/>
                  </a:cubicBezTo>
                  <a:close/>
                  <a:moveTo>
                    <a:pt x="17441" y="1"/>
                  </a:moveTo>
                  <a:cubicBezTo>
                    <a:pt x="17427" y="1"/>
                    <a:pt x="17411" y="16"/>
                    <a:pt x="17411" y="31"/>
                  </a:cubicBezTo>
                  <a:cubicBezTo>
                    <a:pt x="17411" y="46"/>
                    <a:pt x="17427" y="61"/>
                    <a:pt x="17441" y="61"/>
                  </a:cubicBezTo>
                  <a:lnTo>
                    <a:pt x="17697" y="61"/>
                  </a:lnTo>
                  <a:cubicBezTo>
                    <a:pt x="17711" y="61"/>
                    <a:pt x="17711" y="46"/>
                    <a:pt x="17711" y="31"/>
                  </a:cubicBezTo>
                  <a:cubicBezTo>
                    <a:pt x="17711" y="16"/>
                    <a:pt x="17711" y="1"/>
                    <a:pt x="17697" y="1"/>
                  </a:cubicBezTo>
                  <a:close/>
                  <a:moveTo>
                    <a:pt x="18011" y="1"/>
                  </a:moveTo>
                  <a:cubicBezTo>
                    <a:pt x="18011" y="1"/>
                    <a:pt x="17997" y="16"/>
                    <a:pt x="17997" y="31"/>
                  </a:cubicBezTo>
                  <a:cubicBezTo>
                    <a:pt x="17997" y="46"/>
                    <a:pt x="18011" y="61"/>
                    <a:pt x="18011" y="61"/>
                  </a:cubicBezTo>
                  <a:lnTo>
                    <a:pt x="18267" y="61"/>
                  </a:lnTo>
                  <a:cubicBezTo>
                    <a:pt x="18281" y="61"/>
                    <a:pt x="18297" y="46"/>
                    <a:pt x="18297" y="31"/>
                  </a:cubicBezTo>
                  <a:cubicBezTo>
                    <a:pt x="18297" y="16"/>
                    <a:pt x="18281" y="1"/>
                    <a:pt x="18267" y="1"/>
                  </a:cubicBezTo>
                  <a:close/>
                  <a:moveTo>
                    <a:pt x="18597" y="1"/>
                  </a:moveTo>
                  <a:cubicBezTo>
                    <a:pt x="18581" y="1"/>
                    <a:pt x="18581" y="16"/>
                    <a:pt x="18581" y="31"/>
                  </a:cubicBezTo>
                  <a:cubicBezTo>
                    <a:pt x="18581" y="46"/>
                    <a:pt x="18581" y="61"/>
                    <a:pt x="18597" y="61"/>
                  </a:cubicBezTo>
                  <a:lnTo>
                    <a:pt x="18851" y="61"/>
                  </a:lnTo>
                  <a:cubicBezTo>
                    <a:pt x="18867" y="61"/>
                    <a:pt x="18881" y="46"/>
                    <a:pt x="18881" y="31"/>
                  </a:cubicBezTo>
                  <a:cubicBezTo>
                    <a:pt x="18881" y="16"/>
                    <a:pt x="18867" y="1"/>
                    <a:pt x="18851" y="1"/>
                  </a:cubicBezTo>
                  <a:close/>
                  <a:moveTo>
                    <a:pt x="19181" y="1"/>
                  </a:moveTo>
                  <a:cubicBezTo>
                    <a:pt x="19167" y="1"/>
                    <a:pt x="19151" y="16"/>
                    <a:pt x="19151" y="31"/>
                  </a:cubicBezTo>
                  <a:cubicBezTo>
                    <a:pt x="19151" y="46"/>
                    <a:pt x="19167" y="61"/>
                    <a:pt x="19181" y="61"/>
                  </a:cubicBezTo>
                  <a:lnTo>
                    <a:pt x="19437" y="61"/>
                  </a:lnTo>
                  <a:cubicBezTo>
                    <a:pt x="19451" y="61"/>
                    <a:pt x="19451" y="46"/>
                    <a:pt x="19451" y="31"/>
                  </a:cubicBezTo>
                  <a:cubicBezTo>
                    <a:pt x="19451" y="16"/>
                    <a:pt x="19451" y="1"/>
                    <a:pt x="19437" y="1"/>
                  </a:cubicBezTo>
                  <a:close/>
                  <a:moveTo>
                    <a:pt x="19767" y="1"/>
                  </a:moveTo>
                  <a:cubicBezTo>
                    <a:pt x="19751" y="1"/>
                    <a:pt x="19737" y="16"/>
                    <a:pt x="19737" y="31"/>
                  </a:cubicBezTo>
                  <a:cubicBezTo>
                    <a:pt x="19737" y="46"/>
                    <a:pt x="19751" y="61"/>
                    <a:pt x="19767" y="61"/>
                  </a:cubicBezTo>
                  <a:lnTo>
                    <a:pt x="20021" y="61"/>
                  </a:lnTo>
                  <a:cubicBezTo>
                    <a:pt x="20021" y="61"/>
                    <a:pt x="20037" y="46"/>
                    <a:pt x="20037" y="31"/>
                  </a:cubicBezTo>
                  <a:cubicBezTo>
                    <a:pt x="20037" y="16"/>
                    <a:pt x="20021" y="1"/>
                    <a:pt x="20021" y="1"/>
                  </a:cubicBezTo>
                  <a:close/>
                  <a:moveTo>
                    <a:pt x="20337" y="1"/>
                  </a:moveTo>
                  <a:cubicBezTo>
                    <a:pt x="20321" y="1"/>
                    <a:pt x="20321" y="16"/>
                    <a:pt x="20321" y="31"/>
                  </a:cubicBezTo>
                  <a:cubicBezTo>
                    <a:pt x="20321" y="46"/>
                    <a:pt x="20321" y="61"/>
                    <a:pt x="20337" y="61"/>
                  </a:cubicBezTo>
                  <a:lnTo>
                    <a:pt x="20591" y="61"/>
                  </a:lnTo>
                  <a:cubicBezTo>
                    <a:pt x="20606" y="61"/>
                    <a:pt x="20621" y="46"/>
                    <a:pt x="20621" y="31"/>
                  </a:cubicBezTo>
                  <a:cubicBezTo>
                    <a:pt x="20621" y="16"/>
                    <a:pt x="20606" y="1"/>
                    <a:pt x="20591" y="1"/>
                  </a:cubicBezTo>
                  <a:close/>
                  <a:moveTo>
                    <a:pt x="20921" y="1"/>
                  </a:moveTo>
                  <a:cubicBezTo>
                    <a:pt x="20906" y="1"/>
                    <a:pt x="20891" y="16"/>
                    <a:pt x="20891" y="31"/>
                  </a:cubicBezTo>
                  <a:cubicBezTo>
                    <a:pt x="20891" y="46"/>
                    <a:pt x="20906" y="61"/>
                    <a:pt x="20921" y="61"/>
                  </a:cubicBezTo>
                  <a:lnTo>
                    <a:pt x="21176" y="61"/>
                  </a:lnTo>
                  <a:cubicBezTo>
                    <a:pt x="21191" y="61"/>
                    <a:pt x="21206" y="46"/>
                    <a:pt x="21206" y="31"/>
                  </a:cubicBezTo>
                  <a:cubicBezTo>
                    <a:pt x="21206" y="16"/>
                    <a:pt x="21191" y="1"/>
                    <a:pt x="21176" y="1"/>
                  </a:cubicBezTo>
                  <a:close/>
                  <a:moveTo>
                    <a:pt x="21506" y="1"/>
                  </a:moveTo>
                  <a:cubicBezTo>
                    <a:pt x="21491" y="1"/>
                    <a:pt x="21476" y="16"/>
                    <a:pt x="21476" y="31"/>
                  </a:cubicBezTo>
                  <a:cubicBezTo>
                    <a:pt x="21476" y="46"/>
                    <a:pt x="21491" y="61"/>
                    <a:pt x="21506" y="61"/>
                  </a:cubicBezTo>
                  <a:lnTo>
                    <a:pt x="21761" y="61"/>
                  </a:lnTo>
                  <a:cubicBezTo>
                    <a:pt x="21776" y="61"/>
                    <a:pt x="21776" y="46"/>
                    <a:pt x="21776" y="31"/>
                  </a:cubicBezTo>
                  <a:cubicBezTo>
                    <a:pt x="21776" y="16"/>
                    <a:pt x="21776" y="1"/>
                    <a:pt x="21761" y="1"/>
                  </a:cubicBezTo>
                  <a:close/>
                  <a:moveTo>
                    <a:pt x="22076" y="1"/>
                  </a:moveTo>
                  <a:cubicBezTo>
                    <a:pt x="22076" y="1"/>
                    <a:pt x="22061" y="16"/>
                    <a:pt x="22061" y="31"/>
                  </a:cubicBezTo>
                  <a:cubicBezTo>
                    <a:pt x="22061" y="46"/>
                    <a:pt x="22076" y="61"/>
                    <a:pt x="22076" y="61"/>
                  </a:cubicBezTo>
                  <a:lnTo>
                    <a:pt x="22331" y="61"/>
                  </a:lnTo>
                  <a:cubicBezTo>
                    <a:pt x="22346" y="61"/>
                    <a:pt x="22361" y="46"/>
                    <a:pt x="22361" y="31"/>
                  </a:cubicBezTo>
                  <a:cubicBezTo>
                    <a:pt x="22361" y="16"/>
                    <a:pt x="22346" y="1"/>
                    <a:pt x="22331" y="1"/>
                  </a:cubicBezTo>
                  <a:close/>
                  <a:moveTo>
                    <a:pt x="22660" y="1"/>
                  </a:moveTo>
                  <a:cubicBezTo>
                    <a:pt x="22646" y="1"/>
                    <a:pt x="22646" y="16"/>
                    <a:pt x="22646" y="31"/>
                  </a:cubicBezTo>
                  <a:cubicBezTo>
                    <a:pt x="22646" y="46"/>
                    <a:pt x="22646" y="61"/>
                    <a:pt x="22660" y="61"/>
                  </a:cubicBezTo>
                  <a:lnTo>
                    <a:pt x="22916" y="61"/>
                  </a:lnTo>
                  <a:cubicBezTo>
                    <a:pt x="22930" y="61"/>
                    <a:pt x="22946" y="46"/>
                    <a:pt x="22946" y="31"/>
                  </a:cubicBezTo>
                  <a:cubicBezTo>
                    <a:pt x="22946" y="16"/>
                    <a:pt x="22930" y="1"/>
                    <a:pt x="22916" y="1"/>
                  </a:cubicBezTo>
                  <a:close/>
                  <a:moveTo>
                    <a:pt x="23246" y="1"/>
                  </a:moveTo>
                  <a:cubicBezTo>
                    <a:pt x="23230" y="1"/>
                    <a:pt x="23216" y="16"/>
                    <a:pt x="23216" y="31"/>
                  </a:cubicBezTo>
                  <a:cubicBezTo>
                    <a:pt x="23216" y="46"/>
                    <a:pt x="23230" y="61"/>
                    <a:pt x="23246" y="61"/>
                  </a:cubicBezTo>
                  <a:lnTo>
                    <a:pt x="23500" y="61"/>
                  </a:lnTo>
                  <a:cubicBezTo>
                    <a:pt x="23516" y="61"/>
                    <a:pt x="23516" y="46"/>
                    <a:pt x="23516" y="31"/>
                  </a:cubicBezTo>
                  <a:cubicBezTo>
                    <a:pt x="23516" y="16"/>
                    <a:pt x="23516" y="1"/>
                    <a:pt x="23500" y="1"/>
                  </a:cubicBezTo>
                  <a:close/>
                  <a:moveTo>
                    <a:pt x="23830" y="1"/>
                  </a:moveTo>
                  <a:cubicBezTo>
                    <a:pt x="23816" y="1"/>
                    <a:pt x="23800" y="16"/>
                    <a:pt x="23800" y="31"/>
                  </a:cubicBezTo>
                  <a:cubicBezTo>
                    <a:pt x="23800" y="46"/>
                    <a:pt x="23816" y="61"/>
                    <a:pt x="23830" y="61"/>
                  </a:cubicBezTo>
                  <a:lnTo>
                    <a:pt x="24086" y="61"/>
                  </a:lnTo>
                  <a:cubicBezTo>
                    <a:pt x="24086" y="61"/>
                    <a:pt x="24100" y="46"/>
                    <a:pt x="24100" y="31"/>
                  </a:cubicBezTo>
                  <a:cubicBezTo>
                    <a:pt x="24100" y="16"/>
                    <a:pt x="24086" y="1"/>
                    <a:pt x="24086" y="1"/>
                  </a:cubicBezTo>
                  <a:close/>
                  <a:moveTo>
                    <a:pt x="24400" y="1"/>
                  </a:moveTo>
                  <a:cubicBezTo>
                    <a:pt x="24386" y="1"/>
                    <a:pt x="24386" y="16"/>
                    <a:pt x="24386" y="31"/>
                  </a:cubicBezTo>
                  <a:cubicBezTo>
                    <a:pt x="24386" y="46"/>
                    <a:pt x="24386" y="61"/>
                    <a:pt x="24400" y="61"/>
                  </a:cubicBezTo>
                  <a:lnTo>
                    <a:pt x="24656" y="61"/>
                  </a:lnTo>
                  <a:cubicBezTo>
                    <a:pt x="24670" y="61"/>
                    <a:pt x="24686" y="46"/>
                    <a:pt x="24686" y="31"/>
                  </a:cubicBezTo>
                  <a:cubicBezTo>
                    <a:pt x="24686" y="16"/>
                    <a:pt x="24670" y="1"/>
                    <a:pt x="24656" y="1"/>
                  </a:cubicBezTo>
                  <a:close/>
                  <a:moveTo>
                    <a:pt x="24986" y="1"/>
                  </a:moveTo>
                  <a:cubicBezTo>
                    <a:pt x="24970" y="1"/>
                    <a:pt x="24956" y="16"/>
                    <a:pt x="24956" y="31"/>
                  </a:cubicBezTo>
                  <a:cubicBezTo>
                    <a:pt x="24956" y="46"/>
                    <a:pt x="24970" y="61"/>
                    <a:pt x="24986" y="61"/>
                  </a:cubicBezTo>
                  <a:lnTo>
                    <a:pt x="25240" y="61"/>
                  </a:lnTo>
                  <a:cubicBezTo>
                    <a:pt x="25256" y="61"/>
                    <a:pt x="25270" y="46"/>
                    <a:pt x="25270" y="31"/>
                  </a:cubicBezTo>
                  <a:cubicBezTo>
                    <a:pt x="25270" y="16"/>
                    <a:pt x="25256" y="1"/>
                    <a:pt x="25240" y="1"/>
                  </a:cubicBezTo>
                  <a:close/>
                  <a:moveTo>
                    <a:pt x="25570" y="1"/>
                  </a:moveTo>
                  <a:cubicBezTo>
                    <a:pt x="25556" y="1"/>
                    <a:pt x="25540" y="16"/>
                    <a:pt x="25540" y="31"/>
                  </a:cubicBezTo>
                  <a:cubicBezTo>
                    <a:pt x="25540" y="46"/>
                    <a:pt x="25556" y="61"/>
                    <a:pt x="25570" y="61"/>
                  </a:cubicBezTo>
                  <a:lnTo>
                    <a:pt x="25825" y="61"/>
                  </a:lnTo>
                  <a:cubicBezTo>
                    <a:pt x="25840" y="61"/>
                    <a:pt x="25840" y="46"/>
                    <a:pt x="25840" y="31"/>
                  </a:cubicBezTo>
                  <a:cubicBezTo>
                    <a:pt x="25840" y="16"/>
                    <a:pt x="25840" y="1"/>
                    <a:pt x="25825" y="1"/>
                  </a:cubicBezTo>
                  <a:close/>
                  <a:moveTo>
                    <a:pt x="26140" y="1"/>
                  </a:moveTo>
                  <a:cubicBezTo>
                    <a:pt x="26140" y="1"/>
                    <a:pt x="26125" y="16"/>
                    <a:pt x="26125" y="31"/>
                  </a:cubicBezTo>
                  <a:cubicBezTo>
                    <a:pt x="26125" y="46"/>
                    <a:pt x="26140" y="61"/>
                    <a:pt x="26140" y="61"/>
                  </a:cubicBezTo>
                  <a:lnTo>
                    <a:pt x="26395" y="61"/>
                  </a:lnTo>
                  <a:cubicBezTo>
                    <a:pt x="26410" y="61"/>
                    <a:pt x="26425" y="46"/>
                    <a:pt x="26425" y="31"/>
                  </a:cubicBezTo>
                  <a:cubicBezTo>
                    <a:pt x="26425" y="16"/>
                    <a:pt x="26410" y="1"/>
                    <a:pt x="26395" y="1"/>
                  </a:cubicBezTo>
                  <a:close/>
                  <a:moveTo>
                    <a:pt x="26725" y="1"/>
                  </a:moveTo>
                  <a:cubicBezTo>
                    <a:pt x="26710" y="1"/>
                    <a:pt x="26695" y="16"/>
                    <a:pt x="26695" y="31"/>
                  </a:cubicBezTo>
                  <a:cubicBezTo>
                    <a:pt x="26695" y="46"/>
                    <a:pt x="26710" y="61"/>
                    <a:pt x="26725" y="61"/>
                  </a:cubicBezTo>
                  <a:lnTo>
                    <a:pt x="26980" y="61"/>
                  </a:lnTo>
                  <a:cubicBezTo>
                    <a:pt x="26995" y="61"/>
                    <a:pt x="27010" y="46"/>
                    <a:pt x="27010" y="31"/>
                  </a:cubicBezTo>
                  <a:cubicBezTo>
                    <a:pt x="27010" y="16"/>
                    <a:pt x="26995" y="1"/>
                    <a:pt x="26980" y="1"/>
                  </a:cubicBezTo>
                  <a:close/>
                  <a:moveTo>
                    <a:pt x="27310" y="1"/>
                  </a:moveTo>
                  <a:cubicBezTo>
                    <a:pt x="27295" y="1"/>
                    <a:pt x="27280" y="16"/>
                    <a:pt x="27280" y="31"/>
                  </a:cubicBezTo>
                  <a:cubicBezTo>
                    <a:pt x="27280" y="46"/>
                    <a:pt x="27295" y="61"/>
                    <a:pt x="27310" y="61"/>
                  </a:cubicBezTo>
                  <a:lnTo>
                    <a:pt x="27565" y="61"/>
                  </a:lnTo>
                  <a:cubicBezTo>
                    <a:pt x="27580" y="61"/>
                    <a:pt x="27580" y="46"/>
                    <a:pt x="27580" y="31"/>
                  </a:cubicBezTo>
                  <a:cubicBezTo>
                    <a:pt x="27580" y="16"/>
                    <a:pt x="27580" y="1"/>
                    <a:pt x="27565" y="1"/>
                  </a:cubicBezTo>
                  <a:close/>
                  <a:moveTo>
                    <a:pt x="27895" y="1"/>
                  </a:moveTo>
                  <a:cubicBezTo>
                    <a:pt x="27879" y="1"/>
                    <a:pt x="27865" y="16"/>
                    <a:pt x="27865" y="31"/>
                  </a:cubicBezTo>
                  <a:cubicBezTo>
                    <a:pt x="27865" y="46"/>
                    <a:pt x="27879" y="61"/>
                    <a:pt x="27895" y="61"/>
                  </a:cubicBezTo>
                  <a:lnTo>
                    <a:pt x="28119" y="61"/>
                  </a:lnTo>
                  <a:cubicBezTo>
                    <a:pt x="28135" y="61"/>
                    <a:pt x="28135" y="46"/>
                    <a:pt x="28135" y="31"/>
                  </a:cubicBezTo>
                  <a:cubicBezTo>
                    <a:pt x="28135" y="16"/>
                    <a:pt x="28135" y="1"/>
                    <a:pt x="281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7" name="Google Shape;1677;p46"/>
            <p:cNvSpPr/>
            <p:nvPr/>
          </p:nvSpPr>
          <p:spPr>
            <a:xfrm>
              <a:off x="782053" y="2848523"/>
              <a:ext cx="3808846" cy="6227"/>
            </a:xfrm>
            <a:custGeom>
              <a:rect b="b" l="l" r="r" t="t"/>
              <a:pathLst>
                <a:path extrusionOk="0" h="46" w="28135">
                  <a:moveTo>
                    <a:pt x="15" y="0"/>
                  </a:moveTo>
                  <a:lnTo>
                    <a:pt x="0" y="16"/>
                  </a:lnTo>
                  <a:cubicBezTo>
                    <a:pt x="0" y="30"/>
                    <a:pt x="15" y="46"/>
                    <a:pt x="15" y="46"/>
                  </a:cubicBezTo>
                  <a:lnTo>
                    <a:pt x="270" y="46"/>
                  </a:lnTo>
                  <a:cubicBezTo>
                    <a:pt x="285" y="46"/>
                    <a:pt x="300" y="30"/>
                    <a:pt x="300" y="16"/>
                  </a:cubicBezTo>
                  <a:cubicBezTo>
                    <a:pt x="300" y="16"/>
                    <a:pt x="285" y="0"/>
                    <a:pt x="270" y="0"/>
                  </a:cubicBezTo>
                  <a:close/>
                  <a:moveTo>
                    <a:pt x="600" y="0"/>
                  </a:moveTo>
                  <a:cubicBezTo>
                    <a:pt x="585" y="0"/>
                    <a:pt x="585" y="16"/>
                    <a:pt x="585" y="16"/>
                  </a:cubicBezTo>
                  <a:cubicBezTo>
                    <a:pt x="585" y="30"/>
                    <a:pt x="585" y="46"/>
                    <a:pt x="600" y="46"/>
                  </a:cubicBezTo>
                  <a:lnTo>
                    <a:pt x="855" y="46"/>
                  </a:lnTo>
                  <a:cubicBezTo>
                    <a:pt x="870" y="46"/>
                    <a:pt x="885" y="30"/>
                    <a:pt x="885" y="16"/>
                  </a:cubicBezTo>
                  <a:cubicBezTo>
                    <a:pt x="885" y="16"/>
                    <a:pt x="870" y="0"/>
                    <a:pt x="855" y="0"/>
                  </a:cubicBezTo>
                  <a:close/>
                  <a:moveTo>
                    <a:pt x="1185" y="0"/>
                  </a:moveTo>
                  <a:cubicBezTo>
                    <a:pt x="1170" y="0"/>
                    <a:pt x="1155" y="16"/>
                    <a:pt x="1155" y="16"/>
                  </a:cubicBezTo>
                  <a:cubicBezTo>
                    <a:pt x="1155" y="30"/>
                    <a:pt x="1170" y="46"/>
                    <a:pt x="1185" y="46"/>
                  </a:cubicBezTo>
                  <a:lnTo>
                    <a:pt x="1440" y="46"/>
                  </a:lnTo>
                  <a:cubicBezTo>
                    <a:pt x="1455" y="46"/>
                    <a:pt x="1455" y="30"/>
                    <a:pt x="1455" y="16"/>
                  </a:cubicBezTo>
                  <a:cubicBezTo>
                    <a:pt x="1455" y="16"/>
                    <a:pt x="1455" y="0"/>
                    <a:pt x="1440" y="0"/>
                  </a:cubicBezTo>
                  <a:close/>
                  <a:moveTo>
                    <a:pt x="1770" y="0"/>
                  </a:moveTo>
                  <a:cubicBezTo>
                    <a:pt x="1755" y="0"/>
                    <a:pt x="1740" y="16"/>
                    <a:pt x="1740" y="16"/>
                  </a:cubicBezTo>
                  <a:cubicBezTo>
                    <a:pt x="1740" y="30"/>
                    <a:pt x="1755" y="46"/>
                    <a:pt x="1770" y="46"/>
                  </a:cubicBezTo>
                  <a:lnTo>
                    <a:pt x="2025" y="46"/>
                  </a:lnTo>
                  <a:cubicBezTo>
                    <a:pt x="2025" y="46"/>
                    <a:pt x="2040" y="30"/>
                    <a:pt x="2040" y="16"/>
                  </a:cubicBezTo>
                  <a:lnTo>
                    <a:pt x="2025" y="0"/>
                  </a:lnTo>
                  <a:close/>
                  <a:moveTo>
                    <a:pt x="2340" y="0"/>
                  </a:moveTo>
                  <a:cubicBezTo>
                    <a:pt x="2324" y="0"/>
                    <a:pt x="2324" y="16"/>
                    <a:pt x="2324" y="16"/>
                  </a:cubicBezTo>
                  <a:cubicBezTo>
                    <a:pt x="2324" y="30"/>
                    <a:pt x="2324" y="46"/>
                    <a:pt x="2340" y="46"/>
                  </a:cubicBezTo>
                  <a:lnTo>
                    <a:pt x="2594" y="46"/>
                  </a:lnTo>
                  <a:cubicBezTo>
                    <a:pt x="2610" y="46"/>
                    <a:pt x="2624" y="30"/>
                    <a:pt x="2624" y="16"/>
                  </a:cubicBezTo>
                  <a:cubicBezTo>
                    <a:pt x="2624" y="16"/>
                    <a:pt x="2610" y="0"/>
                    <a:pt x="2594" y="0"/>
                  </a:cubicBezTo>
                  <a:close/>
                  <a:moveTo>
                    <a:pt x="2924" y="0"/>
                  </a:moveTo>
                  <a:cubicBezTo>
                    <a:pt x="2910" y="0"/>
                    <a:pt x="2894" y="16"/>
                    <a:pt x="2894" y="16"/>
                  </a:cubicBezTo>
                  <a:cubicBezTo>
                    <a:pt x="2894" y="30"/>
                    <a:pt x="2910" y="46"/>
                    <a:pt x="2924" y="46"/>
                  </a:cubicBezTo>
                  <a:lnTo>
                    <a:pt x="3180" y="46"/>
                  </a:lnTo>
                  <a:cubicBezTo>
                    <a:pt x="3194" y="46"/>
                    <a:pt x="3210" y="30"/>
                    <a:pt x="3210" y="16"/>
                  </a:cubicBezTo>
                  <a:cubicBezTo>
                    <a:pt x="3210" y="16"/>
                    <a:pt x="3194" y="0"/>
                    <a:pt x="3180" y="0"/>
                  </a:cubicBezTo>
                  <a:close/>
                  <a:moveTo>
                    <a:pt x="3510" y="0"/>
                  </a:moveTo>
                  <a:cubicBezTo>
                    <a:pt x="3494" y="0"/>
                    <a:pt x="3480" y="16"/>
                    <a:pt x="3480" y="16"/>
                  </a:cubicBezTo>
                  <a:cubicBezTo>
                    <a:pt x="3480" y="30"/>
                    <a:pt x="3494" y="46"/>
                    <a:pt x="3510" y="46"/>
                  </a:cubicBezTo>
                  <a:lnTo>
                    <a:pt x="3764" y="46"/>
                  </a:lnTo>
                  <a:cubicBezTo>
                    <a:pt x="3780" y="46"/>
                    <a:pt x="3780" y="30"/>
                    <a:pt x="3780" y="16"/>
                  </a:cubicBezTo>
                  <a:cubicBezTo>
                    <a:pt x="3780" y="16"/>
                    <a:pt x="3780" y="0"/>
                    <a:pt x="3764" y="0"/>
                  </a:cubicBezTo>
                  <a:close/>
                  <a:moveTo>
                    <a:pt x="4080" y="0"/>
                  </a:moveTo>
                  <a:lnTo>
                    <a:pt x="4064" y="16"/>
                  </a:lnTo>
                  <a:cubicBezTo>
                    <a:pt x="4064" y="30"/>
                    <a:pt x="4080" y="46"/>
                    <a:pt x="4080" y="46"/>
                  </a:cubicBezTo>
                  <a:lnTo>
                    <a:pt x="4334" y="46"/>
                  </a:lnTo>
                  <a:cubicBezTo>
                    <a:pt x="4350" y="46"/>
                    <a:pt x="4364" y="30"/>
                    <a:pt x="4364" y="16"/>
                  </a:cubicBezTo>
                  <a:cubicBezTo>
                    <a:pt x="4364" y="16"/>
                    <a:pt x="4350" y="0"/>
                    <a:pt x="4334" y="0"/>
                  </a:cubicBezTo>
                  <a:close/>
                  <a:moveTo>
                    <a:pt x="4664" y="0"/>
                  </a:moveTo>
                  <a:cubicBezTo>
                    <a:pt x="4650" y="0"/>
                    <a:pt x="4634" y="16"/>
                    <a:pt x="4634" y="16"/>
                  </a:cubicBezTo>
                  <a:cubicBezTo>
                    <a:pt x="4634" y="30"/>
                    <a:pt x="4650" y="46"/>
                    <a:pt x="4664" y="46"/>
                  </a:cubicBezTo>
                  <a:lnTo>
                    <a:pt x="4920" y="46"/>
                  </a:lnTo>
                  <a:cubicBezTo>
                    <a:pt x="4934" y="46"/>
                    <a:pt x="4950" y="30"/>
                    <a:pt x="4950" y="16"/>
                  </a:cubicBezTo>
                  <a:cubicBezTo>
                    <a:pt x="4950" y="16"/>
                    <a:pt x="4934" y="0"/>
                    <a:pt x="4920" y="0"/>
                  </a:cubicBezTo>
                  <a:close/>
                  <a:moveTo>
                    <a:pt x="5249" y="0"/>
                  </a:moveTo>
                  <a:cubicBezTo>
                    <a:pt x="5234" y="0"/>
                    <a:pt x="5219" y="16"/>
                    <a:pt x="5219" y="16"/>
                  </a:cubicBezTo>
                  <a:cubicBezTo>
                    <a:pt x="5219" y="30"/>
                    <a:pt x="5234" y="46"/>
                    <a:pt x="5249" y="46"/>
                  </a:cubicBezTo>
                  <a:lnTo>
                    <a:pt x="5504" y="46"/>
                  </a:lnTo>
                  <a:cubicBezTo>
                    <a:pt x="5519" y="46"/>
                    <a:pt x="5519" y="30"/>
                    <a:pt x="5519" y="16"/>
                  </a:cubicBezTo>
                  <a:cubicBezTo>
                    <a:pt x="5519" y="16"/>
                    <a:pt x="5519" y="0"/>
                    <a:pt x="5504" y="0"/>
                  </a:cubicBezTo>
                  <a:close/>
                  <a:moveTo>
                    <a:pt x="5834" y="0"/>
                  </a:moveTo>
                  <a:cubicBezTo>
                    <a:pt x="5819" y="0"/>
                    <a:pt x="5804" y="16"/>
                    <a:pt x="5804" y="16"/>
                  </a:cubicBezTo>
                  <a:cubicBezTo>
                    <a:pt x="5804" y="30"/>
                    <a:pt x="5819" y="46"/>
                    <a:pt x="5834" y="46"/>
                  </a:cubicBezTo>
                  <a:lnTo>
                    <a:pt x="6089" y="46"/>
                  </a:lnTo>
                  <a:cubicBezTo>
                    <a:pt x="6089" y="46"/>
                    <a:pt x="6104" y="30"/>
                    <a:pt x="6104" y="16"/>
                  </a:cubicBezTo>
                  <a:lnTo>
                    <a:pt x="6089" y="0"/>
                  </a:lnTo>
                  <a:close/>
                  <a:moveTo>
                    <a:pt x="6404" y="0"/>
                  </a:moveTo>
                  <a:cubicBezTo>
                    <a:pt x="6389" y="0"/>
                    <a:pt x="6389" y="16"/>
                    <a:pt x="6389" y="16"/>
                  </a:cubicBezTo>
                  <a:cubicBezTo>
                    <a:pt x="6389" y="30"/>
                    <a:pt x="6389" y="46"/>
                    <a:pt x="6404" y="46"/>
                  </a:cubicBezTo>
                  <a:lnTo>
                    <a:pt x="6659" y="46"/>
                  </a:lnTo>
                  <a:cubicBezTo>
                    <a:pt x="6674" y="46"/>
                    <a:pt x="6689" y="30"/>
                    <a:pt x="6689" y="16"/>
                  </a:cubicBezTo>
                  <a:cubicBezTo>
                    <a:pt x="6689" y="16"/>
                    <a:pt x="6674" y="0"/>
                    <a:pt x="6659" y="0"/>
                  </a:cubicBezTo>
                  <a:close/>
                  <a:moveTo>
                    <a:pt x="6989" y="0"/>
                  </a:moveTo>
                  <a:cubicBezTo>
                    <a:pt x="6974" y="0"/>
                    <a:pt x="6959" y="16"/>
                    <a:pt x="6959" y="16"/>
                  </a:cubicBezTo>
                  <a:cubicBezTo>
                    <a:pt x="6959" y="30"/>
                    <a:pt x="6974" y="46"/>
                    <a:pt x="6989" y="46"/>
                  </a:cubicBezTo>
                  <a:lnTo>
                    <a:pt x="7243" y="46"/>
                  </a:lnTo>
                  <a:cubicBezTo>
                    <a:pt x="7259" y="46"/>
                    <a:pt x="7273" y="30"/>
                    <a:pt x="7273" y="16"/>
                  </a:cubicBezTo>
                  <a:cubicBezTo>
                    <a:pt x="7273" y="16"/>
                    <a:pt x="7259" y="0"/>
                    <a:pt x="7243" y="0"/>
                  </a:cubicBezTo>
                  <a:close/>
                  <a:moveTo>
                    <a:pt x="7573" y="0"/>
                  </a:moveTo>
                  <a:cubicBezTo>
                    <a:pt x="7559" y="0"/>
                    <a:pt x="7543" y="16"/>
                    <a:pt x="7543" y="16"/>
                  </a:cubicBezTo>
                  <a:cubicBezTo>
                    <a:pt x="7543" y="30"/>
                    <a:pt x="7559" y="46"/>
                    <a:pt x="7573" y="46"/>
                  </a:cubicBezTo>
                  <a:lnTo>
                    <a:pt x="7829" y="46"/>
                  </a:lnTo>
                  <a:cubicBezTo>
                    <a:pt x="7843" y="46"/>
                    <a:pt x="7843" y="30"/>
                    <a:pt x="7843" y="16"/>
                  </a:cubicBezTo>
                  <a:cubicBezTo>
                    <a:pt x="7843" y="16"/>
                    <a:pt x="7843" y="0"/>
                    <a:pt x="7829" y="0"/>
                  </a:cubicBezTo>
                  <a:close/>
                  <a:moveTo>
                    <a:pt x="8143" y="0"/>
                  </a:moveTo>
                  <a:cubicBezTo>
                    <a:pt x="8129" y="0"/>
                    <a:pt x="8129" y="16"/>
                    <a:pt x="8129" y="16"/>
                  </a:cubicBezTo>
                  <a:cubicBezTo>
                    <a:pt x="8129" y="30"/>
                    <a:pt x="8129" y="46"/>
                    <a:pt x="8143" y="46"/>
                  </a:cubicBezTo>
                  <a:lnTo>
                    <a:pt x="8399" y="46"/>
                  </a:lnTo>
                  <a:cubicBezTo>
                    <a:pt x="8413" y="46"/>
                    <a:pt x="8429" y="30"/>
                    <a:pt x="8429" y="16"/>
                  </a:cubicBezTo>
                  <a:cubicBezTo>
                    <a:pt x="8429" y="16"/>
                    <a:pt x="8413" y="0"/>
                    <a:pt x="8399" y="0"/>
                  </a:cubicBezTo>
                  <a:close/>
                  <a:moveTo>
                    <a:pt x="8729" y="0"/>
                  </a:moveTo>
                  <a:cubicBezTo>
                    <a:pt x="8713" y="0"/>
                    <a:pt x="8699" y="16"/>
                    <a:pt x="8699" y="16"/>
                  </a:cubicBezTo>
                  <a:cubicBezTo>
                    <a:pt x="8699" y="30"/>
                    <a:pt x="8713" y="46"/>
                    <a:pt x="8729" y="46"/>
                  </a:cubicBezTo>
                  <a:lnTo>
                    <a:pt x="8983" y="46"/>
                  </a:lnTo>
                  <a:cubicBezTo>
                    <a:pt x="8999" y="46"/>
                    <a:pt x="9013" y="30"/>
                    <a:pt x="9013" y="16"/>
                  </a:cubicBezTo>
                  <a:cubicBezTo>
                    <a:pt x="9013" y="16"/>
                    <a:pt x="8999" y="0"/>
                    <a:pt x="8983" y="0"/>
                  </a:cubicBezTo>
                  <a:close/>
                  <a:moveTo>
                    <a:pt x="9313" y="0"/>
                  </a:moveTo>
                  <a:cubicBezTo>
                    <a:pt x="9299" y="0"/>
                    <a:pt x="9283" y="16"/>
                    <a:pt x="9283" y="16"/>
                  </a:cubicBezTo>
                  <a:cubicBezTo>
                    <a:pt x="9283" y="30"/>
                    <a:pt x="9299" y="46"/>
                    <a:pt x="9313" y="46"/>
                  </a:cubicBezTo>
                  <a:lnTo>
                    <a:pt x="9569" y="46"/>
                  </a:lnTo>
                  <a:cubicBezTo>
                    <a:pt x="9583" y="46"/>
                    <a:pt x="9583" y="30"/>
                    <a:pt x="9583" y="16"/>
                  </a:cubicBezTo>
                  <a:cubicBezTo>
                    <a:pt x="9583" y="16"/>
                    <a:pt x="9583" y="0"/>
                    <a:pt x="9569" y="0"/>
                  </a:cubicBezTo>
                  <a:close/>
                  <a:moveTo>
                    <a:pt x="9899" y="0"/>
                  </a:moveTo>
                  <a:cubicBezTo>
                    <a:pt x="9883" y="0"/>
                    <a:pt x="9869" y="16"/>
                    <a:pt x="9869" y="16"/>
                  </a:cubicBezTo>
                  <a:cubicBezTo>
                    <a:pt x="9869" y="30"/>
                    <a:pt x="9883" y="46"/>
                    <a:pt x="9899" y="46"/>
                  </a:cubicBezTo>
                  <a:lnTo>
                    <a:pt x="10139" y="46"/>
                  </a:lnTo>
                  <a:cubicBezTo>
                    <a:pt x="10153" y="46"/>
                    <a:pt x="10169" y="30"/>
                    <a:pt x="10169" y="16"/>
                  </a:cubicBezTo>
                  <a:cubicBezTo>
                    <a:pt x="10169" y="16"/>
                    <a:pt x="10153" y="0"/>
                    <a:pt x="10139" y="0"/>
                  </a:cubicBezTo>
                  <a:close/>
                  <a:moveTo>
                    <a:pt x="10468" y="0"/>
                  </a:moveTo>
                  <a:cubicBezTo>
                    <a:pt x="10453" y="0"/>
                    <a:pt x="10453" y="16"/>
                    <a:pt x="10453" y="16"/>
                  </a:cubicBezTo>
                  <a:cubicBezTo>
                    <a:pt x="10453" y="30"/>
                    <a:pt x="10453" y="46"/>
                    <a:pt x="10468" y="46"/>
                  </a:cubicBezTo>
                  <a:lnTo>
                    <a:pt x="10723" y="46"/>
                  </a:lnTo>
                  <a:cubicBezTo>
                    <a:pt x="10738" y="46"/>
                    <a:pt x="10753" y="30"/>
                    <a:pt x="10753" y="16"/>
                  </a:cubicBezTo>
                  <a:cubicBezTo>
                    <a:pt x="10753" y="16"/>
                    <a:pt x="10738" y="0"/>
                    <a:pt x="10723" y="0"/>
                  </a:cubicBezTo>
                  <a:close/>
                  <a:moveTo>
                    <a:pt x="11053" y="0"/>
                  </a:moveTo>
                  <a:cubicBezTo>
                    <a:pt x="11038" y="0"/>
                    <a:pt x="11023" y="16"/>
                    <a:pt x="11023" y="16"/>
                  </a:cubicBezTo>
                  <a:cubicBezTo>
                    <a:pt x="11023" y="30"/>
                    <a:pt x="11038" y="46"/>
                    <a:pt x="11053" y="46"/>
                  </a:cubicBezTo>
                  <a:lnTo>
                    <a:pt x="11308" y="46"/>
                  </a:lnTo>
                  <a:cubicBezTo>
                    <a:pt x="11323" y="46"/>
                    <a:pt x="11338" y="30"/>
                    <a:pt x="11338" y="16"/>
                  </a:cubicBezTo>
                  <a:cubicBezTo>
                    <a:pt x="11338" y="16"/>
                    <a:pt x="11323" y="0"/>
                    <a:pt x="11308" y="0"/>
                  </a:cubicBezTo>
                  <a:close/>
                  <a:moveTo>
                    <a:pt x="11638" y="0"/>
                  </a:moveTo>
                  <a:cubicBezTo>
                    <a:pt x="11623" y="0"/>
                    <a:pt x="11608" y="16"/>
                    <a:pt x="11608" y="16"/>
                  </a:cubicBezTo>
                  <a:cubicBezTo>
                    <a:pt x="11608" y="30"/>
                    <a:pt x="11623" y="46"/>
                    <a:pt x="11638" y="46"/>
                  </a:cubicBezTo>
                  <a:lnTo>
                    <a:pt x="11893" y="46"/>
                  </a:lnTo>
                  <a:cubicBezTo>
                    <a:pt x="11908" y="46"/>
                    <a:pt x="11908" y="30"/>
                    <a:pt x="11908" y="16"/>
                  </a:cubicBezTo>
                  <a:cubicBezTo>
                    <a:pt x="11908" y="16"/>
                    <a:pt x="11908" y="0"/>
                    <a:pt x="11893" y="0"/>
                  </a:cubicBezTo>
                  <a:close/>
                  <a:moveTo>
                    <a:pt x="12208" y="0"/>
                  </a:moveTo>
                  <a:cubicBezTo>
                    <a:pt x="12193" y="0"/>
                    <a:pt x="12193" y="16"/>
                    <a:pt x="12193" y="16"/>
                  </a:cubicBezTo>
                  <a:cubicBezTo>
                    <a:pt x="12193" y="30"/>
                    <a:pt x="12193" y="46"/>
                    <a:pt x="12208" y="46"/>
                  </a:cubicBezTo>
                  <a:lnTo>
                    <a:pt x="12462" y="46"/>
                  </a:lnTo>
                  <a:cubicBezTo>
                    <a:pt x="12478" y="46"/>
                    <a:pt x="12492" y="30"/>
                    <a:pt x="12492" y="16"/>
                  </a:cubicBezTo>
                  <a:cubicBezTo>
                    <a:pt x="12492" y="16"/>
                    <a:pt x="12478" y="0"/>
                    <a:pt x="12462" y="0"/>
                  </a:cubicBezTo>
                  <a:close/>
                  <a:moveTo>
                    <a:pt x="12792" y="0"/>
                  </a:moveTo>
                  <a:cubicBezTo>
                    <a:pt x="12778" y="0"/>
                    <a:pt x="12762" y="16"/>
                    <a:pt x="12762" y="16"/>
                  </a:cubicBezTo>
                  <a:cubicBezTo>
                    <a:pt x="12762" y="30"/>
                    <a:pt x="12778" y="46"/>
                    <a:pt x="12792" y="46"/>
                  </a:cubicBezTo>
                  <a:lnTo>
                    <a:pt x="13048" y="46"/>
                  </a:lnTo>
                  <a:cubicBezTo>
                    <a:pt x="13062" y="46"/>
                    <a:pt x="13078" y="30"/>
                    <a:pt x="13078" y="16"/>
                  </a:cubicBezTo>
                  <a:cubicBezTo>
                    <a:pt x="13078" y="16"/>
                    <a:pt x="13062" y="0"/>
                    <a:pt x="13048" y="0"/>
                  </a:cubicBezTo>
                  <a:close/>
                  <a:moveTo>
                    <a:pt x="13378" y="0"/>
                  </a:moveTo>
                  <a:cubicBezTo>
                    <a:pt x="13362" y="0"/>
                    <a:pt x="13348" y="16"/>
                    <a:pt x="13348" y="16"/>
                  </a:cubicBezTo>
                  <a:cubicBezTo>
                    <a:pt x="13348" y="30"/>
                    <a:pt x="13362" y="46"/>
                    <a:pt x="13378" y="46"/>
                  </a:cubicBezTo>
                  <a:lnTo>
                    <a:pt x="13632" y="46"/>
                  </a:lnTo>
                  <a:cubicBezTo>
                    <a:pt x="13648" y="46"/>
                    <a:pt x="13648" y="30"/>
                    <a:pt x="13648" y="16"/>
                  </a:cubicBezTo>
                  <a:cubicBezTo>
                    <a:pt x="13648" y="16"/>
                    <a:pt x="13648" y="0"/>
                    <a:pt x="13632" y="0"/>
                  </a:cubicBezTo>
                  <a:close/>
                  <a:moveTo>
                    <a:pt x="13948" y="0"/>
                  </a:moveTo>
                  <a:lnTo>
                    <a:pt x="13932" y="16"/>
                  </a:lnTo>
                  <a:cubicBezTo>
                    <a:pt x="13932" y="30"/>
                    <a:pt x="13948" y="46"/>
                    <a:pt x="13948" y="46"/>
                  </a:cubicBezTo>
                  <a:lnTo>
                    <a:pt x="14202" y="46"/>
                  </a:lnTo>
                  <a:cubicBezTo>
                    <a:pt x="14218" y="46"/>
                    <a:pt x="14232" y="30"/>
                    <a:pt x="14232" y="16"/>
                  </a:cubicBezTo>
                  <a:cubicBezTo>
                    <a:pt x="14232" y="16"/>
                    <a:pt x="14218" y="0"/>
                    <a:pt x="14202" y="0"/>
                  </a:cubicBezTo>
                  <a:close/>
                  <a:moveTo>
                    <a:pt x="14532" y="0"/>
                  </a:moveTo>
                  <a:cubicBezTo>
                    <a:pt x="14518" y="0"/>
                    <a:pt x="14518" y="16"/>
                    <a:pt x="14518" y="16"/>
                  </a:cubicBezTo>
                  <a:cubicBezTo>
                    <a:pt x="14518" y="30"/>
                    <a:pt x="14518" y="46"/>
                    <a:pt x="14532" y="46"/>
                  </a:cubicBezTo>
                  <a:lnTo>
                    <a:pt x="14788" y="46"/>
                  </a:lnTo>
                  <a:cubicBezTo>
                    <a:pt x="14802" y="46"/>
                    <a:pt x="14818" y="30"/>
                    <a:pt x="14818" y="16"/>
                  </a:cubicBezTo>
                  <a:cubicBezTo>
                    <a:pt x="14818" y="16"/>
                    <a:pt x="14802" y="0"/>
                    <a:pt x="14788" y="0"/>
                  </a:cubicBezTo>
                  <a:close/>
                  <a:moveTo>
                    <a:pt x="15118" y="0"/>
                  </a:moveTo>
                  <a:cubicBezTo>
                    <a:pt x="15102" y="0"/>
                    <a:pt x="15088" y="16"/>
                    <a:pt x="15088" y="16"/>
                  </a:cubicBezTo>
                  <a:cubicBezTo>
                    <a:pt x="15088" y="30"/>
                    <a:pt x="15102" y="46"/>
                    <a:pt x="15118" y="46"/>
                  </a:cubicBezTo>
                  <a:lnTo>
                    <a:pt x="15372" y="46"/>
                  </a:lnTo>
                  <a:cubicBezTo>
                    <a:pt x="15387" y="46"/>
                    <a:pt x="15402" y="30"/>
                    <a:pt x="15402" y="16"/>
                  </a:cubicBezTo>
                  <a:cubicBezTo>
                    <a:pt x="15402" y="16"/>
                    <a:pt x="15387" y="0"/>
                    <a:pt x="15372" y="0"/>
                  </a:cubicBezTo>
                  <a:close/>
                  <a:moveTo>
                    <a:pt x="15702" y="0"/>
                  </a:moveTo>
                  <a:cubicBezTo>
                    <a:pt x="15687" y="0"/>
                    <a:pt x="15672" y="16"/>
                    <a:pt x="15672" y="16"/>
                  </a:cubicBezTo>
                  <a:cubicBezTo>
                    <a:pt x="15672" y="30"/>
                    <a:pt x="15687" y="46"/>
                    <a:pt x="15702" y="46"/>
                  </a:cubicBezTo>
                  <a:lnTo>
                    <a:pt x="15957" y="46"/>
                  </a:lnTo>
                  <a:cubicBezTo>
                    <a:pt x="15972" y="46"/>
                    <a:pt x="15972" y="30"/>
                    <a:pt x="15972" y="16"/>
                  </a:cubicBezTo>
                  <a:cubicBezTo>
                    <a:pt x="15972" y="16"/>
                    <a:pt x="15972" y="0"/>
                    <a:pt x="15957" y="0"/>
                  </a:cubicBezTo>
                  <a:close/>
                  <a:moveTo>
                    <a:pt x="16272" y="0"/>
                  </a:moveTo>
                  <a:cubicBezTo>
                    <a:pt x="16257" y="0"/>
                    <a:pt x="16257" y="16"/>
                    <a:pt x="16257" y="16"/>
                  </a:cubicBezTo>
                  <a:cubicBezTo>
                    <a:pt x="16257" y="30"/>
                    <a:pt x="16257" y="46"/>
                    <a:pt x="16272" y="46"/>
                  </a:cubicBezTo>
                  <a:lnTo>
                    <a:pt x="16527" y="46"/>
                  </a:lnTo>
                  <a:cubicBezTo>
                    <a:pt x="16542" y="46"/>
                    <a:pt x="16557" y="30"/>
                    <a:pt x="16557" y="16"/>
                  </a:cubicBezTo>
                  <a:cubicBezTo>
                    <a:pt x="16557" y="16"/>
                    <a:pt x="16542" y="0"/>
                    <a:pt x="16527" y="0"/>
                  </a:cubicBezTo>
                  <a:close/>
                  <a:moveTo>
                    <a:pt x="16857" y="0"/>
                  </a:moveTo>
                  <a:cubicBezTo>
                    <a:pt x="16842" y="0"/>
                    <a:pt x="16827" y="16"/>
                    <a:pt x="16827" y="16"/>
                  </a:cubicBezTo>
                  <a:cubicBezTo>
                    <a:pt x="16827" y="30"/>
                    <a:pt x="16842" y="46"/>
                    <a:pt x="16857" y="46"/>
                  </a:cubicBezTo>
                  <a:lnTo>
                    <a:pt x="17112" y="46"/>
                  </a:lnTo>
                  <a:cubicBezTo>
                    <a:pt x="17127" y="46"/>
                    <a:pt x="17142" y="30"/>
                    <a:pt x="17142" y="16"/>
                  </a:cubicBezTo>
                  <a:cubicBezTo>
                    <a:pt x="17142" y="16"/>
                    <a:pt x="17127" y="0"/>
                    <a:pt x="17112" y="0"/>
                  </a:cubicBezTo>
                  <a:close/>
                  <a:moveTo>
                    <a:pt x="17441" y="0"/>
                  </a:moveTo>
                  <a:cubicBezTo>
                    <a:pt x="17427" y="0"/>
                    <a:pt x="17411" y="16"/>
                    <a:pt x="17411" y="16"/>
                  </a:cubicBezTo>
                  <a:cubicBezTo>
                    <a:pt x="17411" y="30"/>
                    <a:pt x="17427" y="46"/>
                    <a:pt x="17441" y="46"/>
                  </a:cubicBezTo>
                  <a:lnTo>
                    <a:pt x="17697" y="46"/>
                  </a:lnTo>
                  <a:cubicBezTo>
                    <a:pt x="17711" y="46"/>
                    <a:pt x="17711" y="30"/>
                    <a:pt x="17711" y="16"/>
                  </a:cubicBezTo>
                  <a:cubicBezTo>
                    <a:pt x="17711" y="16"/>
                    <a:pt x="17711" y="0"/>
                    <a:pt x="17697" y="0"/>
                  </a:cubicBezTo>
                  <a:close/>
                  <a:moveTo>
                    <a:pt x="18011" y="0"/>
                  </a:moveTo>
                  <a:lnTo>
                    <a:pt x="17997" y="16"/>
                  </a:lnTo>
                  <a:cubicBezTo>
                    <a:pt x="17997" y="30"/>
                    <a:pt x="18011" y="46"/>
                    <a:pt x="18011" y="46"/>
                  </a:cubicBezTo>
                  <a:lnTo>
                    <a:pt x="18267" y="46"/>
                  </a:lnTo>
                  <a:cubicBezTo>
                    <a:pt x="18281" y="46"/>
                    <a:pt x="18297" y="30"/>
                    <a:pt x="18297" y="16"/>
                  </a:cubicBezTo>
                  <a:cubicBezTo>
                    <a:pt x="18297" y="16"/>
                    <a:pt x="18281" y="0"/>
                    <a:pt x="18267" y="0"/>
                  </a:cubicBezTo>
                  <a:close/>
                  <a:moveTo>
                    <a:pt x="18597" y="0"/>
                  </a:moveTo>
                  <a:cubicBezTo>
                    <a:pt x="18581" y="0"/>
                    <a:pt x="18581" y="16"/>
                    <a:pt x="18581" y="16"/>
                  </a:cubicBezTo>
                  <a:cubicBezTo>
                    <a:pt x="18581" y="30"/>
                    <a:pt x="18581" y="46"/>
                    <a:pt x="18597" y="46"/>
                  </a:cubicBezTo>
                  <a:lnTo>
                    <a:pt x="18851" y="46"/>
                  </a:lnTo>
                  <a:cubicBezTo>
                    <a:pt x="18867" y="46"/>
                    <a:pt x="18881" y="30"/>
                    <a:pt x="18881" y="16"/>
                  </a:cubicBezTo>
                  <a:cubicBezTo>
                    <a:pt x="18881" y="16"/>
                    <a:pt x="18867" y="0"/>
                    <a:pt x="18851" y="0"/>
                  </a:cubicBezTo>
                  <a:close/>
                  <a:moveTo>
                    <a:pt x="19181" y="0"/>
                  </a:moveTo>
                  <a:cubicBezTo>
                    <a:pt x="19167" y="0"/>
                    <a:pt x="19151" y="16"/>
                    <a:pt x="19151" y="16"/>
                  </a:cubicBezTo>
                  <a:cubicBezTo>
                    <a:pt x="19151" y="30"/>
                    <a:pt x="19167" y="46"/>
                    <a:pt x="19181" y="46"/>
                  </a:cubicBezTo>
                  <a:lnTo>
                    <a:pt x="19437" y="46"/>
                  </a:lnTo>
                  <a:cubicBezTo>
                    <a:pt x="19451" y="46"/>
                    <a:pt x="19451" y="30"/>
                    <a:pt x="19451" y="16"/>
                  </a:cubicBezTo>
                  <a:cubicBezTo>
                    <a:pt x="19451" y="16"/>
                    <a:pt x="19451" y="0"/>
                    <a:pt x="19437" y="0"/>
                  </a:cubicBezTo>
                  <a:close/>
                  <a:moveTo>
                    <a:pt x="19767" y="0"/>
                  </a:moveTo>
                  <a:cubicBezTo>
                    <a:pt x="19751" y="0"/>
                    <a:pt x="19737" y="16"/>
                    <a:pt x="19737" y="16"/>
                  </a:cubicBezTo>
                  <a:cubicBezTo>
                    <a:pt x="19737" y="30"/>
                    <a:pt x="19751" y="46"/>
                    <a:pt x="19767" y="46"/>
                  </a:cubicBezTo>
                  <a:lnTo>
                    <a:pt x="20021" y="46"/>
                  </a:lnTo>
                  <a:cubicBezTo>
                    <a:pt x="20021" y="46"/>
                    <a:pt x="20037" y="30"/>
                    <a:pt x="20037" y="16"/>
                  </a:cubicBezTo>
                  <a:lnTo>
                    <a:pt x="20021" y="0"/>
                  </a:lnTo>
                  <a:close/>
                  <a:moveTo>
                    <a:pt x="20337" y="0"/>
                  </a:moveTo>
                  <a:cubicBezTo>
                    <a:pt x="20321" y="0"/>
                    <a:pt x="20321" y="16"/>
                    <a:pt x="20321" y="16"/>
                  </a:cubicBezTo>
                  <a:cubicBezTo>
                    <a:pt x="20321" y="30"/>
                    <a:pt x="20321" y="46"/>
                    <a:pt x="20337" y="46"/>
                  </a:cubicBezTo>
                  <a:lnTo>
                    <a:pt x="20591" y="46"/>
                  </a:lnTo>
                  <a:cubicBezTo>
                    <a:pt x="20606" y="46"/>
                    <a:pt x="20621" y="30"/>
                    <a:pt x="20621" y="16"/>
                  </a:cubicBezTo>
                  <a:cubicBezTo>
                    <a:pt x="20621" y="16"/>
                    <a:pt x="20606" y="0"/>
                    <a:pt x="20591" y="0"/>
                  </a:cubicBezTo>
                  <a:close/>
                  <a:moveTo>
                    <a:pt x="20921" y="0"/>
                  </a:moveTo>
                  <a:cubicBezTo>
                    <a:pt x="20906" y="0"/>
                    <a:pt x="20891" y="16"/>
                    <a:pt x="20891" y="16"/>
                  </a:cubicBezTo>
                  <a:cubicBezTo>
                    <a:pt x="20891" y="30"/>
                    <a:pt x="20906" y="46"/>
                    <a:pt x="20921" y="46"/>
                  </a:cubicBezTo>
                  <a:lnTo>
                    <a:pt x="21176" y="46"/>
                  </a:lnTo>
                  <a:cubicBezTo>
                    <a:pt x="21191" y="46"/>
                    <a:pt x="21206" y="30"/>
                    <a:pt x="21206" y="16"/>
                  </a:cubicBezTo>
                  <a:cubicBezTo>
                    <a:pt x="21206" y="16"/>
                    <a:pt x="21191" y="0"/>
                    <a:pt x="21176" y="0"/>
                  </a:cubicBezTo>
                  <a:close/>
                  <a:moveTo>
                    <a:pt x="21506" y="0"/>
                  </a:moveTo>
                  <a:cubicBezTo>
                    <a:pt x="21491" y="0"/>
                    <a:pt x="21476" y="16"/>
                    <a:pt x="21476" y="16"/>
                  </a:cubicBezTo>
                  <a:cubicBezTo>
                    <a:pt x="21476" y="30"/>
                    <a:pt x="21491" y="46"/>
                    <a:pt x="21506" y="46"/>
                  </a:cubicBezTo>
                  <a:lnTo>
                    <a:pt x="21761" y="46"/>
                  </a:lnTo>
                  <a:cubicBezTo>
                    <a:pt x="21776" y="46"/>
                    <a:pt x="21776" y="30"/>
                    <a:pt x="21776" y="16"/>
                  </a:cubicBezTo>
                  <a:cubicBezTo>
                    <a:pt x="21776" y="16"/>
                    <a:pt x="21776" y="0"/>
                    <a:pt x="21761" y="0"/>
                  </a:cubicBezTo>
                  <a:close/>
                  <a:moveTo>
                    <a:pt x="22076" y="0"/>
                  </a:moveTo>
                  <a:lnTo>
                    <a:pt x="22061" y="16"/>
                  </a:lnTo>
                  <a:cubicBezTo>
                    <a:pt x="22061" y="30"/>
                    <a:pt x="22076" y="46"/>
                    <a:pt x="22076" y="46"/>
                  </a:cubicBezTo>
                  <a:lnTo>
                    <a:pt x="22331" y="46"/>
                  </a:lnTo>
                  <a:cubicBezTo>
                    <a:pt x="22346" y="46"/>
                    <a:pt x="22361" y="30"/>
                    <a:pt x="22361" y="16"/>
                  </a:cubicBezTo>
                  <a:cubicBezTo>
                    <a:pt x="22361" y="16"/>
                    <a:pt x="22346" y="0"/>
                    <a:pt x="22331" y="0"/>
                  </a:cubicBezTo>
                  <a:close/>
                  <a:moveTo>
                    <a:pt x="22660" y="0"/>
                  </a:moveTo>
                  <a:cubicBezTo>
                    <a:pt x="22646" y="0"/>
                    <a:pt x="22646" y="16"/>
                    <a:pt x="22646" y="16"/>
                  </a:cubicBezTo>
                  <a:cubicBezTo>
                    <a:pt x="22646" y="30"/>
                    <a:pt x="22646" y="46"/>
                    <a:pt x="22660" y="46"/>
                  </a:cubicBezTo>
                  <a:lnTo>
                    <a:pt x="22916" y="46"/>
                  </a:lnTo>
                  <a:cubicBezTo>
                    <a:pt x="22930" y="46"/>
                    <a:pt x="22946" y="30"/>
                    <a:pt x="22946" y="16"/>
                  </a:cubicBezTo>
                  <a:cubicBezTo>
                    <a:pt x="22946" y="16"/>
                    <a:pt x="22930" y="0"/>
                    <a:pt x="22916" y="0"/>
                  </a:cubicBezTo>
                  <a:close/>
                  <a:moveTo>
                    <a:pt x="23246" y="0"/>
                  </a:moveTo>
                  <a:cubicBezTo>
                    <a:pt x="23230" y="0"/>
                    <a:pt x="23216" y="16"/>
                    <a:pt x="23216" y="16"/>
                  </a:cubicBezTo>
                  <a:cubicBezTo>
                    <a:pt x="23216" y="30"/>
                    <a:pt x="23230" y="46"/>
                    <a:pt x="23246" y="46"/>
                  </a:cubicBezTo>
                  <a:lnTo>
                    <a:pt x="23500" y="46"/>
                  </a:lnTo>
                  <a:cubicBezTo>
                    <a:pt x="23516" y="46"/>
                    <a:pt x="23516" y="30"/>
                    <a:pt x="23516" y="16"/>
                  </a:cubicBezTo>
                  <a:cubicBezTo>
                    <a:pt x="23516" y="16"/>
                    <a:pt x="23516" y="0"/>
                    <a:pt x="23500" y="0"/>
                  </a:cubicBezTo>
                  <a:close/>
                  <a:moveTo>
                    <a:pt x="23830" y="0"/>
                  </a:moveTo>
                  <a:cubicBezTo>
                    <a:pt x="23816" y="0"/>
                    <a:pt x="23800" y="16"/>
                    <a:pt x="23800" y="16"/>
                  </a:cubicBezTo>
                  <a:cubicBezTo>
                    <a:pt x="23800" y="30"/>
                    <a:pt x="23816" y="46"/>
                    <a:pt x="23830" y="46"/>
                  </a:cubicBezTo>
                  <a:lnTo>
                    <a:pt x="24086" y="46"/>
                  </a:lnTo>
                  <a:cubicBezTo>
                    <a:pt x="24086" y="46"/>
                    <a:pt x="24100" y="30"/>
                    <a:pt x="24100" y="16"/>
                  </a:cubicBezTo>
                  <a:lnTo>
                    <a:pt x="24086" y="0"/>
                  </a:lnTo>
                  <a:close/>
                  <a:moveTo>
                    <a:pt x="24400" y="0"/>
                  </a:moveTo>
                  <a:cubicBezTo>
                    <a:pt x="24386" y="0"/>
                    <a:pt x="24386" y="16"/>
                    <a:pt x="24386" y="16"/>
                  </a:cubicBezTo>
                  <a:cubicBezTo>
                    <a:pt x="24386" y="30"/>
                    <a:pt x="24386" y="46"/>
                    <a:pt x="24400" y="46"/>
                  </a:cubicBezTo>
                  <a:lnTo>
                    <a:pt x="24656" y="46"/>
                  </a:lnTo>
                  <a:cubicBezTo>
                    <a:pt x="24670" y="46"/>
                    <a:pt x="24686" y="30"/>
                    <a:pt x="24686" y="16"/>
                  </a:cubicBezTo>
                  <a:cubicBezTo>
                    <a:pt x="24686" y="16"/>
                    <a:pt x="24670" y="0"/>
                    <a:pt x="24656" y="0"/>
                  </a:cubicBezTo>
                  <a:close/>
                  <a:moveTo>
                    <a:pt x="24986" y="0"/>
                  </a:moveTo>
                  <a:cubicBezTo>
                    <a:pt x="24970" y="0"/>
                    <a:pt x="24956" y="16"/>
                    <a:pt x="24956" y="16"/>
                  </a:cubicBezTo>
                  <a:cubicBezTo>
                    <a:pt x="24956" y="30"/>
                    <a:pt x="24970" y="46"/>
                    <a:pt x="24986" y="46"/>
                  </a:cubicBezTo>
                  <a:lnTo>
                    <a:pt x="25240" y="46"/>
                  </a:lnTo>
                  <a:cubicBezTo>
                    <a:pt x="25256" y="46"/>
                    <a:pt x="25270" y="30"/>
                    <a:pt x="25270" y="16"/>
                  </a:cubicBezTo>
                  <a:cubicBezTo>
                    <a:pt x="25270" y="16"/>
                    <a:pt x="25256" y="0"/>
                    <a:pt x="25240" y="0"/>
                  </a:cubicBezTo>
                  <a:close/>
                  <a:moveTo>
                    <a:pt x="25570" y="0"/>
                  </a:moveTo>
                  <a:cubicBezTo>
                    <a:pt x="25556" y="0"/>
                    <a:pt x="25540" y="16"/>
                    <a:pt x="25540" y="16"/>
                  </a:cubicBezTo>
                  <a:cubicBezTo>
                    <a:pt x="25540" y="30"/>
                    <a:pt x="25556" y="46"/>
                    <a:pt x="25570" y="46"/>
                  </a:cubicBezTo>
                  <a:lnTo>
                    <a:pt x="25825" y="46"/>
                  </a:lnTo>
                  <a:cubicBezTo>
                    <a:pt x="25840" y="46"/>
                    <a:pt x="25840" y="30"/>
                    <a:pt x="25840" y="16"/>
                  </a:cubicBezTo>
                  <a:cubicBezTo>
                    <a:pt x="25840" y="16"/>
                    <a:pt x="25840" y="0"/>
                    <a:pt x="25825" y="0"/>
                  </a:cubicBezTo>
                  <a:close/>
                  <a:moveTo>
                    <a:pt x="26140" y="0"/>
                  </a:moveTo>
                  <a:lnTo>
                    <a:pt x="26125" y="16"/>
                  </a:lnTo>
                  <a:cubicBezTo>
                    <a:pt x="26125" y="30"/>
                    <a:pt x="26140" y="46"/>
                    <a:pt x="26140" y="46"/>
                  </a:cubicBezTo>
                  <a:lnTo>
                    <a:pt x="26395" y="46"/>
                  </a:lnTo>
                  <a:cubicBezTo>
                    <a:pt x="26410" y="46"/>
                    <a:pt x="26425" y="30"/>
                    <a:pt x="26425" y="16"/>
                  </a:cubicBezTo>
                  <a:cubicBezTo>
                    <a:pt x="26425" y="16"/>
                    <a:pt x="26410" y="0"/>
                    <a:pt x="26395" y="0"/>
                  </a:cubicBezTo>
                  <a:close/>
                  <a:moveTo>
                    <a:pt x="26725" y="0"/>
                  </a:moveTo>
                  <a:cubicBezTo>
                    <a:pt x="26710" y="0"/>
                    <a:pt x="26695" y="16"/>
                    <a:pt x="26695" y="16"/>
                  </a:cubicBezTo>
                  <a:cubicBezTo>
                    <a:pt x="26695" y="30"/>
                    <a:pt x="26710" y="46"/>
                    <a:pt x="26725" y="46"/>
                  </a:cubicBezTo>
                  <a:lnTo>
                    <a:pt x="26980" y="46"/>
                  </a:lnTo>
                  <a:cubicBezTo>
                    <a:pt x="26995" y="46"/>
                    <a:pt x="27010" y="30"/>
                    <a:pt x="27010" y="16"/>
                  </a:cubicBezTo>
                  <a:cubicBezTo>
                    <a:pt x="27010" y="16"/>
                    <a:pt x="26995" y="0"/>
                    <a:pt x="26980" y="0"/>
                  </a:cubicBezTo>
                  <a:close/>
                  <a:moveTo>
                    <a:pt x="27310" y="0"/>
                  </a:moveTo>
                  <a:cubicBezTo>
                    <a:pt x="27295" y="0"/>
                    <a:pt x="27280" y="16"/>
                    <a:pt x="27280" y="16"/>
                  </a:cubicBezTo>
                  <a:cubicBezTo>
                    <a:pt x="27280" y="30"/>
                    <a:pt x="27295" y="46"/>
                    <a:pt x="27310" y="46"/>
                  </a:cubicBezTo>
                  <a:lnTo>
                    <a:pt x="27565" y="46"/>
                  </a:lnTo>
                  <a:cubicBezTo>
                    <a:pt x="27580" y="46"/>
                    <a:pt x="27580" y="30"/>
                    <a:pt x="27580" y="16"/>
                  </a:cubicBezTo>
                  <a:cubicBezTo>
                    <a:pt x="27580" y="16"/>
                    <a:pt x="27580" y="0"/>
                    <a:pt x="27565" y="0"/>
                  </a:cubicBezTo>
                  <a:close/>
                  <a:moveTo>
                    <a:pt x="27895" y="0"/>
                  </a:moveTo>
                  <a:cubicBezTo>
                    <a:pt x="27879" y="0"/>
                    <a:pt x="27865" y="16"/>
                    <a:pt x="27865" y="16"/>
                  </a:cubicBezTo>
                  <a:cubicBezTo>
                    <a:pt x="27865" y="30"/>
                    <a:pt x="27879" y="46"/>
                    <a:pt x="27895" y="46"/>
                  </a:cubicBezTo>
                  <a:lnTo>
                    <a:pt x="28119" y="46"/>
                  </a:lnTo>
                  <a:cubicBezTo>
                    <a:pt x="28135" y="46"/>
                    <a:pt x="28135" y="30"/>
                    <a:pt x="28135" y="16"/>
                  </a:cubicBezTo>
                  <a:cubicBezTo>
                    <a:pt x="28135" y="16"/>
                    <a:pt x="28135" y="0"/>
                    <a:pt x="281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678" name="Google Shape;1678;p46"/>
          <p:cNvGrpSpPr/>
          <p:nvPr/>
        </p:nvGrpSpPr>
        <p:grpSpPr>
          <a:xfrm>
            <a:off x="3355770" y="4003169"/>
            <a:ext cx="2432461" cy="613667"/>
            <a:chOff x="457350" y="2164663"/>
            <a:chExt cx="3750325" cy="1022097"/>
          </a:xfrm>
        </p:grpSpPr>
        <p:sp>
          <p:nvSpPr>
            <p:cNvPr id="1679" name="Google Shape;1679;p46"/>
            <p:cNvSpPr/>
            <p:nvPr/>
          </p:nvSpPr>
          <p:spPr>
            <a:xfrm>
              <a:off x="457350" y="2164663"/>
              <a:ext cx="3750325" cy="1022097"/>
            </a:xfrm>
            <a:custGeom>
              <a:rect b="b" l="l" r="r" t="t"/>
              <a:pathLst>
                <a:path extrusionOk="0" h="10337" w="37929">
                  <a:moveTo>
                    <a:pt x="0" y="0"/>
                  </a:moveTo>
                  <a:lnTo>
                    <a:pt x="0" y="10334"/>
                  </a:lnTo>
                  <a:cubicBezTo>
                    <a:pt x="19" y="10336"/>
                    <a:pt x="39" y="10336"/>
                    <a:pt x="58" y="10336"/>
                  </a:cubicBezTo>
                  <a:cubicBezTo>
                    <a:pt x="383" y="10336"/>
                    <a:pt x="705" y="10108"/>
                    <a:pt x="1200" y="10108"/>
                  </a:cubicBezTo>
                  <a:cubicBezTo>
                    <a:pt x="1920" y="10108"/>
                    <a:pt x="1920" y="10138"/>
                    <a:pt x="2640" y="10138"/>
                  </a:cubicBezTo>
                  <a:cubicBezTo>
                    <a:pt x="3360" y="10138"/>
                    <a:pt x="3360" y="10094"/>
                    <a:pt x="4080" y="10094"/>
                  </a:cubicBezTo>
                  <a:cubicBezTo>
                    <a:pt x="4799" y="10094"/>
                    <a:pt x="4799" y="9614"/>
                    <a:pt x="5519" y="9614"/>
                  </a:cubicBezTo>
                  <a:cubicBezTo>
                    <a:pt x="6239" y="9614"/>
                    <a:pt x="6239" y="10334"/>
                    <a:pt x="6959" y="10334"/>
                  </a:cubicBezTo>
                  <a:cubicBezTo>
                    <a:pt x="7679" y="10334"/>
                    <a:pt x="7679" y="9944"/>
                    <a:pt x="8399" y="9944"/>
                  </a:cubicBezTo>
                  <a:cubicBezTo>
                    <a:pt x="9119" y="9944"/>
                    <a:pt x="9119" y="10258"/>
                    <a:pt x="9824" y="10258"/>
                  </a:cubicBezTo>
                  <a:lnTo>
                    <a:pt x="11264" y="10258"/>
                  </a:lnTo>
                  <a:cubicBezTo>
                    <a:pt x="11984" y="10258"/>
                    <a:pt x="11984" y="9614"/>
                    <a:pt x="12703" y="9614"/>
                  </a:cubicBezTo>
                  <a:cubicBezTo>
                    <a:pt x="13423" y="9614"/>
                    <a:pt x="13423" y="10318"/>
                    <a:pt x="14143" y="10318"/>
                  </a:cubicBezTo>
                  <a:cubicBezTo>
                    <a:pt x="14863" y="10318"/>
                    <a:pt x="14863" y="9644"/>
                    <a:pt x="15583" y="9644"/>
                  </a:cubicBezTo>
                  <a:cubicBezTo>
                    <a:pt x="16303" y="9644"/>
                    <a:pt x="16303" y="9914"/>
                    <a:pt x="17023" y="9914"/>
                  </a:cubicBezTo>
                  <a:cubicBezTo>
                    <a:pt x="17742" y="9914"/>
                    <a:pt x="17742" y="10304"/>
                    <a:pt x="18462" y="10304"/>
                  </a:cubicBezTo>
                  <a:cubicBezTo>
                    <a:pt x="19182" y="10304"/>
                    <a:pt x="19182" y="9734"/>
                    <a:pt x="19902" y="9734"/>
                  </a:cubicBezTo>
                  <a:cubicBezTo>
                    <a:pt x="20622" y="9734"/>
                    <a:pt x="20622" y="9779"/>
                    <a:pt x="21342" y="9779"/>
                  </a:cubicBezTo>
                  <a:cubicBezTo>
                    <a:pt x="22062" y="9779"/>
                    <a:pt x="22062" y="10004"/>
                    <a:pt x="22781" y="10004"/>
                  </a:cubicBezTo>
                  <a:cubicBezTo>
                    <a:pt x="23501" y="10004"/>
                    <a:pt x="23501" y="9854"/>
                    <a:pt x="24221" y="9854"/>
                  </a:cubicBezTo>
                  <a:cubicBezTo>
                    <a:pt x="24941" y="9854"/>
                    <a:pt x="24941" y="10198"/>
                    <a:pt x="25661" y="10198"/>
                  </a:cubicBezTo>
                  <a:cubicBezTo>
                    <a:pt x="26381" y="10198"/>
                    <a:pt x="26381" y="9824"/>
                    <a:pt x="27101" y="9824"/>
                  </a:cubicBezTo>
                  <a:cubicBezTo>
                    <a:pt x="27820" y="9824"/>
                    <a:pt x="27820" y="10258"/>
                    <a:pt x="28540" y="10258"/>
                  </a:cubicBezTo>
                  <a:cubicBezTo>
                    <a:pt x="29260" y="10258"/>
                    <a:pt x="29260" y="10034"/>
                    <a:pt x="29980" y="10034"/>
                  </a:cubicBezTo>
                  <a:cubicBezTo>
                    <a:pt x="30700" y="10034"/>
                    <a:pt x="30700" y="9749"/>
                    <a:pt x="31420" y="9749"/>
                  </a:cubicBezTo>
                  <a:cubicBezTo>
                    <a:pt x="32124" y="9749"/>
                    <a:pt x="32124" y="10318"/>
                    <a:pt x="32844" y="10318"/>
                  </a:cubicBezTo>
                  <a:cubicBezTo>
                    <a:pt x="33564" y="10318"/>
                    <a:pt x="33564" y="9644"/>
                    <a:pt x="34284" y="9644"/>
                  </a:cubicBezTo>
                  <a:cubicBezTo>
                    <a:pt x="35003" y="9644"/>
                    <a:pt x="35003" y="10244"/>
                    <a:pt x="35723" y="10244"/>
                  </a:cubicBezTo>
                  <a:cubicBezTo>
                    <a:pt x="36443" y="10244"/>
                    <a:pt x="36443" y="10214"/>
                    <a:pt x="37163" y="10214"/>
                  </a:cubicBezTo>
                  <a:cubicBezTo>
                    <a:pt x="37479" y="10214"/>
                    <a:pt x="37719" y="10274"/>
                    <a:pt x="37928" y="10318"/>
                  </a:cubicBezTo>
                  <a:lnTo>
                    <a:pt x="379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6"/>
            <p:cNvSpPr/>
            <p:nvPr/>
          </p:nvSpPr>
          <p:spPr>
            <a:xfrm>
              <a:off x="457350" y="2164663"/>
              <a:ext cx="3750325" cy="1020317"/>
            </a:xfrm>
            <a:custGeom>
              <a:rect b="b" l="l" r="r" t="t"/>
              <a:pathLst>
                <a:path extrusionOk="0" h="10319" w="37929">
                  <a:moveTo>
                    <a:pt x="2805" y="1186"/>
                  </a:moveTo>
                  <a:lnTo>
                    <a:pt x="2805" y="2550"/>
                  </a:lnTo>
                  <a:lnTo>
                    <a:pt x="1426" y="2550"/>
                  </a:lnTo>
                  <a:lnTo>
                    <a:pt x="1426" y="1186"/>
                  </a:lnTo>
                  <a:close/>
                  <a:moveTo>
                    <a:pt x="4275" y="1186"/>
                  </a:moveTo>
                  <a:lnTo>
                    <a:pt x="4275" y="2550"/>
                  </a:lnTo>
                  <a:lnTo>
                    <a:pt x="2895" y="2550"/>
                  </a:lnTo>
                  <a:lnTo>
                    <a:pt x="2895" y="1186"/>
                  </a:lnTo>
                  <a:close/>
                  <a:moveTo>
                    <a:pt x="5729" y="1186"/>
                  </a:moveTo>
                  <a:lnTo>
                    <a:pt x="5729" y="2550"/>
                  </a:lnTo>
                  <a:lnTo>
                    <a:pt x="4365" y="2550"/>
                  </a:lnTo>
                  <a:lnTo>
                    <a:pt x="4365" y="1186"/>
                  </a:lnTo>
                  <a:close/>
                  <a:moveTo>
                    <a:pt x="7199" y="1186"/>
                  </a:moveTo>
                  <a:lnTo>
                    <a:pt x="7199" y="2550"/>
                  </a:lnTo>
                  <a:lnTo>
                    <a:pt x="5819" y="2550"/>
                  </a:lnTo>
                  <a:lnTo>
                    <a:pt x="5819" y="1186"/>
                  </a:lnTo>
                  <a:close/>
                  <a:moveTo>
                    <a:pt x="8669" y="1186"/>
                  </a:moveTo>
                  <a:lnTo>
                    <a:pt x="8669" y="2550"/>
                  </a:lnTo>
                  <a:lnTo>
                    <a:pt x="7289" y="2550"/>
                  </a:lnTo>
                  <a:lnTo>
                    <a:pt x="7289" y="1186"/>
                  </a:lnTo>
                  <a:close/>
                  <a:moveTo>
                    <a:pt x="10138" y="1186"/>
                  </a:moveTo>
                  <a:lnTo>
                    <a:pt x="10138" y="2550"/>
                  </a:lnTo>
                  <a:lnTo>
                    <a:pt x="8759" y="2550"/>
                  </a:lnTo>
                  <a:lnTo>
                    <a:pt x="8759" y="1186"/>
                  </a:lnTo>
                  <a:close/>
                  <a:moveTo>
                    <a:pt x="11594" y="1186"/>
                  </a:moveTo>
                  <a:lnTo>
                    <a:pt x="11594" y="2550"/>
                  </a:lnTo>
                  <a:lnTo>
                    <a:pt x="10228" y="2550"/>
                  </a:lnTo>
                  <a:lnTo>
                    <a:pt x="10228" y="1186"/>
                  </a:lnTo>
                  <a:close/>
                  <a:moveTo>
                    <a:pt x="13063" y="1186"/>
                  </a:moveTo>
                  <a:lnTo>
                    <a:pt x="13063" y="2550"/>
                  </a:lnTo>
                  <a:lnTo>
                    <a:pt x="11698" y="2550"/>
                  </a:lnTo>
                  <a:lnTo>
                    <a:pt x="11698" y="1186"/>
                  </a:lnTo>
                  <a:close/>
                  <a:moveTo>
                    <a:pt x="14533" y="1186"/>
                  </a:moveTo>
                  <a:lnTo>
                    <a:pt x="14533" y="2550"/>
                  </a:lnTo>
                  <a:lnTo>
                    <a:pt x="13153" y="2550"/>
                  </a:lnTo>
                  <a:lnTo>
                    <a:pt x="13153" y="1186"/>
                  </a:lnTo>
                  <a:close/>
                  <a:moveTo>
                    <a:pt x="16003" y="1186"/>
                  </a:moveTo>
                  <a:lnTo>
                    <a:pt x="16003" y="2550"/>
                  </a:lnTo>
                  <a:lnTo>
                    <a:pt x="14623" y="2550"/>
                  </a:lnTo>
                  <a:lnTo>
                    <a:pt x="14623" y="1186"/>
                  </a:lnTo>
                  <a:close/>
                  <a:moveTo>
                    <a:pt x="17472" y="1186"/>
                  </a:moveTo>
                  <a:lnTo>
                    <a:pt x="17472" y="2550"/>
                  </a:lnTo>
                  <a:lnTo>
                    <a:pt x="16093" y="2550"/>
                  </a:lnTo>
                  <a:lnTo>
                    <a:pt x="16093" y="1186"/>
                  </a:lnTo>
                  <a:close/>
                  <a:moveTo>
                    <a:pt x="18927" y="1186"/>
                  </a:moveTo>
                  <a:lnTo>
                    <a:pt x="18927" y="2550"/>
                  </a:lnTo>
                  <a:lnTo>
                    <a:pt x="17562" y="2550"/>
                  </a:lnTo>
                  <a:lnTo>
                    <a:pt x="17562" y="1186"/>
                  </a:lnTo>
                  <a:close/>
                  <a:moveTo>
                    <a:pt x="20396" y="1186"/>
                  </a:moveTo>
                  <a:lnTo>
                    <a:pt x="20396" y="2550"/>
                  </a:lnTo>
                  <a:lnTo>
                    <a:pt x="19017" y="2550"/>
                  </a:lnTo>
                  <a:lnTo>
                    <a:pt x="19017" y="1186"/>
                  </a:lnTo>
                  <a:close/>
                  <a:moveTo>
                    <a:pt x="21866" y="1186"/>
                  </a:moveTo>
                  <a:lnTo>
                    <a:pt x="21866" y="2550"/>
                  </a:lnTo>
                  <a:lnTo>
                    <a:pt x="20486" y="2550"/>
                  </a:lnTo>
                  <a:lnTo>
                    <a:pt x="20486" y="1186"/>
                  </a:lnTo>
                  <a:close/>
                  <a:moveTo>
                    <a:pt x="23336" y="1186"/>
                  </a:moveTo>
                  <a:lnTo>
                    <a:pt x="23336" y="2550"/>
                  </a:lnTo>
                  <a:lnTo>
                    <a:pt x="21956" y="2550"/>
                  </a:lnTo>
                  <a:lnTo>
                    <a:pt x="21956" y="1186"/>
                  </a:lnTo>
                  <a:close/>
                  <a:moveTo>
                    <a:pt x="24791" y="1186"/>
                  </a:moveTo>
                  <a:lnTo>
                    <a:pt x="24791" y="2550"/>
                  </a:lnTo>
                  <a:lnTo>
                    <a:pt x="23426" y="2550"/>
                  </a:lnTo>
                  <a:lnTo>
                    <a:pt x="23426" y="1186"/>
                  </a:lnTo>
                  <a:close/>
                  <a:moveTo>
                    <a:pt x="26261" y="1186"/>
                  </a:moveTo>
                  <a:lnTo>
                    <a:pt x="26261" y="2550"/>
                  </a:lnTo>
                  <a:lnTo>
                    <a:pt x="24895" y="2550"/>
                  </a:lnTo>
                  <a:lnTo>
                    <a:pt x="24895" y="1186"/>
                  </a:lnTo>
                  <a:close/>
                  <a:moveTo>
                    <a:pt x="27730" y="1186"/>
                  </a:moveTo>
                  <a:lnTo>
                    <a:pt x="27730" y="2550"/>
                  </a:lnTo>
                  <a:lnTo>
                    <a:pt x="26351" y="2550"/>
                  </a:lnTo>
                  <a:lnTo>
                    <a:pt x="26351" y="1186"/>
                  </a:lnTo>
                  <a:close/>
                  <a:moveTo>
                    <a:pt x="29200" y="1186"/>
                  </a:moveTo>
                  <a:lnTo>
                    <a:pt x="29200" y="2550"/>
                  </a:lnTo>
                  <a:lnTo>
                    <a:pt x="27820" y="2550"/>
                  </a:lnTo>
                  <a:lnTo>
                    <a:pt x="27820" y="1186"/>
                  </a:lnTo>
                  <a:close/>
                  <a:moveTo>
                    <a:pt x="30670" y="1186"/>
                  </a:moveTo>
                  <a:lnTo>
                    <a:pt x="30670" y="2550"/>
                  </a:lnTo>
                  <a:lnTo>
                    <a:pt x="29290" y="2550"/>
                  </a:lnTo>
                  <a:lnTo>
                    <a:pt x="29290" y="1186"/>
                  </a:lnTo>
                  <a:close/>
                  <a:moveTo>
                    <a:pt x="32124" y="1186"/>
                  </a:moveTo>
                  <a:lnTo>
                    <a:pt x="32124" y="2550"/>
                  </a:lnTo>
                  <a:lnTo>
                    <a:pt x="30760" y="2550"/>
                  </a:lnTo>
                  <a:lnTo>
                    <a:pt x="30760" y="1186"/>
                  </a:lnTo>
                  <a:close/>
                  <a:moveTo>
                    <a:pt x="33594" y="1186"/>
                  </a:moveTo>
                  <a:lnTo>
                    <a:pt x="33594" y="2550"/>
                  </a:lnTo>
                  <a:lnTo>
                    <a:pt x="32214" y="2550"/>
                  </a:lnTo>
                  <a:lnTo>
                    <a:pt x="32214" y="1186"/>
                  </a:lnTo>
                  <a:close/>
                  <a:moveTo>
                    <a:pt x="35063" y="1186"/>
                  </a:moveTo>
                  <a:lnTo>
                    <a:pt x="35063" y="2550"/>
                  </a:lnTo>
                  <a:lnTo>
                    <a:pt x="33684" y="2550"/>
                  </a:lnTo>
                  <a:lnTo>
                    <a:pt x="33684" y="1186"/>
                  </a:lnTo>
                  <a:close/>
                  <a:moveTo>
                    <a:pt x="36533" y="1186"/>
                  </a:moveTo>
                  <a:lnTo>
                    <a:pt x="36533" y="2550"/>
                  </a:lnTo>
                  <a:lnTo>
                    <a:pt x="35153" y="2550"/>
                  </a:lnTo>
                  <a:lnTo>
                    <a:pt x="35153" y="1186"/>
                  </a:lnTo>
                  <a:close/>
                  <a:moveTo>
                    <a:pt x="2805" y="2656"/>
                  </a:moveTo>
                  <a:lnTo>
                    <a:pt x="2805" y="4020"/>
                  </a:lnTo>
                  <a:lnTo>
                    <a:pt x="1426" y="4020"/>
                  </a:lnTo>
                  <a:lnTo>
                    <a:pt x="1426" y="2656"/>
                  </a:lnTo>
                  <a:close/>
                  <a:moveTo>
                    <a:pt x="4275" y="2656"/>
                  </a:moveTo>
                  <a:lnTo>
                    <a:pt x="4275" y="4020"/>
                  </a:lnTo>
                  <a:lnTo>
                    <a:pt x="2895" y="4020"/>
                  </a:lnTo>
                  <a:lnTo>
                    <a:pt x="2895" y="2656"/>
                  </a:lnTo>
                  <a:close/>
                  <a:moveTo>
                    <a:pt x="5729" y="2656"/>
                  </a:moveTo>
                  <a:lnTo>
                    <a:pt x="5729" y="4020"/>
                  </a:lnTo>
                  <a:lnTo>
                    <a:pt x="4365" y="4020"/>
                  </a:lnTo>
                  <a:lnTo>
                    <a:pt x="4365" y="2656"/>
                  </a:lnTo>
                  <a:close/>
                  <a:moveTo>
                    <a:pt x="7199" y="2656"/>
                  </a:moveTo>
                  <a:lnTo>
                    <a:pt x="7199" y="4020"/>
                  </a:lnTo>
                  <a:lnTo>
                    <a:pt x="5819" y="4020"/>
                  </a:lnTo>
                  <a:lnTo>
                    <a:pt x="5819" y="2656"/>
                  </a:lnTo>
                  <a:close/>
                  <a:moveTo>
                    <a:pt x="8669" y="2656"/>
                  </a:moveTo>
                  <a:lnTo>
                    <a:pt x="8669" y="4020"/>
                  </a:lnTo>
                  <a:lnTo>
                    <a:pt x="7289" y="4020"/>
                  </a:lnTo>
                  <a:lnTo>
                    <a:pt x="7289" y="2656"/>
                  </a:lnTo>
                  <a:close/>
                  <a:moveTo>
                    <a:pt x="10138" y="2656"/>
                  </a:moveTo>
                  <a:lnTo>
                    <a:pt x="10138" y="4020"/>
                  </a:lnTo>
                  <a:lnTo>
                    <a:pt x="8759" y="4020"/>
                  </a:lnTo>
                  <a:lnTo>
                    <a:pt x="8759" y="2656"/>
                  </a:lnTo>
                  <a:close/>
                  <a:moveTo>
                    <a:pt x="11594" y="2656"/>
                  </a:moveTo>
                  <a:lnTo>
                    <a:pt x="11594" y="4020"/>
                  </a:lnTo>
                  <a:lnTo>
                    <a:pt x="10228" y="4020"/>
                  </a:lnTo>
                  <a:lnTo>
                    <a:pt x="10228" y="2656"/>
                  </a:lnTo>
                  <a:close/>
                  <a:moveTo>
                    <a:pt x="13063" y="2656"/>
                  </a:moveTo>
                  <a:lnTo>
                    <a:pt x="13063" y="4020"/>
                  </a:lnTo>
                  <a:lnTo>
                    <a:pt x="11698" y="4020"/>
                  </a:lnTo>
                  <a:lnTo>
                    <a:pt x="11698" y="2656"/>
                  </a:lnTo>
                  <a:close/>
                  <a:moveTo>
                    <a:pt x="14533" y="2656"/>
                  </a:moveTo>
                  <a:lnTo>
                    <a:pt x="14533" y="4020"/>
                  </a:lnTo>
                  <a:lnTo>
                    <a:pt x="13153" y="4020"/>
                  </a:lnTo>
                  <a:lnTo>
                    <a:pt x="13153" y="2656"/>
                  </a:lnTo>
                  <a:close/>
                  <a:moveTo>
                    <a:pt x="16003" y="2656"/>
                  </a:moveTo>
                  <a:lnTo>
                    <a:pt x="16003" y="4020"/>
                  </a:lnTo>
                  <a:lnTo>
                    <a:pt x="14623" y="4020"/>
                  </a:lnTo>
                  <a:lnTo>
                    <a:pt x="14623" y="2656"/>
                  </a:lnTo>
                  <a:close/>
                  <a:moveTo>
                    <a:pt x="17472" y="2656"/>
                  </a:moveTo>
                  <a:lnTo>
                    <a:pt x="17472" y="4020"/>
                  </a:lnTo>
                  <a:lnTo>
                    <a:pt x="16093" y="4020"/>
                  </a:lnTo>
                  <a:lnTo>
                    <a:pt x="16093" y="2656"/>
                  </a:lnTo>
                  <a:close/>
                  <a:moveTo>
                    <a:pt x="18927" y="2656"/>
                  </a:moveTo>
                  <a:lnTo>
                    <a:pt x="18927" y="4020"/>
                  </a:lnTo>
                  <a:lnTo>
                    <a:pt x="17562" y="4020"/>
                  </a:lnTo>
                  <a:lnTo>
                    <a:pt x="17562" y="2656"/>
                  </a:lnTo>
                  <a:close/>
                  <a:moveTo>
                    <a:pt x="20396" y="2656"/>
                  </a:moveTo>
                  <a:lnTo>
                    <a:pt x="20396" y="4020"/>
                  </a:lnTo>
                  <a:lnTo>
                    <a:pt x="19017" y="4020"/>
                  </a:lnTo>
                  <a:lnTo>
                    <a:pt x="19017" y="2656"/>
                  </a:lnTo>
                  <a:close/>
                  <a:moveTo>
                    <a:pt x="21866" y="2656"/>
                  </a:moveTo>
                  <a:lnTo>
                    <a:pt x="21866" y="4020"/>
                  </a:lnTo>
                  <a:lnTo>
                    <a:pt x="20486" y="4020"/>
                  </a:lnTo>
                  <a:lnTo>
                    <a:pt x="20486" y="2656"/>
                  </a:lnTo>
                  <a:close/>
                  <a:moveTo>
                    <a:pt x="23336" y="2656"/>
                  </a:moveTo>
                  <a:lnTo>
                    <a:pt x="23336" y="4020"/>
                  </a:lnTo>
                  <a:lnTo>
                    <a:pt x="21956" y="4020"/>
                  </a:lnTo>
                  <a:lnTo>
                    <a:pt x="21956" y="2656"/>
                  </a:lnTo>
                  <a:close/>
                  <a:moveTo>
                    <a:pt x="24791" y="2656"/>
                  </a:moveTo>
                  <a:lnTo>
                    <a:pt x="24791" y="4020"/>
                  </a:lnTo>
                  <a:lnTo>
                    <a:pt x="23426" y="4020"/>
                  </a:lnTo>
                  <a:lnTo>
                    <a:pt x="23426" y="2656"/>
                  </a:lnTo>
                  <a:close/>
                  <a:moveTo>
                    <a:pt x="26261" y="2656"/>
                  </a:moveTo>
                  <a:lnTo>
                    <a:pt x="26261" y="4020"/>
                  </a:lnTo>
                  <a:lnTo>
                    <a:pt x="24895" y="4020"/>
                  </a:lnTo>
                  <a:lnTo>
                    <a:pt x="24895" y="2656"/>
                  </a:lnTo>
                  <a:close/>
                  <a:moveTo>
                    <a:pt x="27730" y="2656"/>
                  </a:moveTo>
                  <a:lnTo>
                    <a:pt x="27730" y="4020"/>
                  </a:lnTo>
                  <a:lnTo>
                    <a:pt x="26351" y="4020"/>
                  </a:lnTo>
                  <a:lnTo>
                    <a:pt x="26351" y="2656"/>
                  </a:lnTo>
                  <a:close/>
                  <a:moveTo>
                    <a:pt x="29200" y="2656"/>
                  </a:moveTo>
                  <a:lnTo>
                    <a:pt x="29200" y="4020"/>
                  </a:lnTo>
                  <a:lnTo>
                    <a:pt x="27820" y="4020"/>
                  </a:lnTo>
                  <a:lnTo>
                    <a:pt x="27820" y="2656"/>
                  </a:lnTo>
                  <a:close/>
                  <a:moveTo>
                    <a:pt x="30670" y="2656"/>
                  </a:moveTo>
                  <a:lnTo>
                    <a:pt x="30670" y="4020"/>
                  </a:lnTo>
                  <a:lnTo>
                    <a:pt x="29290" y="4020"/>
                  </a:lnTo>
                  <a:lnTo>
                    <a:pt x="29290" y="2656"/>
                  </a:lnTo>
                  <a:close/>
                  <a:moveTo>
                    <a:pt x="32124" y="2656"/>
                  </a:moveTo>
                  <a:lnTo>
                    <a:pt x="32124" y="4020"/>
                  </a:lnTo>
                  <a:lnTo>
                    <a:pt x="30760" y="4020"/>
                  </a:lnTo>
                  <a:lnTo>
                    <a:pt x="30760" y="2656"/>
                  </a:lnTo>
                  <a:close/>
                  <a:moveTo>
                    <a:pt x="33594" y="2656"/>
                  </a:moveTo>
                  <a:lnTo>
                    <a:pt x="33594" y="4020"/>
                  </a:lnTo>
                  <a:lnTo>
                    <a:pt x="32214" y="4020"/>
                  </a:lnTo>
                  <a:lnTo>
                    <a:pt x="32214" y="2656"/>
                  </a:lnTo>
                  <a:close/>
                  <a:moveTo>
                    <a:pt x="35063" y="2656"/>
                  </a:moveTo>
                  <a:lnTo>
                    <a:pt x="35063" y="4020"/>
                  </a:lnTo>
                  <a:lnTo>
                    <a:pt x="33684" y="4020"/>
                  </a:lnTo>
                  <a:lnTo>
                    <a:pt x="33684" y="2656"/>
                  </a:lnTo>
                  <a:close/>
                  <a:moveTo>
                    <a:pt x="36533" y="2656"/>
                  </a:moveTo>
                  <a:lnTo>
                    <a:pt x="36533" y="4020"/>
                  </a:lnTo>
                  <a:lnTo>
                    <a:pt x="35153" y="4020"/>
                  </a:lnTo>
                  <a:lnTo>
                    <a:pt x="35153" y="2656"/>
                  </a:lnTo>
                  <a:close/>
                  <a:moveTo>
                    <a:pt x="2805" y="4110"/>
                  </a:moveTo>
                  <a:lnTo>
                    <a:pt x="2805" y="5489"/>
                  </a:lnTo>
                  <a:lnTo>
                    <a:pt x="1426" y="5489"/>
                  </a:lnTo>
                  <a:lnTo>
                    <a:pt x="1426" y="4110"/>
                  </a:lnTo>
                  <a:close/>
                  <a:moveTo>
                    <a:pt x="4275" y="4110"/>
                  </a:moveTo>
                  <a:lnTo>
                    <a:pt x="4275" y="5489"/>
                  </a:lnTo>
                  <a:lnTo>
                    <a:pt x="2895" y="5489"/>
                  </a:lnTo>
                  <a:lnTo>
                    <a:pt x="2895" y="4110"/>
                  </a:lnTo>
                  <a:close/>
                  <a:moveTo>
                    <a:pt x="5729" y="4110"/>
                  </a:moveTo>
                  <a:lnTo>
                    <a:pt x="5729" y="5489"/>
                  </a:lnTo>
                  <a:lnTo>
                    <a:pt x="4365" y="5489"/>
                  </a:lnTo>
                  <a:lnTo>
                    <a:pt x="4365" y="4110"/>
                  </a:lnTo>
                  <a:close/>
                  <a:moveTo>
                    <a:pt x="7199" y="4110"/>
                  </a:moveTo>
                  <a:lnTo>
                    <a:pt x="7199" y="5489"/>
                  </a:lnTo>
                  <a:lnTo>
                    <a:pt x="5819" y="5489"/>
                  </a:lnTo>
                  <a:lnTo>
                    <a:pt x="5819" y="4110"/>
                  </a:lnTo>
                  <a:close/>
                  <a:moveTo>
                    <a:pt x="8669" y="4110"/>
                  </a:moveTo>
                  <a:lnTo>
                    <a:pt x="8669" y="5489"/>
                  </a:lnTo>
                  <a:lnTo>
                    <a:pt x="7289" y="5489"/>
                  </a:lnTo>
                  <a:lnTo>
                    <a:pt x="7289" y="4110"/>
                  </a:lnTo>
                  <a:close/>
                  <a:moveTo>
                    <a:pt x="10138" y="4110"/>
                  </a:moveTo>
                  <a:lnTo>
                    <a:pt x="10138" y="5489"/>
                  </a:lnTo>
                  <a:lnTo>
                    <a:pt x="8759" y="5489"/>
                  </a:lnTo>
                  <a:lnTo>
                    <a:pt x="8759" y="4110"/>
                  </a:lnTo>
                  <a:close/>
                  <a:moveTo>
                    <a:pt x="11594" y="4110"/>
                  </a:moveTo>
                  <a:lnTo>
                    <a:pt x="11594" y="5489"/>
                  </a:lnTo>
                  <a:lnTo>
                    <a:pt x="10228" y="5489"/>
                  </a:lnTo>
                  <a:lnTo>
                    <a:pt x="10228" y="4110"/>
                  </a:lnTo>
                  <a:close/>
                  <a:moveTo>
                    <a:pt x="13063" y="4110"/>
                  </a:moveTo>
                  <a:lnTo>
                    <a:pt x="13063" y="5489"/>
                  </a:lnTo>
                  <a:lnTo>
                    <a:pt x="11698" y="5489"/>
                  </a:lnTo>
                  <a:lnTo>
                    <a:pt x="11698" y="4110"/>
                  </a:lnTo>
                  <a:close/>
                  <a:moveTo>
                    <a:pt x="14533" y="4110"/>
                  </a:moveTo>
                  <a:lnTo>
                    <a:pt x="14533" y="5489"/>
                  </a:lnTo>
                  <a:lnTo>
                    <a:pt x="13153" y="5489"/>
                  </a:lnTo>
                  <a:lnTo>
                    <a:pt x="13153" y="4110"/>
                  </a:lnTo>
                  <a:close/>
                  <a:moveTo>
                    <a:pt x="16003" y="4110"/>
                  </a:moveTo>
                  <a:lnTo>
                    <a:pt x="16003" y="5489"/>
                  </a:lnTo>
                  <a:lnTo>
                    <a:pt x="14623" y="5489"/>
                  </a:lnTo>
                  <a:lnTo>
                    <a:pt x="14623" y="4110"/>
                  </a:lnTo>
                  <a:close/>
                  <a:moveTo>
                    <a:pt x="17472" y="4110"/>
                  </a:moveTo>
                  <a:lnTo>
                    <a:pt x="17472" y="5489"/>
                  </a:lnTo>
                  <a:lnTo>
                    <a:pt x="16093" y="5489"/>
                  </a:lnTo>
                  <a:lnTo>
                    <a:pt x="16093" y="4110"/>
                  </a:lnTo>
                  <a:close/>
                  <a:moveTo>
                    <a:pt x="18927" y="4110"/>
                  </a:moveTo>
                  <a:lnTo>
                    <a:pt x="18927" y="5489"/>
                  </a:lnTo>
                  <a:lnTo>
                    <a:pt x="17562" y="5489"/>
                  </a:lnTo>
                  <a:lnTo>
                    <a:pt x="17562" y="4110"/>
                  </a:lnTo>
                  <a:close/>
                  <a:moveTo>
                    <a:pt x="20396" y="4110"/>
                  </a:moveTo>
                  <a:lnTo>
                    <a:pt x="20396" y="5489"/>
                  </a:lnTo>
                  <a:lnTo>
                    <a:pt x="19017" y="5489"/>
                  </a:lnTo>
                  <a:lnTo>
                    <a:pt x="19017" y="4110"/>
                  </a:lnTo>
                  <a:close/>
                  <a:moveTo>
                    <a:pt x="21866" y="4110"/>
                  </a:moveTo>
                  <a:lnTo>
                    <a:pt x="21866" y="5489"/>
                  </a:lnTo>
                  <a:lnTo>
                    <a:pt x="20486" y="5489"/>
                  </a:lnTo>
                  <a:lnTo>
                    <a:pt x="20486" y="4110"/>
                  </a:lnTo>
                  <a:close/>
                  <a:moveTo>
                    <a:pt x="23336" y="4110"/>
                  </a:moveTo>
                  <a:lnTo>
                    <a:pt x="23336" y="5489"/>
                  </a:lnTo>
                  <a:lnTo>
                    <a:pt x="21956" y="5489"/>
                  </a:lnTo>
                  <a:lnTo>
                    <a:pt x="21956" y="4110"/>
                  </a:lnTo>
                  <a:close/>
                  <a:moveTo>
                    <a:pt x="24791" y="4110"/>
                  </a:moveTo>
                  <a:lnTo>
                    <a:pt x="24791" y="5489"/>
                  </a:lnTo>
                  <a:lnTo>
                    <a:pt x="23426" y="5489"/>
                  </a:lnTo>
                  <a:lnTo>
                    <a:pt x="23426" y="4110"/>
                  </a:lnTo>
                  <a:close/>
                  <a:moveTo>
                    <a:pt x="26261" y="4110"/>
                  </a:moveTo>
                  <a:lnTo>
                    <a:pt x="26261" y="5489"/>
                  </a:lnTo>
                  <a:lnTo>
                    <a:pt x="24895" y="5489"/>
                  </a:lnTo>
                  <a:lnTo>
                    <a:pt x="24895" y="4110"/>
                  </a:lnTo>
                  <a:close/>
                  <a:moveTo>
                    <a:pt x="27730" y="4110"/>
                  </a:moveTo>
                  <a:lnTo>
                    <a:pt x="27730" y="5489"/>
                  </a:lnTo>
                  <a:lnTo>
                    <a:pt x="26351" y="5489"/>
                  </a:lnTo>
                  <a:lnTo>
                    <a:pt x="26351" y="4110"/>
                  </a:lnTo>
                  <a:close/>
                  <a:moveTo>
                    <a:pt x="29200" y="4110"/>
                  </a:moveTo>
                  <a:lnTo>
                    <a:pt x="29200" y="5489"/>
                  </a:lnTo>
                  <a:lnTo>
                    <a:pt x="27820" y="5489"/>
                  </a:lnTo>
                  <a:lnTo>
                    <a:pt x="27820" y="4110"/>
                  </a:lnTo>
                  <a:close/>
                  <a:moveTo>
                    <a:pt x="30670" y="4110"/>
                  </a:moveTo>
                  <a:lnTo>
                    <a:pt x="30670" y="5489"/>
                  </a:lnTo>
                  <a:lnTo>
                    <a:pt x="29290" y="5489"/>
                  </a:lnTo>
                  <a:lnTo>
                    <a:pt x="29290" y="4110"/>
                  </a:lnTo>
                  <a:close/>
                  <a:moveTo>
                    <a:pt x="32124" y="4110"/>
                  </a:moveTo>
                  <a:lnTo>
                    <a:pt x="32124" y="5489"/>
                  </a:lnTo>
                  <a:lnTo>
                    <a:pt x="30760" y="5489"/>
                  </a:lnTo>
                  <a:lnTo>
                    <a:pt x="30760" y="4110"/>
                  </a:lnTo>
                  <a:close/>
                  <a:moveTo>
                    <a:pt x="33594" y="4110"/>
                  </a:moveTo>
                  <a:lnTo>
                    <a:pt x="33594" y="5489"/>
                  </a:lnTo>
                  <a:lnTo>
                    <a:pt x="32214" y="5489"/>
                  </a:lnTo>
                  <a:lnTo>
                    <a:pt x="32214" y="4110"/>
                  </a:lnTo>
                  <a:close/>
                  <a:moveTo>
                    <a:pt x="35063" y="4110"/>
                  </a:moveTo>
                  <a:lnTo>
                    <a:pt x="35063" y="5489"/>
                  </a:lnTo>
                  <a:lnTo>
                    <a:pt x="33684" y="5489"/>
                  </a:lnTo>
                  <a:lnTo>
                    <a:pt x="33684" y="4110"/>
                  </a:lnTo>
                  <a:close/>
                  <a:moveTo>
                    <a:pt x="36533" y="4110"/>
                  </a:moveTo>
                  <a:lnTo>
                    <a:pt x="36533" y="5489"/>
                  </a:lnTo>
                  <a:lnTo>
                    <a:pt x="35153" y="5489"/>
                  </a:lnTo>
                  <a:lnTo>
                    <a:pt x="35153" y="4110"/>
                  </a:lnTo>
                  <a:close/>
                  <a:moveTo>
                    <a:pt x="2805" y="5579"/>
                  </a:moveTo>
                  <a:lnTo>
                    <a:pt x="2805" y="6959"/>
                  </a:lnTo>
                  <a:lnTo>
                    <a:pt x="1426" y="6959"/>
                  </a:lnTo>
                  <a:lnTo>
                    <a:pt x="1426" y="5579"/>
                  </a:lnTo>
                  <a:close/>
                  <a:moveTo>
                    <a:pt x="4275" y="5579"/>
                  </a:moveTo>
                  <a:lnTo>
                    <a:pt x="4275" y="6959"/>
                  </a:lnTo>
                  <a:lnTo>
                    <a:pt x="2895" y="6959"/>
                  </a:lnTo>
                  <a:lnTo>
                    <a:pt x="2895" y="5579"/>
                  </a:lnTo>
                  <a:close/>
                  <a:moveTo>
                    <a:pt x="5729" y="5579"/>
                  </a:moveTo>
                  <a:lnTo>
                    <a:pt x="5729" y="6959"/>
                  </a:lnTo>
                  <a:lnTo>
                    <a:pt x="4365" y="6959"/>
                  </a:lnTo>
                  <a:lnTo>
                    <a:pt x="4365" y="5579"/>
                  </a:lnTo>
                  <a:close/>
                  <a:moveTo>
                    <a:pt x="7199" y="5579"/>
                  </a:moveTo>
                  <a:lnTo>
                    <a:pt x="7199" y="6959"/>
                  </a:lnTo>
                  <a:lnTo>
                    <a:pt x="5819" y="6959"/>
                  </a:lnTo>
                  <a:lnTo>
                    <a:pt x="5819" y="5579"/>
                  </a:lnTo>
                  <a:close/>
                  <a:moveTo>
                    <a:pt x="8669" y="5579"/>
                  </a:moveTo>
                  <a:lnTo>
                    <a:pt x="8669" y="6959"/>
                  </a:lnTo>
                  <a:lnTo>
                    <a:pt x="7289" y="6959"/>
                  </a:lnTo>
                  <a:lnTo>
                    <a:pt x="7289" y="5579"/>
                  </a:lnTo>
                  <a:close/>
                  <a:moveTo>
                    <a:pt x="10138" y="5579"/>
                  </a:moveTo>
                  <a:lnTo>
                    <a:pt x="10138" y="6959"/>
                  </a:lnTo>
                  <a:lnTo>
                    <a:pt x="8759" y="6959"/>
                  </a:lnTo>
                  <a:lnTo>
                    <a:pt x="8759" y="5579"/>
                  </a:lnTo>
                  <a:close/>
                  <a:moveTo>
                    <a:pt x="11594" y="5579"/>
                  </a:moveTo>
                  <a:lnTo>
                    <a:pt x="11594" y="6959"/>
                  </a:lnTo>
                  <a:lnTo>
                    <a:pt x="10228" y="6959"/>
                  </a:lnTo>
                  <a:lnTo>
                    <a:pt x="10228" y="5579"/>
                  </a:lnTo>
                  <a:close/>
                  <a:moveTo>
                    <a:pt x="13063" y="5579"/>
                  </a:moveTo>
                  <a:lnTo>
                    <a:pt x="13063" y="6959"/>
                  </a:lnTo>
                  <a:lnTo>
                    <a:pt x="11698" y="6959"/>
                  </a:lnTo>
                  <a:lnTo>
                    <a:pt x="11698" y="5579"/>
                  </a:lnTo>
                  <a:close/>
                  <a:moveTo>
                    <a:pt x="14533" y="5579"/>
                  </a:moveTo>
                  <a:lnTo>
                    <a:pt x="14533" y="6959"/>
                  </a:lnTo>
                  <a:lnTo>
                    <a:pt x="13153" y="6959"/>
                  </a:lnTo>
                  <a:lnTo>
                    <a:pt x="13153" y="5579"/>
                  </a:lnTo>
                  <a:close/>
                  <a:moveTo>
                    <a:pt x="16003" y="5579"/>
                  </a:moveTo>
                  <a:lnTo>
                    <a:pt x="16003" y="6959"/>
                  </a:lnTo>
                  <a:lnTo>
                    <a:pt x="14623" y="6959"/>
                  </a:lnTo>
                  <a:lnTo>
                    <a:pt x="14623" y="5579"/>
                  </a:lnTo>
                  <a:close/>
                  <a:moveTo>
                    <a:pt x="17472" y="5579"/>
                  </a:moveTo>
                  <a:lnTo>
                    <a:pt x="17472" y="6959"/>
                  </a:lnTo>
                  <a:lnTo>
                    <a:pt x="16093" y="6959"/>
                  </a:lnTo>
                  <a:lnTo>
                    <a:pt x="16093" y="5579"/>
                  </a:lnTo>
                  <a:close/>
                  <a:moveTo>
                    <a:pt x="18927" y="5579"/>
                  </a:moveTo>
                  <a:lnTo>
                    <a:pt x="18927" y="6959"/>
                  </a:lnTo>
                  <a:lnTo>
                    <a:pt x="17562" y="6959"/>
                  </a:lnTo>
                  <a:lnTo>
                    <a:pt x="17562" y="5579"/>
                  </a:lnTo>
                  <a:close/>
                  <a:moveTo>
                    <a:pt x="20396" y="5579"/>
                  </a:moveTo>
                  <a:lnTo>
                    <a:pt x="20396" y="6959"/>
                  </a:lnTo>
                  <a:lnTo>
                    <a:pt x="19017" y="6959"/>
                  </a:lnTo>
                  <a:lnTo>
                    <a:pt x="19017" y="5579"/>
                  </a:lnTo>
                  <a:close/>
                  <a:moveTo>
                    <a:pt x="21866" y="5579"/>
                  </a:moveTo>
                  <a:lnTo>
                    <a:pt x="21866" y="6959"/>
                  </a:lnTo>
                  <a:lnTo>
                    <a:pt x="20486" y="6959"/>
                  </a:lnTo>
                  <a:lnTo>
                    <a:pt x="20486" y="5579"/>
                  </a:lnTo>
                  <a:close/>
                  <a:moveTo>
                    <a:pt x="23336" y="5579"/>
                  </a:moveTo>
                  <a:lnTo>
                    <a:pt x="23336" y="6959"/>
                  </a:lnTo>
                  <a:lnTo>
                    <a:pt x="21956" y="6959"/>
                  </a:lnTo>
                  <a:lnTo>
                    <a:pt x="21956" y="5579"/>
                  </a:lnTo>
                  <a:close/>
                  <a:moveTo>
                    <a:pt x="24791" y="5579"/>
                  </a:moveTo>
                  <a:lnTo>
                    <a:pt x="24791" y="6959"/>
                  </a:lnTo>
                  <a:lnTo>
                    <a:pt x="23426" y="6959"/>
                  </a:lnTo>
                  <a:lnTo>
                    <a:pt x="23426" y="5579"/>
                  </a:lnTo>
                  <a:close/>
                  <a:moveTo>
                    <a:pt x="26261" y="5579"/>
                  </a:moveTo>
                  <a:lnTo>
                    <a:pt x="26261" y="6959"/>
                  </a:lnTo>
                  <a:lnTo>
                    <a:pt x="24895" y="6959"/>
                  </a:lnTo>
                  <a:lnTo>
                    <a:pt x="24895" y="5579"/>
                  </a:lnTo>
                  <a:close/>
                  <a:moveTo>
                    <a:pt x="27730" y="5579"/>
                  </a:moveTo>
                  <a:lnTo>
                    <a:pt x="27730" y="6959"/>
                  </a:lnTo>
                  <a:lnTo>
                    <a:pt x="26351" y="6959"/>
                  </a:lnTo>
                  <a:lnTo>
                    <a:pt x="26351" y="5579"/>
                  </a:lnTo>
                  <a:close/>
                  <a:moveTo>
                    <a:pt x="29200" y="5579"/>
                  </a:moveTo>
                  <a:lnTo>
                    <a:pt x="29200" y="6959"/>
                  </a:lnTo>
                  <a:lnTo>
                    <a:pt x="27820" y="6959"/>
                  </a:lnTo>
                  <a:lnTo>
                    <a:pt x="27820" y="5579"/>
                  </a:lnTo>
                  <a:close/>
                  <a:moveTo>
                    <a:pt x="30670" y="5579"/>
                  </a:moveTo>
                  <a:lnTo>
                    <a:pt x="30670" y="6959"/>
                  </a:lnTo>
                  <a:lnTo>
                    <a:pt x="29290" y="6959"/>
                  </a:lnTo>
                  <a:lnTo>
                    <a:pt x="29290" y="5579"/>
                  </a:lnTo>
                  <a:close/>
                  <a:moveTo>
                    <a:pt x="32124" y="5579"/>
                  </a:moveTo>
                  <a:lnTo>
                    <a:pt x="32124" y="6959"/>
                  </a:lnTo>
                  <a:lnTo>
                    <a:pt x="30760" y="6959"/>
                  </a:lnTo>
                  <a:lnTo>
                    <a:pt x="30760" y="5579"/>
                  </a:lnTo>
                  <a:close/>
                  <a:moveTo>
                    <a:pt x="33594" y="5579"/>
                  </a:moveTo>
                  <a:lnTo>
                    <a:pt x="33594" y="6959"/>
                  </a:lnTo>
                  <a:lnTo>
                    <a:pt x="32214" y="6959"/>
                  </a:lnTo>
                  <a:lnTo>
                    <a:pt x="32214" y="5579"/>
                  </a:lnTo>
                  <a:close/>
                  <a:moveTo>
                    <a:pt x="35063" y="5579"/>
                  </a:moveTo>
                  <a:lnTo>
                    <a:pt x="35063" y="6959"/>
                  </a:lnTo>
                  <a:lnTo>
                    <a:pt x="33684" y="6959"/>
                  </a:lnTo>
                  <a:lnTo>
                    <a:pt x="33684" y="5579"/>
                  </a:lnTo>
                  <a:close/>
                  <a:moveTo>
                    <a:pt x="36533" y="5579"/>
                  </a:moveTo>
                  <a:lnTo>
                    <a:pt x="36533" y="6959"/>
                  </a:lnTo>
                  <a:lnTo>
                    <a:pt x="35153" y="6959"/>
                  </a:lnTo>
                  <a:lnTo>
                    <a:pt x="35153" y="5579"/>
                  </a:lnTo>
                  <a:close/>
                  <a:moveTo>
                    <a:pt x="2805" y="7049"/>
                  </a:moveTo>
                  <a:lnTo>
                    <a:pt x="2805" y="8429"/>
                  </a:lnTo>
                  <a:lnTo>
                    <a:pt x="1426" y="8429"/>
                  </a:lnTo>
                  <a:lnTo>
                    <a:pt x="1426" y="7049"/>
                  </a:lnTo>
                  <a:close/>
                  <a:moveTo>
                    <a:pt x="4275" y="7049"/>
                  </a:moveTo>
                  <a:lnTo>
                    <a:pt x="4275" y="8429"/>
                  </a:lnTo>
                  <a:lnTo>
                    <a:pt x="2895" y="8429"/>
                  </a:lnTo>
                  <a:lnTo>
                    <a:pt x="2895" y="7049"/>
                  </a:lnTo>
                  <a:close/>
                  <a:moveTo>
                    <a:pt x="5729" y="7049"/>
                  </a:moveTo>
                  <a:lnTo>
                    <a:pt x="5729" y="8429"/>
                  </a:lnTo>
                  <a:lnTo>
                    <a:pt x="4365" y="8429"/>
                  </a:lnTo>
                  <a:lnTo>
                    <a:pt x="4365" y="7049"/>
                  </a:lnTo>
                  <a:close/>
                  <a:moveTo>
                    <a:pt x="7199" y="7049"/>
                  </a:moveTo>
                  <a:lnTo>
                    <a:pt x="7199" y="8429"/>
                  </a:lnTo>
                  <a:lnTo>
                    <a:pt x="5819" y="8429"/>
                  </a:lnTo>
                  <a:lnTo>
                    <a:pt x="5819" y="7049"/>
                  </a:lnTo>
                  <a:close/>
                  <a:moveTo>
                    <a:pt x="8669" y="7049"/>
                  </a:moveTo>
                  <a:lnTo>
                    <a:pt x="8669" y="8429"/>
                  </a:lnTo>
                  <a:lnTo>
                    <a:pt x="7289" y="8429"/>
                  </a:lnTo>
                  <a:lnTo>
                    <a:pt x="7289" y="7049"/>
                  </a:lnTo>
                  <a:close/>
                  <a:moveTo>
                    <a:pt x="10138" y="7049"/>
                  </a:moveTo>
                  <a:lnTo>
                    <a:pt x="10138" y="8429"/>
                  </a:lnTo>
                  <a:lnTo>
                    <a:pt x="8759" y="8429"/>
                  </a:lnTo>
                  <a:lnTo>
                    <a:pt x="8759" y="7049"/>
                  </a:lnTo>
                  <a:close/>
                  <a:moveTo>
                    <a:pt x="11594" y="7049"/>
                  </a:moveTo>
                  <a:lnTo>
                    <a:pt x="11594" y="8429"/>
                  </a:lnTo>
                  <a:lnTo>
                    <a:pt x="10228" y="8429"/>
                  </a:lnTo>
                  <a:lnTo>
                    <a:pt x="10228" y="7049"/>
                  </a:lnTo>
                  <a:close/>
                  <a:moveTo>
                    <a:pt x="13063" y="7049"/>
                  </a:moveTo>
                  <a:lnTo>
                    <a:pt x="13063" y="8429"/>
                  </a:lnTo>
                  <a:lnTo>
                    <a:pt x="11698" y="8429"/>
                  </a:lnTo>
                  <a:lnTo>
                    <a:pt x="11698" y="7049"/>
                  </a:lnTo>
                  <a:close/>
                  <a:moveTo>
                    <a:pt x="14533" y="7049"/>
                  </a:moveTo>
                  <a:lnTo>
                    <a:pt x="14533" y="8429"/>
                  </a:lnTo>
                  <a:lnTo>
                    <a:pt x="13153" y="8429"/>
                  </a:lnTo>
                  <a:lnTo>
                    <a:pt x="13153" y="7049"/>
                  </a:lnTo>
                  <a:close/>
                  <a:moveTo>
                    <a:pt x="16003" y="7049"/>
                  </a:moveTo>
                  <a:lnTo>
                    <a:pt x="16003" y="8429"/>
                  </a:lnTo>
                  <a:lnTo>
                    <a:pt x="14623" y="8429"/>
                  </a:lnTo>
                  <a:lnTo>
                    <a:pt x="14623" y="7049"/>
                  </a:lnTo>
                  <a:close/>
                  <a:moveTo>
                    <a:pt x="17472" y="7049"/>
                  </a:moveTo>
                  <a:lnTo>
                    <a:pt x="17472" y="8429"/>
                  </a:lnTo>
                  <a:lnTo>
                    <a:pt x="16093" y="8429"/>
                  </a:lnTo>
                  <a:lnTo>
                    <a:pt x="16093" y="7049"/>
                  </a:lnTo>
                  <a:close/>
                  <a:moveTo>
                    <a:pt x="18927" y="7049"/>
                  </a:moveTo>
                  <a:lnTo>
                    <a:pt x="18927" y="8429"/>
                  </a:lnTo>
                  <a:lnTo>
                    <a:pt x="17562" y="8429"/>
                  </a:lnTo>
                  <a:lnTo>
                    <a:pt x="17562" y="7049"/>
                  </a:lnTo>
                  <a:close/>
                  <a:moveTo>
                    <a:pt x="20396" y="7049"/>
                  </a:moveTo>
                  <a:lnTo>
                    <a:pt x="20396" y="8429"/>
                  </a:lnTo>
                  <a:lnTo>
                    <a:pt x="19017" y="8429"/>
                  </a:lnTo>
                  <a:lnTo>
                    <a:pt x="19017" y="7049"/>
                  </a:lnTo>
                  <a:close/>
                  <a:moveTo>
                    <a:pt x="21866" y="7049"/>
                  </a:moveTo>
                  <a:lnTo>
                    <a:pt x="21866" y="8429"/>
                  </a:lnTo>
                  <a:lnTo>
                    <a:pt x="20486" y="8429"/>
                  </a:lnTo>
                  <a:lnTo>
                    <a:pt x="20486" y="7049"/>
                  </a:lnTo>
                  <a:close/>
                  <a:moveTo>
                    <a:pt x="23336" y="7049"/>
                  </a:moveTo>
                  <a:lnTo>
                    <a:pt x="23336" y="8429"/>
                  </a:lnTo>
                  <a:lnTo>
                    <a:pt x="21956" y="8429"/>
                  </a:lnTo>
                  <a:lnTo>
                    <a:pt x="21956" y="7049"/>
                  </a:lnTo>
                  <a:close/>
                  <a:moveTo>
                    <a:pt x="24791" y="7049"/>
                  </a:moveTo>
                  <a:lnTo>
                    <a:pt x="24791" y="8429"/>
                  </a:lnTo>
                  <a:lnTo>
                    <a:pt x="23426" y="8429"/>
                  </a:lnTo>
                  <a:lnTo>
                    <a:pt x="23426" y="7049"/>
                  </a:lnTo>
                  <a:close/>
                  <a:moveTo>
                    <a:pt x="26261" y="7049"/>
                  </a:moveTo>
                  <a:lnTo>
                    <a:pt x="26261" y="8429"/>
                  </a:lnTo>
                  <a:lnTo>
                    <a:pt x="24895" y="8429"/>
                  </a:lnTo>
                  <a:lnTo>
                    <a:pt x="24895" y="7049"/>
                  </a:lnTo>
                  <a:close/>
                  <a:moveTo>
                    <a:pt x="27730" y="7049"/>
                  </a:moveTo>
                  <a:lnTo>
                    <a:pt x="27730" y="8429"/>
                  </a:lnTo>
                  <a:lnTo>
                    <a:pt x="26351" y="8429"/>
                  </a:lnTo>
                  <a:lnTo>
                    <a:pt x="26351" y="7049"/>
                  </a:lnTo>
                  <a:close/>
                  <a:moveTo>
                    <a:pt x="29200" y="7049"/>
                  </a:moveTo>
                  <a:lnTo>
                    <a:pt x="29200" y="8429"/>
                  </a:lnTo>
                  <a:lnTo>
                    <a:pt x="27820" y="8429"/>
                  </a:lnTo>
                  <a:lnTo>
                    <a:pt x="27820" y="7049"/>
                  </a:lnTo>
                  <a:close/>
                  <a:moveTo>
                    <a:pt x="30670" y="7049"/>
                  </a:moveTo>
                  <a:lnTo>
                    <a:pt x="30670" y="8429"/>
                  </a:lnTo>
                  <a:lnTo>
                    <a:pt x="29290" y="8429"/>
                  </a:lnTo>
                  <a:lnTo>
                    <a:pt x="29290" y="7049"/>
                  </a:lnTo>
                  <a:close/>
                  <a:moveTo>
                    <a:pt x="32124" y="7049"/>
                  </a:moveTo>
                  <a:lnTo>
                    <a:pt x="32124" y="8429"/>
                  </a:lnTo>
                  <a:lnTo>
                    <a:pt x="30760" y="8429"/>
                  </a:lnTo>
                  <a:lnTo>
                    <a:pt x="30760" y="7049"/>
                  </a:lnTo>
                  <a:close/>
                  <a:moveTo>
                    <a:pt x="33594" y="7049"/>
                  </a:moveTo>
                  <a:lnTo>
                    <a:pt x="33594" y="8429"/>
                  </a:lnTo>
                  <a:lnTo>
                    <a:pt x="32214" y="8429"/>
                  </a:lnTo>
                  <a:lnTo>
                    <a:pt x="32214" y="7049"/>
                  </a:lnTo>
                  <a:close/>
                  <a:moveTo>
                    <a:pt x="35063" y="7049"/>
                  </a:moveTo>
                  <a:lnTo>
                    <a:pt x="35063" y="8429"/>
                  </a:lnTo>
                  <a:lnTo>
                    <a:pt x="33684" y="8429"/>
                  </a:lnTo>
                  <a:lnTo>
                    <a:pt x="33684" y="7049"/>
                  </a:lnTo>
                  <a:close/>
                  <a:moveTo>
                    <a:pt x="36533" y="7049"/>
                  </a:moveTo>
                  <a:lnTo>
                    <a:pt x="36533" y="8429"/>
                  </a:lnTo>
                  <a:lnTo>
                    <a:pt x="35153" y="8429"/>
                  </a:lnTo>
                  <a:lnTo>
                    <a:pt x="35153" y="7049"/>
                  </a:lnTo>
                  <a:close/>
                  <a:moveTo>
                    <a:pt x="2805" y="8519"/>
                  </a:moveTo>
                  <a:lnTo>
                    <a:pt x="2805" y="9884"/>
                  </a:lnTo>
                  <a:lnTo>
                    <a:pt x="1426" y="9884"/>
                  </a:lnTo>
                  <a:lnTo>
                    <a:pt x="1426" y="8519"/>
                  </a:lnTo>
                  <a:close/>
                  <a:moveTo>
                    <a:pt x="4275" y="8519"/>
                  </a:moveTo>
                  <a:lnTo>
                    <a:pt x="4275" y="9884"/>
                  </a:lnTo>
                  <a:lnTo>
                    <a:pt x="2895" y="9884"/>
                  </a:lnTo>
                  <a:lnTo>
                    <a:pt x="2895" y="8519"/>
                  </a:lnTo>
                  <a:close/>
                  <a:moveTo>
                    <a:pt x="8669" y="8519"/>
                  </a:moveTo>
                  <a:lnTo>
                    <a:pt x="8669" y="9884"/>
                  </a:lnTo>
                  <a:lnTo>
                    <a:pt x="7289" y="9884"/>
                  </a:lnTo>
                  <a:lnTo>
                    <a:pt x="7289" y="8519"/>
                  </a:lnTo>
                  <a:close/>
                  <a:moveTo>
                    <a:pt x="10138" y="8519"/>
                  </a:moveTo>
                  <a:lnTo>
                    <a:pt x="10138" y="9884"/>
                  </a:lnTo>
                  <a:lnTo>
                    <a:pt x="8759" y="9884"/>
                  </a:lnTo>
                  <a:lnTo>
                    <a:pt x="8759" y="8519"/>
                  </a:lnTo>
                  <a:close/>
                  <a:moveTo>
                    <a:pt x="11594" y="8519"/>
                  </a:moveTo>
                  <a:lnTo>
                    <a:pt x="11594" y="9884"/>
                  </a:lnTo>
                  <a:lnTo>
                    <a:pt x="10228" y="9884"/>
                  </a:lnTo>
                  <a:lnTo>
                    <a:pt x="10228" y="8519"/>
                  </a:lnTo>
                  <a:close/>
                  <a:moveTo>
                    <a:pt x="18927" y="8519"/>
                  </a:moveTo>
                  <a:lnTo>
                    <a:pt x="18927" y="9884"/>
                  </a:lnTo>
                  <a:lnTo>
                    <a:pt x="17562" y="9884"/>
                  </a:lnTo>
                  <a:lnTo>
                    <a:pt x="17562" y="8519"/>
                  </a:lnTo>
                  <a:close/>
                  <a:moveTo>
                    <a:pt x="26261" y="8519"/>
                  </a:moveTo>
                  <a:lnTo>
                    <a:pt x="26261" y="9884"/>
                  </a:lnTo>
                  <a:lnTo>
                    <a:pt x="24895" y="9884"/>
                  </a:lnTo>
                  <a:lnTo>
                    <a:pt x="24895" y="8519"/>
                  </a:lnTo>
                  <a:close/>
                  <a:moveTo>
                    <a:pt x="29200" y="8519"/>
                  </a:moveTo>
                  <a:lnTo>
                    <a:pt x="29200" y="9884"/>
                  </a:lnTo>
                  <a:lnTo>
                    <a:pt x="27820" y="9884"/>
                  </a:lnTo>
                  <a:lnTo>
                    <a:pt x="27820" y="8519"/>
                  </a:lnTo>
                  <a:close/>
                  <a:moveTo>
                    <a:pt x="30670" y="8519"/>
                  </a:moveTo>
                  <a:lnTo>
                    <a:pt x="30670" y="9884"/>
                  </a:lnTo>
                  <a:lnTo>
                    <a:pt x="29290" y="9884"/>
                  </a:lnTo>
                  <a:lnTo>
                    <a:pt x="29290" y="8519"/>
                  </a:lnTo>
                  <a:close/>
                  <a:moveTo>
                    <a:pt x="33594" y="8519"/>
                  </a:moveTo>
                  <a:lnTo>
                    <a:pt x="33594" y="9884"/>
                  </a:lnTo>
                  <a:lnTo>
                    <a:pt x="32214" y="9884"/>
                  </a:lnTo>
                  <a:lnTo>
                    <a:pt x="32214" y="8519"/>
                  </a:lnTo>
                  <a:close/>
                  <a:moveTo>
                    <a:pt x="36533" y="8519"/>
                  </a:moveTo>
                  <a:lnTo>
                    <a:pt x="36533" y="9884"/>
                  </a:lnTo>
                  <a:lnTo>
                    <a:pt x="35153" y="9884"/>
                  </a:lnTo>
                  <a:lnTo>
                    <a:pt x="35153" y="8519"/>
                  </a:lnTo>
                  <a:close/>
                  <a:moveTo>
                    <a:pt x="1336" y="0"/>
                  </a:moveTo>
                  <a:lnTo>
                    <a:pt x="1336" y="1096"/>
                  </a:lnTo>
                  <a:lnTo>
                    <a:pt x="0" y="1096"/>
                  </a:lnTo>
                  <a:lnTo>
                    <a:pt x="0" y="1186"/>
                  </a:lnTo>
                  <a:lnTo>
                    <a:pt x="1336" y="1186"/>
                  </a:lnTo>
                  <a:lnTo>
                    <a:pt x="1336" y="2550"/>
                  </a:lnTo>
                  <a:lnTo>
                    <a:pt x="0" y="2550"/>
                  </a:lnTo>
                  <a:lnTo>
                    <a:pt x="0" y="2656"/>
                  </a:lnTo>
                  <a:lnTo>
                    <a:pt x="1336" y="2656"/>
                  </a:lnTo>
                  <a:lnTo>
                    <a:pt x="1336" y="4020"/>
                  </a:lnTo>
                  <a:lnTo>
                    <a:pt x="0" y="4020"/>
                  </a:lnTo>
                  <a:lnTo>
                    <a:pt x="0" y="4110"/>
                  </a:lnTo>
                  <a:lnTo>
                    <a:pt x="1336" y="4110"/>
                  </a:lnTo>
                  <a:lnTo>
                    <a:pt x="1336" y="5489"/>
                  </a:lnTo>
                  <a:lnTo>
                    <a:pt x="0" y="5489"/>
                  </a:lnTo>
                  <a:lnTo>
                    <a:pt x="0" y="5579"/>
                  </a:lnTo>
                  <a:lnTo>
                    <a:pt x="1336" y="5579"/>
                  </a:lnTo>
                  <a:lnTo>
                    <a:pt x="1336" y="6959"/>
                  </a:lnTo>
                  <a:lnTo>
                    <a:pt x="0" y="6959"/>
                  </a:lnTo>
                  <a:lnTo>
                    <a:pt x="0" y="7049"/>
                  </a:lnTo>
                  <a:lnTo>
                    <a:pt x="1336" y="7049"/>
                  </a:lnTo>
                  <a:lnTo>
                    <a:pt x="1336" y="8429"/>
                  </a:lnTo>
                  <a:lnTo>
                    <a:pt x="0" y="8429"/>
                  </a:lnTo>
                  <a:lnTo>
                    <a:pt x="0" y="8519"/>
                  </a:lnTo>
                  <a:lnTo>
                    <a:pt x="1336" y="8519"/>
                  </a:lnTo>
                  <a:lnTo>
                    <a:pt x="1336" y="9884"/>
                  </a:lnTo>
                  <a:lnTo>
                    <a:pt x="0" y="9884"/>
                  </a:lnTo>
                  <a:lnTo>
                    <a:pt x="0" y="9974"/>
                  </a:lnTo>
                  <a:lnTo>
                    <a:pt x="1336" y="9974"/>
                  </a:lnTo>
                  <a:lnTo>
                    <a:pt x="1336" y="10108"/>
                  </a:lnTo>
                  <a:lnTo>
                    <a:pt x="1426" y="10108"/>
                  </a:lnTo>
                  <a:lnTo>
                    <a:pt x="1426" y="9974"/>
                  </a:lnTo>
                  <a:lnTo>
                    <a:pt x="2805" y="9974"/>
                  </a:lnTo>
                  <a:lnTo>
                    <a:pt x="2805" y="10138"/>
                  </a:lnTo>
                  <a:lnTo>
                    <a:pt x="2895" y="10138"/>
                  </a:lnTo>
                  <a:lnTo>
                    <a:pt x="2895" y="9974"/>
                  </a:lnTo>
                  <a:lnTo>
                    <a:pt x="4275" y="9974"/>
                  </a:lnTo>
                  <a:lnTo>
                    <a:pt x="4275" y="10078"/>
                  </a:lnTo>
                  <a:cubicBezTo>
                    <a:pt x="4305" y="10078"/>
                    <a:pt x="4335" y="10078"/>
                    <a:pt x="4365" y="10064"/>
                  </a:cubicBezTo>
                  <a:lnTo>
                    <a:pt x="4365" y="9974"/>
                  </a:lnTo>
                  <a:lnTo>
                    <a:pt x="4589" y="9974"/>
                  </a:lnTo>
                  <a:cubicBezTo>
                    <a:pt x="4649" y="9959"/>
                    <a:pt x="4695" y="9914"/>
                    <a:pt x="4739" y="9884"/>
                  </a:cubicBezTo>
                  <a:lnTo>
                    <a:pt x="4365" y="9884"/>
                  </a:lnTo>
                  <a:lnTo>
                    <a:pt x="4365" y="8519"/>
                  </a:lnTo>
                  <a:lnTo>
                    <a:pt x="5729" y="8519"/>
                  </a:lnTo>
                  <a:lnTo>
                    <a:pt x="5729" y="9629"/>
                  </a:lnTo>
                  <a:cubicBezTo>
                    <a:pt x="5759" y="9644"/>
                    <a:pt x="5805" y="9659"/>
                    <a:pt x="5819" y="9659"/>
                  </a:cubicBezTo>
                  <a:lnTo>
                    <a:pt x="5819" y="8519"/>
                  </a:lnTo>
                  <a:lnTo>
                    <a:pt x="7199" y="8519"/>
                  </a:lnTo>
                  <a:lnTo>
                    <a:pt x="7199" y="9884"/>
                  </a:lnTo>
                  <a:lnTo>
                    <a:pt x="6149" y="9884"/>
                  </a:lnTo>
                  <a:lnTo>
                    <a:pt x="6239" y="9974"/>
                  </a:lnTo>
                  <a:lnTo>
                    <a:pt x="7199" y="9974"/>
                  </a:lnTo>
                  <a:lnTo>
                    <a:pt x="7199" y="10318"/>
                  </a:lnTo>
                  <a:cubicBezTo>
                    <a:pt x="7229" y="10318"/>
                    <a:pt x="7259" y="10304"/>
                    <a:pt x="7289" y="10304"/>
                  </a:cubicBezTo>
                  <a:lnTo>
                    <a:pt x="7289" y="9974"/>
                  </a:lnTo>
                  <a:lnTo>
                    <a:pt x="8054" y="9974"/>
                  </a:lnTo>
                  <a:cubicBezTo>
                    <a:pt x="8144" y="9959"/>
                    <a:pt x="8264" y="9944"/>
                    <a:pt x="8399" y="9944"/>
                  </a:cubicBezTo>
                  <a:cubicBezTo>
                    <a:pt x="8534" y="9944"/>
                    <a:pt x="8654" y="9959"/>
                    <a:pt x="8759" y="9974"/>
                  </a:cubicBezTo>
                  <a:lnTo>
                    <a:pt x="10138" y="9974"/>
                  </a:lnTo>
                  <a:lnTo>
                    <a:pt x="10138" y="10258"/>
                  </a:lnTo>
                  <a:lnTo>
                    <a:pt x="10228" y="10258"/>
                  </a:lnTo>
                  <a:lnTo>
                    <a:pt x="10228" y="9974"/>
                  </a:lnTo>
                  <a:lnTo>
                    <a:pt x="11594" y="9974"/>
                  </a:lnTo>
                  <a:lnTo>
                    <a:pt x="11594" y="10198"/>
                  </a:lnTo>
                  <a:cubicBezTo>
                    <a:pt x="11638" y="10184"/>
                    <a:pt x="11668" y="10168"/>
                    <a:pt x="11698" y="10154"/>
                  </a:cubicBezTo>
                  <a:lnTo>
                    <a:pt x="11698" y="9974"/>
                  </a:lnTo>
                  <a:lnTo>
                    <a:pt x="11938" y="9974"/>
                  </a:lnTo>
                  <a:cubicBezTo>
                    <a:pt x="11968" y="9944"/>
                    <a:pt x="11998" y="9914"/>
                    <a:pt x="12044" y="9884"/>
                  </a:cubicBezTo>
                  <a:lnTo>
                    <a:pt x="11698" y="9884"/>
                  </a:lnTo>
                  <a:lnTo>
                    <a:pt x="11698" y="8519"/>
                  </a:lnTo>
                  <a:lnTo>
                    <a:pt x="13063" y="8519"/>
                  </a:lnTo>
                  <a:lnTo>
                    <a:pt x="13063" y="9689"/>
                  </a:lnTo>
                  <a:lnTo>
                    <a:pt x="13153" y="9734"/>
                  </a:lnTo>
                  <a:lnTo>
                    <a:pt x="13153" y="8519"/>
                  </a:lnTo>
                  <a:lnTo>
                    <a:pt x="14533" y="8519"/>
                  </a:lnTo>
                  <a:lnTo>
                    <a:pt x="14533" y="9884"/>
                  </a:lnTo>
                  <a:lnTo>
                    <a:pt x="13348" y="9884"/>
                  </a:lnTo>
                  <a:cubicBezTo>
                    <a:pt x="13393" y="9914"/>
                    <a:pt x="13423" y="9944"/>
                    <a:pt x="13453" y="9974"/>
                  </a:cubicBezTo>
                  <a:lnTo>
                    <a:pt x="14533" y="9974"/>
                  </a:lnTo>
                  <a:lnTo>
                    <a:pt x="14533" y="10228"/>
                  </a:lnTo>
                  <a:lnTo>
                    <a:pt x="14623" y="10184"/>
                  </a:lnTo>
                  <a:lnTo>
                    <a:pt x="14623" y="9974"/>
                  </a:lnTo>
                  <a:lnTo>
                    <a:pt x="14863" y="9974"/>
                  </a:lnTo>
                  <a:cubicBezTo>
                    <a:pt x="14893" y="9944"/>
                    <a:pt x="14923" y="9914"/>
                    <a:pt x="14967" y="9884"/>
                  </a:cubicBezTo>
                  <a:lnTo>
                    <a:pt x="14623" y="9884"/>
                  </a:lnTo>
                  <a:lnTo>
                    <a:pt x="14623" y="8519"/>
                  </a:lnTo>
                  <a:lnTo>
                    <a:pt x="16003" y="8519"/>
                  </a:lnTo>
                  <a:lnTo>
                    <a:pt x="16003" y="9674"/>
                  </a:lnTo>
                  <a:cubicBezTo>
                    <a:pt x="16033" y="9689"/>
                    <a:pt x="16063" y="9689"/>
                    <a:pt x="16093" y="9704"/>
                  </a:cubicBezTo>
                  <a:lnTo>
                    <a:pt x="16093" y="8519"/>
                  </a:lnTo>
                  <a:lnTo>
                    <a:pt x="17472" y="8519"/>
                  </a:lnTo>
                  <a:lnTo>
                    <a:pt x="17472" y="9884"/>
                  </a:lnTo>
                  <a:lnTo>
                    <a:pt x="16647" y="9884"/>
                  </a:lnTo>
                  <a:cubicBezTo>
                    <a:pt x="16753" y="9914"/>
                    <a:pt x="16873" y="9914"/>
                    <a:pt x="17023" y="9914"/>
                  </a:cubicBezTo>
                  <a:cubicBezTo>
                    <a:pt x="17203" y="9914"/>
                    <a:pt x="17337" y="9944"/>
                    <a:pt x="17442" y="9974"/>
                  </a:cubicBezTo>
                  <a:lnTo>
                    <a:pt x="17472" y="9974"/>
                  </a:lnTo>
                  <a:lnTo>
                    <a:pt x="17472" y="9989"/>
                  </a:lnTo>
                  <a:cubicBezTo>
                    <a:pt x="17502" y="10004"/>
                    <a:pt x="17532" y="10004"/>
                    <a:pt x="17562" y="10019"/>
                  </a:cubicBezTo>
                  <a:lnTo>
                    <a:pt x="17562" y="9974"/>
                  </a:lnTo>
                  <a:lnTo>
                    <a:pt x="18927" y="9974"/>
                  </a:lnTo>
                  <a:lnTo>
                    <a:pt x="18927" y="10198"/>
                  </a:lnTo>
                  <a:cubicBezTo>
                    <a:pt x="18957" y="10184"/>
                    <a:pt x="18987" y="10168"/>
                    <a:pt x="19017" y="10138"/>
                  </a:cubicBezTo>
                  <a:lnTo>
                    <a:pt x="19017" y="9974"/>
                  </a:lnTo>
                  <a:lnTo>
                    <a:pt x="19242" y="9974"/>
                  </a:lnTo>
                  <a:cubicBezTo>
                    <a:pt x="19272" y="9944"/>
                    <a:pt x="19317" y="9914"/>
                    <a:pt x="19362" y="9884"/>
                  </a:cubicBezTo>
                  <a:lnTo>
                    <a:pt x="19017" y="9884"/>
                  </a:lnTo>
                  <a:lnTo>
                    <a:pt x="19017" y="8519"/>
                  </a:lnTo>
                  <a:lnTo>
                    <a:pt x="20396" y="8519"/>
                  </a:lnTo>
                  <a:lnTo>
                    <a:pt x="20396" y="9749"/>
                  </a:lnTo>
                  <a:lnTo>
                    <a:pt x="20486" y="9749"/>
                  </a:lnTo>
                  <a:lnTo>
                    <a:pt x="20486" y="8519"/>
                  </a:lnTo>
                  <a:lnTo>
                    <a:pt x="21866" y="8519"/>
                  </a:lnTo>
                  <a:lnTo>
                    <a:pt x="21866" y="9839"/>
                  </a:lnTo>
                  <a:cubicBezTo>
                    <a:pt x="21896" y="9839"/>
                    <a:pt x="21926" y="9854"/>
                    <a:pt x="21956" y="9869"/>
                  </a:cubicBezTo>
                  <a:lnTo>
                    <a:pt x="21956" y="8519"/>
                  </a:lnTo>
                  <a:lnTo>
                    <a:pt x="23336" y="8519"/>
                  </a:lnTo>
                  <a:lnTo>
                    <a:pt x="23336" y="9884"/>
                  </a:lnTo>
                  <a:lnTo>
                    <a:pt x="22046" y="9884"/>
                  </a:lnTo>
                  <a:cubicBezTo>
                    <a:pt x="22166" y="9929"/>
                    <a:pt x="22286" y="9959"/>
                    <a:pt x="22452" y="9974"/>
                  </a:cubicBezTo>
                  <a:lnTo>
                    <a:pt x="23186" y="9974"/>
                  </a:lnTo>
                  <a:cubicBezTo>
                    <a:pt x="23396" y="9959"/>
                    <a:pt x="23531" y="9914"/>
                    <a:pt x="23711" y="9884"/>
                  </a:cubicBezTo>
                  <a:lnTo>
                    <a:pt x="23426" y="9884"/>
                  </a:lnTo>
                  <a:lnTo>
                    <a:pt x="23426" y="8519"/>
                  </a:lnTo>
                  <a:lnTo>
                    <a:pt x="24791" y="8519"/>
                  </a:lnTo>
                  <a:lnTo>
                    <a:pt x="24791" y="9884"/>
                  </a:lnTo>
                  <a:lnTo>
                    <a:pt x="24566" y="9884"/>
                  </a:lnTo>
                  <a:cubicBezTo>
                    <a:pt x="24701" y="9914"/>
                    <a:pt x="24791" y="9959"/>
                    <a:pt x="24895" y="10004"/>
                  </a:cubicBezTo>
                  <a:lnTo>
                    <a:pt x="24895" y="9974"/>
                  </a:lnTo>
                  <a:lnTo>
                    <a:pt x="26261" y="9974"/>
                  </a:lnTo>
                  <a:lnTo>
                    <a:pt x="26261" y="10064"/>
                  </a:lnTo>
                  <a:lnTo>
                    <a:pt x="26351" y="10019"/>
                  </a:lnTo>
                  <a:lnTo>
                    <a:pt x="26351" y="9974"/>
                  </a:lnTo>
                  <a:lnTo>
                    <a:pt x="26441" y="9974"/>
                  </a:lnTo>
                  <a:cubicBezTo>
                    <a:pt x="26501" y="9944"/>
                    <a:pt x="26575" y="9914"/>
                    <a:pt x="26651" y="9884"/>
                  </a:cubicBezTo>
                  <a:lnTo>
                    <a:pt x="26351" y="9884"/>
                  </a:lnTo>
                  <a:lnTo>
                    <a:pt x="26351" y="8519"/>
                  </a:lnTo>
                  <a:lnTo>
                    <a:pt x="27730" y="8519"/>
                  </a:lnTo>
                  <a:lnTo>
                    <a:pt x="27730" y="9884"/>
                  </a:lnTo>
                  <a:lnTo>
                    <a:pt x="27521" y="9884"/>
                  </a:lnTo>
                  <a:cubicBezTo>
                    <a:pt x="27595" y="9914"/>
                    <a:pt x="27655" y="9944"/>
                    <a:pt x="27715" y="9974"/>
                  </a:cubicBezTo>
                  <a:lnTo>
                    <a:pt x="27730" y="9974"/>
                  </a:lnTo>
                  <a:lnTo>
                    <a:pt x="27730" y="9989"/>
                  </a:lnTo>
                  <a:cubicBezTo>
                    <a:pt x="27760" y="10004"/>
                    <a:pt x="27790" y="10019"/>
                    <a:pt x="27820" y="10048"/>
                  </a:cubicBezTo>
                  <a:lnTo>
                    <a:pt x="27820" y="9974"/>
                  </a:lnTo>
                  <a:lnTo>
                    <a:pt x="29200" y="9974"/>
                  </a:lnTo>
                  <a:lnTo>
                    <a:pt x="29200" y="10168"/>
                  </a:lnTo>
                  <a:cubicBezTo>
                    <a:pt x="29230" y="10154"/>
                    <a:pt x="29260" y="10138"/>
                    <a:pt x="29290" y="10138"/>
                  </a:cubicBezTo>
                  <a:lnTo>
                    <a:pt x="29290" y="9974"/>
                  </a:lnTo>
                  <a:lnTo>
                    <a:pt x="30444" y="9974"/>
                  </a:lnTo>
                  <a:cubicBezTo>
                    <a:pt x="30564" y="9944"/>
                    <a:pt x="30654" y="9899"/>
                    <a:pt x="30760" y="9869"/>
                  </a:cubicBezTo>
                  <a:lnTo>
                    <a:pt x="30760" y="8519"/>
                  </a:lnTo>
                  <a:lnTo>
                    <a:pt x="32124" y="8519"/>
                  </a:lnTo>
                  <a:lnTo>
                    <a:pt x="32124" y="9884"/>
                  </a:lnTo>
                  <a:lnTo>
                    <a:pt x="31930" y="9884"/>
                  </a:lnTo>
                  <a:cubicBezTo>
                    <a:pt x="31990" y="9914"/>
                    <a:pt x="32020" y="9944"/>
                    <a:pt x="32064" y="9974"/>
                  </a:cubicBezTo>
                  <a:lnTo>
                    <a:pt x="32124" y="9974"/>
                  </a:lnTo>
                  <a:lnTo>
                    <a:pt x="32124" y="10034"/>
                  </a:lnTo>
                  <a:cubicBezTo>
                    <a:pt x="32154" y="10048"/>
                    <a:pt x="32184" y="10078"/>
                    <a:pt x="32214" y="10094"/>
                  </a:cubicBezTo>
                  <a:lnTo>
                    <a:pt x="32214" y="9974"/>
                  </a:lnTo>
                  <a:lnTo>
                    <a:pt x="33579" y="9974"/>
                  </a:lnTo>
                  <a:cubicBezTo>
                    <a:pt x="33609" y="9944"/>
                    <a:pt x="33654" y="9914"/>
                    <a:pt x="33684" y="9884"/>
                  </a:cubicBezTo>
                  <a:lnTo>
                    <a:pt x="33684" y="8519"/>
                  </a:lnTo>
                  <a:lnTo>
                    <a:pt x="35063" y="8519"/>
                  </a:lnTo>
                  <a:lnTo>
                    <a:pt x="35063" y="9884"/>
                  </a:lnTo>
                  <a:lnTo>
                    <a:pt x="34943" y="9884"/>
                  </a:lnTo>
                  <a:cubicBezTo>
                    <a:pt x="34973" y="9914"/>
                    <a:pt x="35019" y="9944"/>
                    <a:pt x="35049" y="9974"/>
                  </a:cubicBezTo>
                  <a:lnTo>
                    <a:pt x="35063" y="9974"/>
                  </a:lnTo>
                  <a:lnTo>
                    <a:pt x="35063" y="9989"/>
                  </a:lnTo>
                  <a:cubicBezTo>
                    <a:pt x="35093" y="10019"/>
                    <a:pt x="35123" y="10034"/>
                    <a:pt x="35153" y="10064"/>
                  </a:cubicBezTo>
                  <a:lnTo>
                    <a:pt x="35153" y="9974"/>
                  </a:lnTo>
                  <a:lnTo>
                    <a:pt x="36533" y="9974"/>
                  </a:lnTo>
                  <a:lnTo>
                    <a:pt x="36533" y="10214"/>
                  </a:lnTo>
                  <a:lnTo>
                    <a:pt x="36623" y="10214"/>
                  </a:lnTo>
                  <a:lnTo>
                    <a:pt x="36623" y="9974"/>
                  </a:lnTo>
                  <a:lnTo>
                    <a:pt x="37928" y="9974"/>
                  </a:lnTo>
                  <a:lnTo>
                    <a:pt x="37928" y="9884"/>
                  </a:lnTo>
                  <a:lnTo>
                    <a:pt x="36623" y="9884"/>
                  </a:lnTo>
                  <a:lnTo>
                    <a:pt x="36623" y="8519"/>
                  </a:lnTo>
                  <a:lnTo>
                    <a:pt x="37928" y="8519"/>
                  </a:lnTo>
                  <a:lnTo>
                    <a:pt x="37928" y="8429"/>
                  </a:lnTo>
                  <a:lnTo>
                    <a:pt x="36623" y="8429"/>
                  </a:lnTo>
                  <a:lnTo>
                    <a:pt x="36623" y="7049"/>
                  </a:lnTo>
                  <a:lnTo>
                    <a:pt x="37928" y="7049"/>
                  </a:lnTo>
                  <a:lnTo>
                    <a:pt x="37928" y="6959"/>
                  </a:lnTo>
                  <a:lnTo>
                    <a:pt x="36623" y="6959"/>
                  </a:lnTo>
                  <a:lnTo>
                    <a:pt x="36623" y="5579"/>
                  </a:lnTo>
                  <a:lnTo>
                    <a:pt x="37928" y="5579"/>
                  </a:lnTo>
                  <a:lnTo>
                    <a:pt x="37928" y="5489"/>
                  </a:lnTo>
                  <a:lnTo>
                    <a:pt x="36623" y="5489"/>
                  </a:lnTo>
                  <a:lnTo>
                    <a:pt x="36623" y="4110"/>
                  </a:lnTo>
                  <a:lnTo>
                    <a:pt x="37928" y="4110"/>
                  </a:lnTo>
                  <a:lnTo>
                    <a:pt x="37928" y="4020"/>
                  </a:lnTo>
                  <a:lnTo>
                    <a:pt x="36623" y="4020"/>
                  </a:lnTo>
                  <a:lnTo>
                    <a:pt x="36623" y="2656"/>
                  </a:lnTo>
                  <a:lnTo>
                    <a:pt x="37928" y="2656"/>
                  </a:lnTo>
                  <a:lnTo>
                    <a:pt x="37928" y="2550"/>
                  </a:lnTo>
                  <a:lnTo>
                    <a:pt x="36623" y="2550"/>
                  </a:lnTo>
                  <a:lnTo>
                    <a:pt x="36623" y="1186"/>
                  </a:lnTo>
                  <a:lnTo>
                    <a:pt x="37928" y="1186"/>
                  </a:lnTo>
                  <a:lnTo>
                    <a:pt x="37928" y="1096"/>
                  </a:lnTo>
                  <a:lnTo>
                    <a:pt x="36623" y="1096"/>
                  </a:lnTo>
                  <a:lnTo>
                    <a:pt x="36623" y="0"/>
                  </a:lnTo>
                  <a:lnTo>
                    <a:pt x="36533" y="0"/>
                  </a:lnTo>
                  <a:lnTo>
                    <a:pt x="36533" y="1096"/>
                  </a:lnTo>
                  <a:lnTo>
                    <a:pt x="35153" y="1096"/>
                  </a:lnTo>
                  <a:lnTo>
                    <a:pt x="35153" y="0"/>
                  </a:lnTo>
                  <a:lnTo>
                    <a:pt x="35063" y="0"/>
                  </a:lnTo>
                  <a:lnTo>
                    <a:pt x="35063" y="1096"/>
                  </a:lnTo>
                  <a:lnTo>
                    <a:pt x="33684" y="1096"/>
                  </a:lnTo>
                  <a:lnTo>
                    <a:pt x="33684" y="0"/>
                  </a:lnTo>
                  <a:lnTo>
                    <a:pt x="33594" y="0"/>
                  </a:lnTo>
                  <a:lnTo>
                    <a:pt x="33594" y="1096"/>
                  </a:lnTo>
                  <a:lnTo>
                    <a:pt x="32214" y="1096"/>
                  </a:lnTo>
                  <a:lnTo>
                    <a:pt x="32214" y="0"/>
                  </a:lnTo>
                  <a:lnTo>
                    <a:pt x="32124" y="0"/>
                  </a:lnTo>
                  <a:lnTo>
                    <a:pt x="32124" y="1096"/>
                  </a:lnTo>
                  <a:lnTo>
                    <a:pt x="30760" y="1096"/>
                  </a:lnTo>
                  <a:lnTo>
                    <a:pt x="30760" y="0"/>
                  </a:lnTo>
                  <a:lnTo>
                    <a:pt x="30670" y="0"/>
                  </a:lnTo>
                  <a:lnTo>
                    <a:pt x="30670" y="1096"/>
                  </a:lnTo>
                  <a:lnTo>
                    <a:pt x="29290" y="1096"/>
                  </a:lnTo>
                  <a:lnTo>
                    <a:pt x="29290" y="0"/>
                  </a:lnTo>
                  <a:lnTo>
                    <a:pt x="29200" y="0"/>
                  </a:lnTo>
                  <a:lnTo>
                    <a:pt x="29200" y="1096"/>
                  </a:lnTo>
                  <a:lnTo>
                    <a:pt x="27820" y="1096"/>
                  </a:lnTo>
                  <a:lnTo>
                    <a:pt x="27820" y="0"/>
                  </a:lnTo>
                  <a:lnTo>
                    <a:pt x="27730" y="0"/>
                  </a:lnTo>
                  <a:lnTo>
                    <a:pt x="27730" y="1096"/>
                  </a:lnTo>
                  <a:lnTo>
                    <a:pt x="26351" y="1096"/>
                  </a:lnTo>
                  <a:lnTo>
                    <a:pt x="26351" y="0"/>
                  </a:lnTo>
                  <a:lnTo>
                    <a:pt x="26261" y="0"/>
                  </a:lnTo>
                  <a:lnTo>
                    <a:pt x="26261" y="1096"/>
                  </a:lnTo>
                  <a:lnTo>
                    <a:pt x="24895" y="1096"/>
                  </a:lnTo>
                  <a:lnTo>
                    <a:pt x="24895" y="0"/>
                  </a:lnTo>
                  <a:lnTo>
                    <a:pt x="24791" y="0"/>
                  </a:lnTo>
                  <a:lnTo>
                    <a:pt x="24791" y="1096"/>
                  </a:lnTo>
                  <a:lnTo>
                    <a:pt x="23426" y="1096"/>
                  </a:lnTo>
                  <a:lnTo>
                    <a:pt x="23426" y="0"/>
                  </a:lnTo>
                  <a:lnTo>
                    <a:pt x="23336" y="0"/>
                  </a:lnTo>
                  <a:lnTo>
                    <a:pt x="23336" y="1096"/>
                  </a:lnTo>
                  <a:lnTo>
                    <a:pt x="21956" y="1096"/>
                  </a:lnTo>
                  <a:lnTo>
                    <a:pt x="21956" y="0"/>
                  </a:lnTo>
                  <a:lnTo>
                    <a:pt x="21866" y="0"/>
                  </a:lnTo>
                  <a:lnTo>
                    <a:pt x="21866" y="1096"/>
                  </a:lnTo>
                  <a:lnTo>
                    <a:pt x="20486" y="1096"/>
                  </a:lnTo>
                  <a:lnTo>
                    <a:pt x="20486" y="0"/>
                  </a:lnTo>
                  <a:lnTo>
                    <a:pt x="20396" y="0"/>
                  </a:lnTo>
                  <a:lnTo>
                    <a:pt x="20396" y="1096"/>
                  </a:lnTo>
                  <a:lnTo>
                    <a:pt x="19017" y="1096"/>
                  </a:lnTo>
                  <a:lnTo>
                    <a:pt x="19017" y="0"/>
                  </a:lnTo>
                  <a:lnTo>
                    <a:pt x="18927" y="0"/>
                  </a:lnTo>
                  <a:lnTo>
                    <a:pt x="18927" y="1096"/>
                  </a:lnTo>
                  <a:lnTo>
                    <a:pt x="17562" y="1096"/>
                  </a:lnTo>
                  <a:lnTo>
                    <a:pt x="17562" y="0"/>
                  </a:lnTo>
                  <a:lnTo>
                    <a:pt x="17472" y="0"/>
                  </a:lnTo>
                  <a:lnTo>
                    <a:pt x="17472" y="1096"/>
                  </a:lnTo>
                  <a:lnTo>
                    <a:pt x="16093" y="1096"/>
                  </a:lnTo>
                  <a:lnTo>
                    <a:pt x="16093" y="0"/>
                  </a:lnTo>
                  <a:lnTo>
                    <a:pt x="16003" y="0"/>
                  </a:lnTo>
                  <a:lnTo>
                    <a:pt x="16003" y="1096"/>
                  </a:lnTo>
                  <a:lnTo>
                    <a:pt x="14623" y="1096"/>
                  </a:lnTo>
                  <a:lnTo>
                    <a:pt x="14623" y="0"/>
                  </a:lnTo>
                  <a:lnTo>
                    <a:pt x="14533" y="0"/>
                  </a:lnTo>
                  <a:lnTo>
                    <a:pt x="14533" y="1096"/>
                  </a:lnTo>
                  <a:lnTo>
                    <a:pt x="13153" y="1096"/>
                  </a:lnTo>
                  <a:lnTo>
                    <a:pt x="13153" y="0"/>
                  </a:lnTo>
                  <a:lnTo>
                    <a:pt x="13063" y="0"/>
                  </a:lnTo>
                  <a:lnTo>
                    <a:pt x="13063" y="1096"/>
                  </a:lnTo>
                  <a:lnTo>
                    <a:pt x="11698" y="1096"/>
                  </a:lnTo>
                  <a:lnTo>
                    <a:pt x="11698" y="0"/>
                  </a:lnTo>
                  <a:lnTo>
                    <a:pt x="11594" y="0"/>
                  </a:lnTo>
                  <a:lnTo>
                    <a:pt x="11594" y="1096"/>
                  </a:lnTo>
                  <a:lnTo>
                    <a:pt x="10228" y="1096"/>
                  </a:lnTo>
                  <a:lnTo>
                    <a:pt x="10228" y="0"/>
                  </a:lnTo>
                  <a:lnTo>
                    <a:pt x="10138" y="0"/>
                  </a:lnTo>
                  <a:lnTo>
                    <a:pt x="10138" y="1096"/>
                  </a:lnTo>
                  <a:lnTo>
                    <a:pt x="8759" y="1096"/>
                  </a:lnTo>
                  <a:lnTo>
                    <a:pt x="8759" y="0"/>
                  </a:lnTo>
                  <a:lnTo>
                    <a:pt x="8669" y="0"/>
                  </a:lnTo>
                  <a:lnTo>
                    <a:pt x="8669" y="1096"/>
                  </a:lnTo>
                  <a:lnTo>
                    <a:pt x="7289" y="1096"/>
                  </a:lnTo>
                  <a:lnTo>
                    <a:pt x="7289" y="0"/>
                  </a:lnTo>
                  <a:lnTo>
                    <a:pt x="7199" y="0"/>
                  </a:lnTo>
                  <a:lnTo>
                    <a:pt x="7199" y="1096"/>
                  </a:lnTo>
                  <a:lnTo>
                    <a:pt x="5819" y="1096"/>
                  </a:lnTo>
                  <a:lnTo>
                    <a:pt x="5819" y="0"/>
                  </a:lnTo>
                  <a:lnTo>
                    <a:pt x="5729" y="0"/>
                  </a:lnTo>
                  <a:lnTo>
                    <a:pt x="5729" y="1096"/>
                  </a:lnTo>
                  <a:lnTo>
                    <a:pt x="4365" y="1096"/>
                  </a:lnTo>
                  <a:lnTo>
                    <a:pt x="4365" y="0"/>
                  </a:lnTo>
                  <a:lnTo>
                    <a:pt x="4275" y="0"/>
                  </a:lnTo>
                  <a:lnTo>
                    <a:pt x="4275" y="1096"/>
                  </a:lnTo>
                  <a:lnTo>
                    <a:pt x="2895" y="1096"/>
                  </a:lnTo>
                  <a:lnTo>
                    <a:pt x="2895" y="0"/>
                  </a:lnTo>
                  <a:lnTo>
                    <a:pt x="2805" y="0"/>
                  </a:lnTo>
                  <a:lnTo>
                    <a:pt x="2805" y="1096"/>
                  </a:lnTo>
                  <a:lnTo>
                    <a:pt x="1426" y="1096"/>
                  </a:lnTo>
                  <a:lnTo>
                    <a:pt x="1426" y="0"/>
                  </a:lnTo>
                  <a:close/>
                </a:path>
              </a:pathLst>
            </a:custGeom>
            <a:solidFill>
              <a:srgbClr val="CFD1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0" name="Google Shape;1650;p46"/>
          <p:cNvSpPr txBox="1"/>
          <p:nvPr/>
        </p:nvSpPr>
        <p:spPr>
          <a:xfrm>
            <a:off x="3355500" y="4051121"/>
            <a:ext cx="24330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Some porcentages</a:t>
            </a:r>
            <a:endParaRPr sz="2400">
              <a:solidFill>
                <a:srgbClr val="9C786B"/>
              </a:solidFill>
              <a:latin typeface="Bellefair"/>
              <a:ea typeface="Bellefair"/>
              <a:cs typeface="Bellefair"/>
              <a:sym typeface="Bellefair"/>
            </a:endParaRPr>
          </a:p>
        </p:txBody>
      </p:sp>
      <p:sp>
        <p:nvSpPr>
          <p:cNvPr id="1681" name="Google Shape;1681;p46"/>
          <p:cNvSpPr/>
          <p:nvPr/>
        </p:nvSpPr>
        <p:spPr>
          <a:xfrm flipH="1">
            <a:off x="1331703" y="1611858"/>
            <a:ext cx="632400" cy="63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6"/>
          <p:cNvSpPr/>
          <p:nvPr/>
        </p:nvSpPr>
        <p:spPr>
          <a:xfrm flipH="1">
            <a:off x="1331703" y="1611858"/>
            <a:ext cx="632400" cy="632400"/>
          </a:xfrm>
          <a:prstGeom prst="pie">
            <a:avLst>
              <a:gd fmla="val 0"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6"/>
          <p:cNvSpPr/>
          <p:nvPr/>
        </p:nvSpPr>
        <p:spPr>
          <a:xfrm flipH="1">
            <a:off x="3281066" y="1611858"/>
            <a:ext cx="632400" cy="63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6"/>
          <p:cNvSpPr/>
          <p:nvPr/>
        </p:nvSpPr>
        <p:spPr>
          <a:xfrm flipH="1">
            <a:off x="3281066" y="1611858"/>
            <a:ext cx="632400" cy="632400"/>
          </a:xfrm>
          <a:prstGeom prst="pie">
            <a:avLst>
              <a:gd fmla="val 12156648"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5" name="Google Shape;1685;p46"/>
          <p:cNvGrpSpPr/>
          <p:nvPr/>
        </p:nvGrpSpPr>
        <p:grpSpPr>
          <a:xfrm>
            <a:off x="2659094" y="2501038"/>
            <a:ext cx="1869606" cy="1037662"/>
            <a:chOff x="3638163" y="2698100"/>
            <a:chExt cx="1869606" cy="1037662"/>
          </a:xfrm>
        </p:grpSpPr>
        <p:sp>
          <p:nvSpPr>
            <p:cNvPr id="1686" name="Google Shape;1686;p46"/>
            <p:cNvSpPr txBox="1"/>
            <p:nvPr/>
          </p:nvSpPr>
          <p:spPr>
            <a:xfrm>
              <a:off x="36381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Mercury</a:t>
              </a:r>
              <a:endParaRPr sz="2400">
                <a:solidFill>
                  <a:srgbClr val="9C786B"/>
                </a:solidFill>
                <a:latin typeface="Bellefair"/>
                <a:ea typeface="Bellefair"/>
                <a:cs typeface="Bellefair"/>
                <a:sym typeface="Bellefair"/>
              </a:endParaRPr>
            </a:p>
          </p:txBody>
        </p:sp>
        <p:sp>
          <p:nvSpPr>
            <p:cNvPr id="1651" name="Google Shape;1651;p46"/>
            <p:cNvSpPr txBox="1"/>
            <p:nvPr/>
          </p:nvSpPr>
          <p:spPr>
            <a:xfrm>
              <a:off x="3638168" y="3122262"/>
              <a:ext cx="1869600" cy="61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Mercury is the closest planet to the Sun</a:t>
              </a:r>
              <a:endParaRPr>
                <a:solidFill>
                  <a:srgbClr val="9C786B"/>
                </a:solidFill>
                <a:latin typeface="Bellota Text"/>
                <a:ea typeface="Bellota Text"/>
                <a:cs typeface="Bellota Text"/>
                <a:sym typeface="Bellota Text"/>
              </a:endParaRPr>
            </a:p>
          </p:txBody>
        </p:sp>
      </p:grpSp>
      <p:sp>
        <p:nvSpPr>
          <p:cNvPr id="1687" name="Google Shape;1687;p46"/>
          <p:cNvSpPr txBox="1"/>
          <p:nvPr/>
        </p:nvSpPr>
        <p:spPr>
          <a:xfrm>
            <a:off x="3846144" y="1926100"/>
            <a:ext cx="6894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20</a:t>
            </a:r>
            <a:r>
              <a:rPr lang="en" sz="2400">
                <a:solidFill>
                  <a:schemeClr val="dk1"/>
                </a:solidFill>
                <a:latin typeface="Bellefair"/>
                <a:ea typeface="Bellefair"/>
                <a:cs typeface="Bellefair"/>
                <a:sym typeface="Bellefair"/>
              </a:rPr>
              <a:t>%</a:t>
            </a:r>
            <a:endParaRPr sz="2400">
              <a:solidFill>
                <a:schemeClr val="dk1"/>
              </a:solidFill>
              <a:latin typeface="Bellefair"/>
              <a:ea typeface="Bellefair"/>
              <a:cs typeface="Bellefair"/>
              <a:sym typeface="Bellefair"/>
            </a:endParaRPr>
          </a:p>
        </p:txBody>
      </p:sp>
      <p:grpSp>
        <p:nvGrpSpPr>
          <p:cNvPr id="1688" name="Google Shape;1688;p46"/>
          <p:cNvGrpSpPr/>
          <p:nvPr/>
        </p:nvGrpSpPr>
        <p:grpSpPr>
          <a:xfrm>
            <a:off x="713150" y="2501038"/>
            <a:ext cx="1869600" cy="1037965"/>
            <a:chOff x="1311363" y="2698100"/>
            <a:chExt cx="1869600" cy="1037965"/>
          </a:xfrm>
        </p:grpSpPr>
        <p:sp>
          <p:nvSpPr>
            <p:cNvPr id="1689" name="Google Shape;1689;p46"/>
            <p:cNvSpPr txBox="1"/>
            <p:nvPr/>
          </p:nvSpPr>
          <p:spPr>
            <a:xfrm>
              <a:off x="13113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Neptune</a:t>
              </a:r>
              <a:endParaRPr sz="2400">
                <a:solidFill>
                  <a:srgbClr val="9C786B"/>
                </a:solidFill>
                <a:latin typeface="Bellefair"/>
                <a:ea typeface="Bellefair"/>
                <a:cs typeface="Bellefair"/>
                <a:sym typeface="Bellefair"/>
              </a:endParaRPr>
            </a:p>
          </p:txBody>
        </p:sp>
        <p:sp>
          <p:nvSpPr>
            <p:cNvPr id="1690" name="Google Shape;1690;p46"/>
            <p:cNvSpPr txBox="1"/>
            <p:nvPr/>
          </p:nvSpPr>
          <p:spPr>
            <a:xfrm>
              <a:off x="1311363" y="3122265"/>
              <a:ext cx="1869600" cy="613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Neptune is very far away from Earth</a:t>
              </a:r>
              <a:endParaRPr>
                <a:solidFill>
                  <a:srgbClr val="9C786B"/>
                </a:solidFill>
                <a:latin typeface="Bellota Text"/>
                <a:ea typeface="Bellota Text"/>
                <a:cs typeface="Bellota Text"/>
                <a:sym typeface="Bellota Text"/>
              </a:endParaRPr>
            </a:p>
          </p:txBody>
        </p:sp>
      </p:grpSp>
      <p:sp>
        <p:nvSpPr>
          <p:cNvPr id="1691" name="Google Shape;1691;p46"/>
          <p:cNvSpPr txBox="1"/>
          <p:nvPr/>
        </p:nvSpPr>
        <p:spPr>
          <a:xfrm>
            <a:off x="1893271" y="1926100"/>
            <a:ext cx="6894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75</a:t>
            </a:r>
            <a:r>
              <a:rPr lang="en" sz="2400">
                <a:solidFill>
                  <a:schemeClr val="dk1"/>
                </a:solidFill>
                <a:latin typeface="Bellefair"/>
                <a:ea typeface="Bellefair"/>
                <a:cs typeface="Bellefair"/>
                <a:sym typeface="Bellefair"/>
              </a:rPr>
              <a:t>%</a:t>
            </a:r>
            <a:endParaRPr sz="2400">
              <a:solidFill>
                <a:schemeClr val="dk1"/>
              </a:solidFill>
              <a:latin typeface="Bellefair"/>
              <a:ea typeface="Bellefair"/>
              <a:cs typeface="Bellefair"/>
              <a:sym typeface="Bellefair"/>
            </a:endParaRPr>
          </a:p>
        </p:txBody>
      </p:sp>
      <p:sp>
        <p:nvSpPr>
          <p:cNvPr id="1692" name="Google Shape;1692;p46"/>
          <p:cNvSpPr/>
          <p:nvPr/>
        </p:nvSpPr>
        <p:spPr>
          <a:xfrm flipH="1">
            <a:off x="5230516" y="1611858"/>
            <a:ext cx="632400" cy="63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6"/>
          <p:cNvSpPr/>
          <p:nvPr/>
        </p:nvSpPr>
        <p:spPr>
          <a:xfrm flipH="1">
            <a:off x="5230516" y="1611858"/>
            <a:ext cx="632400" cy="632400"/>
          </a:xfrm>
          <a:prstGeom prst="pie">
            <a:avLst>
              <a:gd fmla="val 5398967"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4" name="Google Shape;1694;p46"/>
          <p:cNvGrpSpPr/>
          <p:nvPr/>
        </p:nvGrpSpPr>
        <p:grpSpPr>
          <a:xfrm>
            <a:off x="4611889" y="2501038"/>
            <a:ext cx="1869611" cy="1037965"/>
            <a:chOff x="5964963" y="2698100"/>
            <a:chExt cx="1869611" cy="1037965"/>
          </a:xfrm>
        </p:grpSpPr>
        <p:sp>
          <p:nvSpPr>
            <p:cNvPr id="1695" name="Google Shape;1695;p46"/>
            <p:cNvSpPr txBox="1"/>
            <p:nvPr/>
          </p:nvSpPr>
          <p:spPr>
            <a:xfrm>
              <a:off x="59649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Jupiter</a:t>
              </a:r>
              <a:endParaRPr sz="2400">
                <a:solidFill>
                  <a:srgbClr val="9C786B"/>
                </a:solidFill>
                <a:latin typeface="Bellefair"/>
                <a:ea typeface="Bellefair"/>
                <a:cs typeface="Bellefair"/>
                <a:sym typeface="Bellefair"/>
              </a:endParaRPr>
            </a:p>
          </p:txBody>
        </p:sp>
        <p:sp>
          <p:nvSpPr>
            <p:cNvPr id="1653" name="Google Shape;1653;p46"/>
            <p:cNvSpPr txBox="1"/>
            <p:nvPr/>
          </p:nvSpPr>
          <p:spPr>
            <a:xfrm>
              <a:off x="5964974" y="3122265"/>
              <a:ext cx="1869600" cy="613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Jupiter is the biggest planet of them all</a:t>
              </a:r>
              <a:endParaRPr>
                <a:solidFill>
                  <a:srgbClr val="9C786B"/>
                </a:solidFill>
                <a:latin typeface="Bellota Text"/>
                <a:ea typeface="Bellota Text"/>
                <a:cs typeface="Bellota Text"/>
                <a:sym typeface="Bellota Text"/>
              </a:endParaRPr>
            </a:p>
          </p:txBody>
        </p:sp>
      </p:grpSp>
      <p:sp>
        <p:nvSpPr>
          <p:cNvPr id="1696" name="Google Shape;1696;p46"/>
          <p:cNvSpPr txBox="1"/>
          <p:nvPr/>
        </p:nvSpPr>
        <p:spPr>
          <a:xfrm>
            <a:off x="5795518" y="1926100"/>
            <a:ext cx="6894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5</a:t>
            </a:r>
            <a:r>
              <a:rPr lang="en" sz="2400">
                <a:solidFill>
                  <a:schemeClr val="dk1"/>
                </a:solidFill>
                <a:latin typeface="Bellefair"/>
                <a:ea typeface="Bellefair"/>
                <a:cs typeface="Bellefair"/>
                <a:sym typeface="Bellefair"/>
              </a:rPr>
              <a:t>0%</a:t>
            </a:r>
            <a:endParaRPr sz="2400">
              <a:solidFill>
                <a:schemeClr val="dk1"/>
              </a:solidFill>
              <a:latin typeface="Bellefair"/>
              <a:ea typeface="Bellefair"/>
              <a:cs typeface="Bellefair"/>
              <a:sym typeface="Bellefair"/>
            </a:endParaRPr>
          </a:p>
        </p:txBody>
      </p:sp>
      <p:sp>
        <p:nvSpPr>
          <p:cNvPr id="1697" name="Google Shape;1697;p46"/>
          <p:cNvSpPr/>
          <p:nvPr/>
        </p:nvSpPr>
        <p:spPr>
          <a:xfrm flipH="1">
            <a:off x="7209278" y="1611858"/>
            <a:ext cx="632400" cy="632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6"/>
          <p:cNvSpPr/>
          <p:nvPr/>
        </p:nvSpPr>
        <p:spPr>
          <a:xfrm flipH="1">
            <a:off x="7209278" y="1611858"/>
            <a:ext cx="632400" cy="632400"/>
          </a:xfrm>
          <a:prstGeom prst="pie">
            <a:avLst>
              <a:gd fmla="val 9236606"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46"/>
          <p:cNvGrpSpPr/>
          <p:nvPr/>
        </p:nvGrpSpPr>
        <p:grpSpPr>
          <a:xfrm>
            <a:off x="6561263" y="2501038"/>
            <a:ext cx="1869613" cy="1037965"/>
            <a:chOff x="5964963" y="2698100"/>
            <a:chExt cx="1869613" cy="1037965"/>
          </a:xfrm>
        </p:grpSpPr>
        <p:sp>
          <p:nvSpPr>
            <p:cNvPr id="1700" name="Google Shape;1700;p46"/>
            <p:cNvSpPr txBox="1"/>
            <p:nvPr/>
          </p:nvSpPr>
          <p:spPr>
            <a:xfrm>
              <a:off x="5964963" y="2698100"/>
              <a:ext cx="1869600" cy="360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9C786B"/>
                  </a:solidFill>
                  <a:latin typeface="Bellefair"/>
                  <a:ea typeface="Bellefair"/>
                  <a:cs typeface="Bellefair"/>
                  <a:sym typeface="Bellefair"/>
                </a:rPr>
                <a:t>Saturn</a:t>
              </a:r>
              <a:endParaRPr sz="2400">
                <a:solidFill>
                  <a:srgbClr val="9C786B"/>
                </a:solidFill>
                <a:latin typeface="Bellefair"/>
                <a:ea typeface="Bellefair"/>
                <a:cs typeface="Bellefair"/>
                <a:sym typeface="Bellefair"/>
              </a:endParaRPr>
            </a:p>
          </p:txBody>
        </p:sp>
        <p:sp>
          <p:nvSpPr>
            <p:cNvPr id="1701" name="Google Shape;1701;p46"/>
            <p:cNvSpPr txBox="1"/>
            <p:nvPr/>
          </p:nvSpPr>
          <p:spPr>
            <a:xfrm>
              <a:off x="5964975" y="3122265"/>
              <a:ext cx="1869600" cy="613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solidFill>
                    <a:srgbClr val="9C786B"/>
                  </a:solidFill>
                  <a:latin typeface="Bellota Text"/>
                  <a:ea typeface="Bellota Text"/>
                  <a:cs typeface="Bellota Text"/>
                  <a:sym typeface="Bellota Text"/>
                </a:rPr>
                <a:t>Saturn is a gas giant and has several rings</a:t>
              </a:r>
              <a:endParaRPr>
                <a:solidFill>
                  <a:srgbClr val="9C786B"/>
                </a:solidFill>
                <a:latin typeface="Bellota Text"/>
                <a:ea typeface="Bellota Text"/>
                <a:cs typeface="Bellota Text"/>
                <a:sym typeface="Bellota Text"/>
              </a:endParaRPr>
            </a:p>
          </p:txBody>
        </p:sp>
      </p:grpSp>
      <p:sp>
        <p:nvSpPr>
          <p:cNvPr id="1702" name="Google Shape;1702;p46"/>
          <p:cNvSpPr txBox="1"/>
          <p:nvPr/>
        </p:nvSpPr>
        <p:spPr>
          <a:xfrm>
            <a:off x="7741483" y="1926100"/>
            <a:ext cx="689400" cy="5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Bellefair"/>
                <a:ea typeface="Bellefair"/>
                <a:cs typeface="Bellefair"/>
                <a:sym typeface="Bellefair"/>
              </a:rPr>
              <a:t>3</a:t>
            </a:r>
            <a:r>
              <a:rPr lang="en" sz="2400">
                <a:solidFill>
                  <a:schemeClr val="dk1"/>
                </a:solidFill>
                <a:latin typeface="Bellefair"/>
                <a:ea typeface="Bellefair"/>
                <a:cs typeface="Bellefair"/>
                <a:sym typeface="Bellefair"/>
              </a:rPr>
              <a:t>0%</a:t>
            </a:r>
            <a:endParaRPr sz="2400">
              <a:solidFill>
                <a:schemeClr val="dk1"/>
              </a:solidFill>
              <a:latin typeface="Bellefair"/>
              <a:ea typeface="Bellefair"/>
              <a:cs typeface="Bellefair"/>
              <a:sym typeface="Bellefair"/>
            </a:endParaRPr>
          </a:p>
        </p:txBody>
      </p:sp>
      <p:cxnSp>
        <p:nvCxnSpPr>
          <p:cNvPr id="1703" name="Google Shape;1703;p46"/>
          <p:cNvCxnSpPr>
            <a:stCxn id="1650" idx="1"/>
            <a:endCxn id="1690" idx="2"/>
          </p:cNvCxnSpPr>
          <p:nvPr/>
        </p:nvCxnSpPr>
        <p:spPr>
          <a:xfrm rot="10800000">
            <a:off x="1647900" y="3539021"/>
            <a:ext cx="1707600" cy="770700"/>
          </a:xfrm>
          <a:prstGeom prst="bentConnector2">
            <a:avLst/>
          </a:prstGeom>
          <a:noFill/>
          <a:ln cap="flat" cmpd="sng" w="19050">
            <a:solidFill>
              <a:schemeClr val="dk1"/>
            </a:solidFill>
            <a:prstDash val="solid"/>
            <a:round/>
            <a:headEnd len="med" w="med" type="none"/>
            <a:tailEnd len="med" w="med" type="oval"/>
          </a:ln>
        </p:spPr>
      </p:cxnSp>
      <p:cxnSp>
        <p:nvCxnSpPr>
          <p:cNvPr id="1704" name="Google Shape;1704;p46"/>
          <p:cNvCxnSpPr>
            <a:stCxn id="1650" idx="3"/>
            <a:endCxn id="1701" idx="2"/>
          </p:cNvCxnSpPr>
          <p:nvPr/>
        </p:nvCxnSpPr>
        <p:spPr>
          <a:xfrm flipH="1" rot="10800000">
            <a:off x="5788500" y="3539021"/>
            <a:ext cx="1707600" cy="770700"/>
          </a:xfrm>
          <a:prstGeom prst="bentConnector2">
            <a:avLst/>
          </a:prstGeom>
          <a:noFill/>
          <a:ln cap="flat" cmpd="sng" w="19050">
            <a:solidFill>
              <a:schemeClr val="dk1"/>
            </a:solidFill>
            <a:prstDash val="solid"/>
            <a:round/>
            <a:headEnd len="med" w="med" type="none"/>
            <a:tailEnd len="med" w="med" type="oval"/>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p47"/>
          <p:cNvSpPr txBox="1"/>
          <p:nvPr>
            <p:ph type="title"/>
          </p:nvPr>
        </p:nvSpPr>
        <p:spPr>
          <a:xfrm>
            <a:off x="715100" y="539500"/>
            <a:ext cx="7715700" cy="667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Vintage torn paper aesthetic agency</a:t>
            </a:r>
            <a:endParaRPr/>
          </a:p>
        </p:txBody>
      </p:sp>
      <p:graphicFrame>
        <p:nvGraphicFramePr>
          <p:cNvPr id="1710" name="Google Shape;1710;p47"/>
          <p:cNvGraphicFramePr/>
          <p:nvPr/>
        </p:nvGraphicFramePr>
        <p:xfrm>
          <a:off x="713900" y="1479525"/>
          <a:ext cx="3000000" cy="3000000"/>
        </p:xfrm>
        <a:graphic>
          <a:graphicData uri="http://schemas.openxmlformats.org/drawingml/2006/table">
            <a:tbl>
              <a:tblPr>
                <a:noFill/>
                <a:tableStyleId>{A07CC36E-2856-4431-A14F-A24156B9966F}</a:tableStyleId>
              </a:tblPr>
              <a:tblGrid>
                <a:gridCol w="1928925"/>
                <a:gridCol w="1928925"/>
                <a:gridCol w="1928925"/>
                <a:gridCol w="1928925"/>
              </a:tblGrid>
              <a:tr h="647775">
                <a:tc rowSpan="3">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gridSpan="3">
                  <a:txBody>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Marketing team profile</a:t>
                      </a:r>
                      <a:endParaRPr sz="2400">
                        <a:solidFill>
                          <a:schemeClr val="accent4"/>
                        </a:solidFill>
                        <a:latin typeface="Bellefair"/>
                        <a:ea typeface="Bellefair"/>
                        <a:cs typeface="Bellefair"/>
                        <a:sym typeface="Bellefair"/>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solidFill>
                      <a:schemeClr val="lt2"/>
                    </a:solidFill>
                  </a:tcPr>
                </a:tc>
                <a:tc hMerge="1"/>
                <a:tc hMerge="1"/>
              </a:tr>
              <a:tr h="649725">
                <a:tc vMerge="1"/>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Job position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Clients</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Hits accumulated</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649725">
                <a:tc vMerge="1"/>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Marketing </a:t>
                      </a:r>
                      <a:endParaRPr>
                        <a:solidFill>
                          <a:schemeClr val="dk1"/>
                        </a:solidFill>
                        <a:latin typeface="Bellota Text"/>
                        <a:ea typeface="Bellota Text"/>
                        <a:cs typeface="Bellota Text"/>
                        <a:sym typeface="Bellota Text"/>
                      </a:endParaRPr>
                    </a:p>
                    <a:p>
                      <a:pPr indent="0" lvl="0" marL="0" rtl="0" algn="ctr">
                        <a:spcBef>
                          <a:spcPts val="0"/>
                        </a:spcBef>
                        <a:spcAft>
                          <a:spcPts val="0"/>
                        </a:spcAft>
                        <a:buNone/>
                      </a:pPr>
                      <a:r>
                        <a:rPr lang="en">
                          <a:solidFill>
                            <a:schemeClr val="dk1"/>
                          </a:solidFill>
                          <a:latin typeface="Bellota Text"/>
                          <a:ea typeface="Bellota Text"/>
                          <a:cs typeface="Bellota Text"/>
                          <a:sym typeface="Bellota Text"/>
                        </a:rPr>
                        <a:t>manager</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Works with premium customers</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500k accumulated impressions</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r h="649725">
                <a:tc>
                  <a:txBody>
                    <a:bodyPr/>
                    <a:lstStyle/>
                    <a:p>
                      <a:pPr indent="0" lvl="0" marL="0" rtl="0" algn="ctr">
                        <a:spcBef>
                          <a:spcPts val="0"/>
                        </a:spcBef>
                        <a:spcAft>
                          <a:spcPts val="0"/>
                        </a:spcAft>
                        <a:buNone/>
                      </a:pPr>
                      <a:r>
                        <a:rPr lang="en" sz="2400">
                          <a:solidFill>
                            <a:schemeClr val="accent4"/>
                          </a:solidFill>
                          <a:latin typeface="Bellefair"/>
                          <a:ea typeface="Bellefair"/>
                          <a:cs typeface="Bellefair"/>
                          <a:sym typeface="Bellefair"/>
                        </a:rPr>
                        <a:t>Sara James</a:t>
                      </a:r>
                      <a:endParaRPr sz="2400">
                        <a:solidFill>
                          <a:schemeClr val="accent4"/>
                        </a:solidFill>
                        <a:latin typeface="Bellefair"/>
                        <a:ea typeface="Bellefair"/>
                        <a:cs typeface="Bellefair"/>
                        <a:sym typeface="Bellefair"/>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Jupiter is the biggest planet of them all</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Saturn is a gas giant and has several rings</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Bellota Text"/>
                          <a:ea typeface="Bellota Text"/>
                          <a:cs typeface="Bellota Text"/>
                          <a:sym typeface="Bellota Text"/>
                        </a:rPr>
                        <a:t>Venus is the second planet from the Sun</a:t>
                      </a:r>
                      <a:endParaRPr>
                        <a:solidFill>
                          <a:schemeClr val="dk1"/>
                        </a:solidFill>
                        <a:latin typeface="Bellota Text"/>
                        <a:ea typeface="Bellota Text"/>
                        <a:cs typeface="Bellota Text"/>
                        <a:sym typeface="Bellota Text"/>
                      </a:endParaRPr>
                    </a:p>
                  </a:txBody>
                  <a:tcPr marT="91425" marB="91425" marR="91425" marL="91425" anchor="ctr">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solidFill>
                      <a:prstDash val="dash"/>
                      <a:round/>
                      <a:headEnd len="sm" w="sm" type="none"/>
                      <a:tailEnd len="sm" w="sm" type="none"/>
                    </a:lnT>
                    <a:lnB cap="flat" cmpd="sng" w="9525">
                      <a:solidFill>
                        <a:schemeClr val="lt2"/>
                      </a:solidFill>
                      <a:prstDash val="dash"/>
                      <a:round/>
                      <a:headEnd len="sm" w="sm" type="none"/>
                      <a:tailEnd len="sm" w="sm" type="none"/>
                    </a:lnB>
                  </a:tcPr>
                </a:tc>
              </a:tr>
            </a:tbl>
          </a:graphicData>
        </a:graphic>
      </p:graphicFrame>
      <p:pic>
        <p:nvPicPr>
          <p:cNvPr id="1711" name="Google Shape;1711;p47"/>
          <p:cNvPicPr preferRelativeResize="0"/>
          <p:nvPr/>
        </p:nvPicPr>
        <p:blipFill rotWithShape="1">
          <a:blip r:embed="rId3">
            <a:alphaModFix/>
          </a:blip>
          <a:srcRect b="6349" l="13029" r="34793" t="9"/>
          <a:stretch/>
        </p:blipFill>
        <p:spPr>
          <a:xfrm>
            <a:off x="715100" y="1479525"/>
            <a:ext cx="1927723" cy="194599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15" name="Shape 1715"/>
        <p:cNvGrpSpPr/>
        <p:nvPr/>
      </p:nvGrpSpPr>
      <p:grpSpPr>
        <a:xfrm>
          <a:off x="0" y="0"/>
          <a:ext cx="0" cy="0"/>
          <a:chOff x="0" y="0"/>
          <a:chExt cx="0" cy="0"/>
        </a:xfrm>
      </p:grpSpPr>
      <p:sp>
        <p:nvSpPr>
          <p:cNvPr id="1716" name="Google Shape;1716;p48"/>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a:t>
            </a:r>
            <a:endParaRPr sz="2400">
              <a:solidFill>
                <a:srgbClr val="FFFFFF"/>
              </a:solidFill>
            </a:endParaRPr>
          </a:p>
        </p:txBody>
      </p:sp>
      <p:sp>
        <p:nvSpPr>
          <p:cNvPr id="1717" name="Google Shape;1717;p48"/>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3">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4">
                  <a:extLst>
                    <a:ext uri="{A12FA001-AC4F-418D-AE19-62706E023703}">
                      <ahyp:hlinkClr val="tx"/>
                    </a:ext>
                  </a:extLst>
                </a:hlinkClick>
              </a:rPr>
              <a:t>https://slidesgo.com/slidesgo-school</a:t>
            </a:r>
            <a:endParaRPr sz="1000" u="sng">
              <a:solidFill>
                <a:srgbClr val="869FB2"/>
              </a:solidFill>
            </a:endParaRPr>
          </a:p>
        </p:txBody>
      </p:sp>
      <p:sp>
        <p:nvSpPr>
          <p:cNvPr id="1718" name="Google Shape;1718;p48"/>
          <p:cNvSpPr txBox="1"/>
          <p:nvPr/>
        </p:nvSpPr>
        <p:spPr>
          <a:xfrm>
            <a:off x="1048350" y="902900"/>
            <a:ext cx="7047300" cy="26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rgbClr val="000000"/>
              </a:buClr>
              <a:buSzPts val="1100"/>
              <a:buFont typeface="Arial"/>
              <a:buNone/>
            </a:pPr>
            <a:r>
              <a:rPr lang="en" sz="1000">
                <a:solidFill>
                  <a:srgbClr val="FFFFFF"/>
                </a:solidFill>
              </a:rPr>
              <a:t>If you have a free account, in order to use this template, you must credit </a:t>
            </a:r>
            <a:r>
              <a:rPr b="1" lang="en" sz="1000" u="sng">
                <a:solidFill>
                  <a:srgbClr val="869FB2"/>
                </a:solidFill>
                <a:hlinkClick r:id="rId5">
                  <a:extLst>
                    <a:ext uri="{A12FA001-AC4F-418D-AE19-62706E023703}">
                      <ahyp:hlinkClr val="tx"/>
                    </a:ext>
                  </a:extLst>
                </a:hlinkClick>
              </a:rPr>
              <a:t>Slidesgo</a:t>
            </a:r>
            <a:r>
              <a:rPr lang="en" sz="1000">
                <a:solidFill>
                  <a:srgbClr val="435D74"/>
                </a:solidFill>
              </a:rPr>
              <a:t> </a:t>
            </a:r>
            <a:r>
              <a:rPr lang="en" sz="1000">
                <a:solidFill>
                  <a:srgbClr val="FFFFFF"/>
                </a:solidFill>
              </a:rPr>
              <a:t>in your final presentation. Please refer to the next slide to read the instructions for premium users.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As a Free user, you are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Modify this template.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Use it for both personal and commercial projects.</a:t>
            </a:r>
            <a:endParaRPr sz="1000">
              <a:solidFill>
                <a:srgbClr val="FFFFFF"/>
              </a:solidFill>
            </a:endParaRPr>
          </a:p>
          <a:p>
            <a:pPr indent="0" lvl="0" marL="0" rtl="0" algn="l">
              <a:lnSpc>
                <a:spcPct val="115000"/>
              </a:lnSpc>
              <a:spcBef>
                <a:spcPts val="1400"/>
              </a:spcBef>
              <a:spcAft>
                <a:spcPts val="0"/>
              </a:spcAft>
              <a:buClr>
                <a:srgbClr val="000000"/>
              </a:buClr>
              <a:buSzPts val="1100"/>
              <a:buFont typeface="Arial"/>
              <a:buNone/>
            </a:pPr>
            <a:r>
              <a:rPr b="1" lang="en" sz="1000">
                <a:solidFill>
                  <a:srgbClr val="869FB2"/>
                </a:solidFill>
              </a:rPr>
              <a:t>You are not allowed to:</a:t>
            </a:r>
            <a:endParaRPr b="1" sz="1000">
              <a:solidFill>
                <a:srgbClr val="869FB2"/>
              </a:solidFill>
            </a:endParaRPr>
          </a:p>
          <a:p>
            <a:pPr indent="0" lvl="0" marL="0" rtl="0" algn="l">
              <a:lnSpc>
                <a:spcPct val="115000"/>
              </a:lnSpc>
              <a:spcBef>
                <a:spcPts val="400"/>
              </a:spcBef>
              <a:spcAft>
                <a:spcPts val="0"/>
              </a:spcAft>
              <a:buClr>
                <a:srgbClr val="000000"/>
              </a:buClr>
              <a:buSzPts val="1100"/>
              <a:buFont typeface="Arial"/>
              <a:buNone/>
            </a:pPr>
            <a:r>
              <a:rPr lang="en" sz="1000">
                <a:solidFill>
                  <a:srgbClr val="FFFFFF"/>
                </a:solidFill>
              </a:rPr>
              <a:t>- Sublicense, sell or rent any of Slidesgo Content (or a modified version of Slidesgo Content).</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Distribute Slidesgo Content unless it has been expressly authorized by Slidesgo.</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Include Slidesgo Content in an online or offline database or file.</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Offer Slidesgo templates (or modified versions of Slidesgo templates) for download.</a:t>
            </a:r>
            <a:endParaRPr sz="1000">
              <a:solidFill>
                <a:srgbClr val="FFFFFF"/>
              </a:solidFill>
            </a:endParaRPr>
          </a:p>
          <a:p>
            <a:pPr indent="0" lvl="0" marL="0" rtl="0" algn="l">
              <a:lnSpc>
                <a:spcPct val="115000"/>
              </a:lnSpc>
              <a:spcBef>
                <a:spcPts val="0"/>
              </a:spcBef>
              <a:spcAft>
                <a:spcPts val="0"/>
              </a:spcAft>
              <a:buClr>
                <a:srgbClr val="000000"/>
              </a:buClr>
              <a:buSzPts val="1100"/>
              <a:buFont typeface="Arial"/>
              <a:buNone/>
            </a:pPr>
            <a:r>
              <a:rPr lang="en" sz="1000">
                <a:solidFill>
                  <a:srgbClr val="FFFFFF"/>
                </a:solidFill>
              </a:rPr>
              <a:t>- Acquire the copyright of Slidesgo Content.</a:t>
            </a:r>
            <a:endParaRPr sz="1000">
              <a:solidFill>
                <a:srgbClr val="FFFF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22" name="Shape 1722"/>
        <p:cNvGrpSpPr/>
        <p:nvPr/>
      </p:nvGrpSpPr>
      <p:grpSpPr>
        <a:xfrm>
          <a:off x="0" y="0"/>
          <a:ext cx="0" cy="0"/>
          <a:chOff x="0" y="0"/>
          <a:chExt cx="0" cy="0"/>
        </a:xfrm>
      </p:grpSpPr>
      <p:sp>
        <p:nvSpPr>
          <p:cNvPr id="1723" name="Google Shape;1723;p49"/>
          <p:cNvSpPr txBox="1"/>
          <p:nvPr/>
        </p:nvSpPr>
        <p:spPr>
          <a:xfrm>
            <a:off x="1048350" y="323850"/>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Instructions for use (premium users)</a:t>
            </a:r>
            <a:endParaRPr sz="2400">
              <a:solidFill>
                <a:srgbClr val="FFFFFF"/>
              </a:solidFill>
            </a:endParaRPr>
          </a:p>
        </p:txBody>
      </p:sp>
      <p:sp>
        <p:nvSpPr>
          <p:cNvPr id="1724" name="Google Shape;1724;p49"/>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b="1" lang="en" sz="1000" u="sng">
                <a:solidFill>
                  <a:schemeClr val="hlink"/>
                </a:solidFill>
              </a:rPr>
              <a:t>S</a:t>
            </a:r>
            <a:r>
              <a:rPr b="1" lang="en" sz="1000" u="sng">
                <a:solidFill>
                  <a:schemeClr val="hlink"/>
                </a:solidFill>
                <a:hlinkClick r:id="rId3"/>
              </a:rPr>
              <a:t>lidesgo</a:t>
            </a:r>
            <a:r>
              <a:rPr lang="en" sz="900">
                <a:solidFill>
                  <a:schemeClr val="lt1"/>
                </a:solidFill>
              </a:rPr>
              <a:t>.</a:t>
            </a:r>
            <a:endParaRPr sz="900">
              <a:solidFill>
                <a:schemeClr val="lt1"/>
              </a:solidFill>
            </a:endParaRPr>
          </a:p>
          <a:p>
            <a:pPr indent="0" lvl="0" marL="0" rtl="0" algn="l">
              <a:lnSpc>
                <a:spcPct val="115000"/>
              </a:lnSpc>
              <a:spcBef>
                <a:spcPts val="1400"/>
              </a:spcBef>
              <a:spcAft>
                <a:spcPts val="0"/>
              </a:spcAft>
              <a:buClr>
                <a:schemeClr val="dk1"/>
              </a:buClr>
              <a:buSzPts val="1100"/>
              <a:buFont typeface="Arial"/>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725" name="Google Shape;1725;p49"/>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729" name="Shape 1729"/>
        <p:cNvGrpSpPr/>
        <p:nvPr/>
      </p:nvGrpSpPr>
      <p:grpSpPr>
        <a:xfrm>
          <a:off x="0" y="0"/>
          <a:ext cx="0" cy="0"/>
          <a:chOff x="0" y="0"/>
          <a:chExt cx="0" cy="0"/>
        </a:xfrm>
      </p:grpSpPr>
      <p:sp>
        <p:nvSpPr>
          <p:cNvPr id="1730" name="Google Shape;1730;p50"/>
          <p:cNvSpPr txBox="1"/>
          <p:nvPr>
            <p:ph idx="4294967295" type="title"/>
          </p:nvPr>
        </p:nvSpPr>
        <p:spPr>
          <a:xfrm>
            <a:off x="1048350" y="32004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latin typeface="Arial"/>
                <a:ea typeface="Arial"/>
                <a:cs typeface="Arial"/>
                <a:sym typeface="Arial"/>
              </a:rPr>
              <a:t>Infographics</a:t>
            </a:r>
            <a:endParaRPr>
              <a:solidFill>
                <a:srgbClr val="FFFFFF"/>
              </a:solidFill>
              <a:latin typeface="Arial"/>
              <a:ea typeface="Arial"/>
              <a:cs typeface="Arial"/>
              <a:sym typeface="Arial"/>
            </a:endParaRPr>
          </a:p>
        </p:txBody>
      </p:sp>
      <p:sp>
        <p:nvSpPr>
          <p:cNvPr id="1731" name="Google Shape;1731;p50"/>
          <p:cNvSpPr txBox="1"/>
          <p:nvPr>
            <p:ph idx="4294967295" type="body"/>
          </p:nvPr>
        </p:nvSpPr>
        <p:spPr>
          <a:xfrm>
            <a:off x="943675" y="1084204"/>
            <a:ext cx="7079400" cy="3183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None/>
            </a:pPr>
            <a:r>
              <a:rPr lang="en">
                <a:solidFill>
                  <a:schemeClr val="lt1"/>
                </a:solidFill>
                <a:latin typeface="Arial"/>
                <a:ea typeface="Arial"/>
                <a:cs typeface="Arial"/>
                <a:sym typeface="Arial"/>
              </a:rPr>
              <a:t>You can add and edit some </a:t>
            </a:r>
            <a:r>
              <a:rPr b="1" lang="en">
                <a:solidFill>
                  <a:srgbClr val="869FB2"/>
                </a:solidFill>
                <a:uFill>
                  <a:noFill/>
                </a:uFill>
                <a:latin typeface="Arial"/>
                <a:ea typeface="Arial"/>
                <a:cs typeface="Arial"/>
                <a:sym typeface="Arial"/>
                <a:hlinkClick r:id="rId3">
                  <a:extLst>
                    <a:ext uri="{A12FA001-AC4F-418D-AE19-62706E023703}">
                      <ahyp:hlinkClr val="tx"/>
                    </a:ext>
                  </a:extLst>
                </a:hlinkClick>
              </a:rPr>
              <a:t>i</a:t>
            </a:r>
            <a:r>
              <a:rPr b="1" lang="en">
                <a:solidFill>
                  <a:srgbClr val="869FB2"/>
                </a:solidFill>
                <a:uFill>
                  <a:noFill/>
                </a:uFill>
                <a:latin typeface="Arial"/>
                <a:ea typeface="Arial"/>
                <a:cs typeface="Arial"/>
                <a:sym typeface="Arial"/>
                <a:hlinkClick r:id="rId4">
                  <a:extLst>
                    <a:ext uri="{A12FA001-AC4F-418D-AE19-62706E023703}">
                      <ahyp:hlinkClr val="tx"/>
                    </a:ext>
                  </a:extLst>
                </a:hlinkClick>
              </a:rPr>
              <a:t>nfographics</a:t>
            </a:r>
            <a:r>
              <a:rPr lang="en">
                <a:solidFill>
                  <a:schemeClr val="lt1"/>
                </a:solidFill>
                <a:latin typeface="Arial"/>
                <a:ea typeface="Arial"/>
                <a:cs typeface="Arial"/>
                <a:sym typeface="Arial"/>
              </a:rPr>
              <a:t> </a:t>
            </a:r>
            <a:r>
              <a:rPr lang="en">
                <a:solidFill>
                  <a:schemeClr val="lt1"/>
                </a:solidFill>
                <a:latin typeface="Arial"/>
                <a:ea typeface="Arial"/>
                <a:cs typeface="Arial"/>
                <a:sym typeface="Arial"/>
              </a:rPr>
              <a:t>to your presentation to present your data in a visual way.</a:t>
            </a:r>
            <a:endParaRPr>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a:solidFill>
                <a:srgbClr val="869FB2"/>
              </a:solidFill>
              <a:latin typeface="Arial"/>
              <a:ea typeface="Arial"/>
              <a:cs typeface="Arial"/>
              <a:sym typeface="Arial"/>
            </a:endParaRPr>
          </a:p>
        </p:txBody>
      </p:sp>
      <p:sp>
        <p:nvSpPr>
          <p:cNvPr id="1732" name="Google Shape;1732;p50"/>
          <p:cNvSpPr txBox="1"/>
          <p:nvPr/>
        </p:nvSpPr>
        <p:spPr>
          <a:xfrm>
            <a:off x="943675" y="1487934"/>
            <a:ext cx="5571300" cy="2931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FFFFFF"/>
              </a:buClr>
              <a:buSzPts val="1100"/>
              <a:buChar char="●"/>
            </a:pPr>
            <a:r>
              <a:rPr lang="en" sz="1100">
                <a:solidFill>
                  <a:srgbClr val="FFFFFF"/>
                </a:solidFill>
              </a:rPr>
              <a:t>Choose your favourite infographic and insert it in your presentation using Ctrl C + Ctrl V or Cmd C + Cmd V in Mac.</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Select one of the parts and </a:t>
            </a:r>
            <a:r>
              <a:rPr b="1" lang="en" sz="1100">
                <a:solidFill>
                  <a:srgbClr val="869FB2"/>
                </a:solidFill>
              </a:rPr>
              <a:t>ungroup</a:t>
            </a:r>
            <a:r>
              <a:rPr lang="en" sz="1100">
                <a:solidFill>
                  <a:srgbClr val="FFFFFF"/>
                </a:solidFill>
              </a:rPr>
              <a:t> it by right-clicking and choosing “Ungroup”.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Change the color</a:t>
            </a:r>
            <a:r>
              <a:rPr lang="en" sz="1100">
                <a:solidFill>
                  <a:srgbClr val="FFFFFF"/>
                </a:solidFill>
              </a:rPr>
              <a:t> by clicking on the paint bucket. </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Then </a:t>
            </a:r>
            <a:r>
              <a:rPr b="1" lang="en" sz="1100">
                <a:solidFill>
                  <a:srgbClr val="869FB2"/>
                </a:solidFill>
              </a:rPr>
              <a:t>resize</a:t>
            </a:r>
            <a:r>
              <a:rPr lang="en" sz="1100">
                <a:solidFill>
                  <a:srgbClr val="FFFFFF"/>
                </a:solidFill>
              </a:rPr>
              <a:t> the element by clicking and dragging one of the square-shaped points of its bounding box (the cursor should look like a double-headed arrow). Remember to hold Shift while dragging to keep the proportions.</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b="1" lang="en" sz="1100">
                <a:solidFill>
                  <a:srgbClr val="869FB2"/>
                </a:solidFill>
              </a:rPr>
              <a:t>Group</a:t>
            </a:r>
            <a:r>
              <a:rPr lang="en" sz="1100">
                <a:solidFill>
                  <a:srgbClr val="FFFFFF"/>
                </a:solidFill>
              </a:rPr>
              <a:t> the elements again by selecting them, right-clicking and choosing “Group”.</a:t>
            </a:r>
            <a:endParaRPr sz="1100">
              <a:solidFill>
                <a:srgbClr val="FFFFFF"/>
              </a:solidFill>
            </a:endParaRPr>
          </a:p>
          <a:p>
            <a:pPr indent="-298450" lvl="0" marL="457200" rtl="0" algn="l">
              <a:lnSpc>
                <a:spcPct val="115000"/>
              </a:lnSpc>
              <a:spcBef>
                <a:spcPts val="0"/>
              </a:spcBef>
              <a:spcAft>
                <a:spcPts val="0"/>
              </a:spcAft>
              <a:buClr>
                <a:srgbClr val="FFFFFF"/>
              </a:buClr>
              <a:buSzPts val="1100"/>
              <a:buChar char="●"/>
            </a:pPr>
            <a:r>
              <a:rPr lang="en" sz="1100">
                <a:solidFill>
                  <a:srgbClr val="FFFFFF"/>
                </a:solidFill>
              </a:rPr>
              <a:t>Repeat the steps above with the other parts and when you’re done editing, copy the end result and paste it into your presentation.</a:t>
            </a:r>
            <a:endParaRPr sz="1100">
              <a:solidFill>
                <a:srgbClr val="FFFFFF"/>
              </a:solidFill>
            </a:endParaRPr>
          </a:p>
          <a:p>
            <a:pPr indent="-298450" lvl="0" marL="457200" rtl="0" algn="l">
              <a:lnSpc>
                <a:spcPct val="115000"/>
              </a:lnSpc>
              <a:spcBef>
                <a:spcPts val="0"/>
              </a:spcBef>
              <a:spcAft>
                <a:spcPts val="0"/>
              </a:spcAft>
              <a:buClr>
                <a:srgbClr val="FFFFFF"/>
              </a:buClr>
              <a:buSzPts val="1100"/>
              <a:buFont typeface="Proxima Nova"/>
              <a:buChar char="●"/>
            </a:pPr>
            <a:r>
              <a:rPr lang="en" sz="1100">
                <a:solidFill>
                  <a:srgbClr val="FFFFFF"/>
                </a:solidFill>
              </a:rPr>
              <a:t>Remember to choose the</a:t>
            </a:r>
            <a:r>
              <a:rPr lang="en" sz="1100">
                <a:solidFill>
                  <a:srgbClr val="78909C"/>
                </a:solidFill>
              </a:rPr>
              <a:t> </a:t>
            </a:r>
            <a:r>
              <a:rPr lang="en" sz="1100">
                <a:solidFill>
                  <a:srgbClr val="869FB2"/>
                </a:solidFill>
              </a:rPr>
              <a:t>“</a:t>
            </a:r>
            <a:r>
              <a:rPr b="1" lang="en" sz="1100">
                <a:solidFill>
                  <a:srgbClr val="869FB2"/>
                </a:solidFill>
              </a:rPr>
              <a:t>Keep source formatting</a:t>
            </a:r>
            <a:r>
              <a:rPr lang="en" sz="1100">
                <a:solidFill>
                  <a:srgbClr val="869FB2"/>
                </a:solidFill>
              </a:rPr>
              <a:t>”</a:t>
            </a:r>
            <a:r>
              <a:rPr lang="en" sz="1100">
                <a:solidFill>
                  <a:srgbClr val="FFFFFF"/>
                </a:solidFill>
              </a:rPr>
              <a:t> option so that it keeps the design. For more info, please visit </a:t>
            </a:r>
            <a:r>
              <a:rPr b="1" lang="en" sz="1100">
                <a:solidFill>
                  <a:srgbClr val="869FB2"/>
                </a:solidFill>
                <a:uFill>
                  <a:noFill/>
                </a:uFill>
                <a:hlinkClick r:id="rId5">
                  <a:extLst>
                    <a:ext uri="{A12FA001-AC4F-418D-AE19-62706E023703}">
                      <ahyp:hlinkClr val="tx"/>
                    </a:ext>
                  </a:extLst>
                </a:hlinkClick>
              </a:rPr>
              <a:t>Slidesgo School</a:t>
            </a:r>
            <a:r>
              <a:rPr lang="en" sz="1100">
                <a:solidFill>
                  <a:srgbClr val="FFFFFF"/>
                </a:solidFill>
              </a:rPr>
              <a:t>.</a:t>
            </a:r>
            <a:endParaRPr sz="1100"/>
          </a:p>
        </p:txBody>
      </p:sp>
      <p:grpSp>
        <p:nvGrpSpPr>
          <p:cNvPr id="1733" name="Google Shape;1733;p50"/>
          <p:cNvGrpSpPr/>
          <p:nvPr/>
        </p:nvGrpSpPr>
        <p:grpSpPr>
          <a:xfrm>
            <a:off x="6874322" y="1571957"/>
            <a:ext cx="1446116" cy="2863897"/>
            <a:chOff x="6529419" y="1724307"/>
            <a:chExt cx="1480463" cy="2931917"/>
          </a:xfrm>
        </p:grpSpPr>
        <p:grpSp>
          <p:nvGrpSpPr>
            <p:cNvPr id="1734" name="Google Shape;1734;p50"/>
            <p:cNvGrpSpPr/>
            <p:nvPr/>
          </p:nvGrpSpPr>
          <p:grpSpPr>
            <a:xfrm>
              <a:off x="6556827" y="1724307"/>
              <a:ext cx="956596" cy="944294"/>
              <a:chOff x="3800349" y="1238762"/>
              <a:chExt cx="1098904" cy="1084772"/>
            </a:xfrm>
          </p:grpSpPr>
          <p:grpSp>
            <p:nvGrpSpPr>
              <p:cNvPr id="1735" name="Google Shape;1735;p50"/>
              <p:cNvGrpSpPr/>
              <p:nvPr/>
            </p:nvGrpSpPr>
            <p:grpSpPr>
              <a:xfrm>
                <a:off x="3800349" y="1238762"/>
                <a:ext cx="1098904" cy="1084772"/>
                <a:chOff x="3800349" y="1238762"/>
                <a:chExt cx="1098904" cy="1084772"/>
              </a:xfrm>
            </p:grpSpPr>
            <p:sp>
              <p:nvSpPr>
                <p:cNvPr id="1736" name="Google Shape;1736;p50"/>
                <p:cNvSpPr/>
                <p:nvPr/>
              </p:nvSpPr>
              <p:spPr>
                <a:xfrm>
                  <a:off x="3800349" y="1238762"/>
                  <a:ext cx="1098904" cy="1084772"/>
                </a:xfrm>
                <a:custGeom>
                  <a:rect b="b" l="l" r="r" t="t"/>
                  <a:pathLst>
                    <a:path extrusionOk="0" h="45133" w="45721">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50"/>
                <p:cNvSpPr/>
                <p:nvPr/>
              </p:nvSpPr>
              <p:spPr>
                <a:xfrm>
                  <a:off x="3884758" y="1311226"/>
                  <a:ext cx="287338" cy="287050"/>
                </a:xfrm>
                <a:custGeom>
                  <a:rect b="b" l="l" r="r" t="t"/>
                  <a:pathLst>
                    <a:path extrusionOk="0" h="11943" w="11955">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8" name="Google Shape;1738;p50"/>
              <p:cNvSpPr/>
              <p:nvPr/>
            </p:nvSpPr>
            <p:spPr>
              <a:xfrm>
                <a:off x="4162525" y="1593650"/>
                <a:ext cx="374561" cy="374975"/>
              </a:xfrm>
              <a:custGeom>
                <a:rect b="b" l="l" r="r" t="t"/>
                <a:pathLst>
                  <a:path extrusionOk="0" h="10872" w="1086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9" name="Google Shape;1739;p50"/>
            <p:cNvGrpSpPr/>
            <p:nvPr/>
          </p:nvGrpSpPr>
          <p:grpSpPr>
            <a:xfrm>
              <a:off x="7053286" y="2227254"/>
              <a:ext cx="956596" cy="944252"/>
              <a:chOff x="4370663" y="1816530"/>
              <a:chExt cx="1098904" cy="1084724"/>
            </a:xfrm>
          </p:grpSpPr>
          <p:grpSp>
            <p:nvGrpSpPr>
              <p:cNvPr id="1740" name="Google Shape;1740;p50"/>
              <p:cNvGrpSpPr/>
              <p:nvPr/>
            </p:nvGrpSpPr>
            <p:grpSpPr>
              <a:xfrm>
                <a:off x="4370663" y="1816530"/>
                <a:ext cx="1098904" cy="1084724"/>
                <a:chOff x="4370663" y="1816530"/>
                <a:chExt cx="1098904" cy="1084724"/>
              </a:xfrm>
            </p:grpSpPr>
            <p:sp>
              <p:nvSpPr>
                <p:cNvPr id="1741" name="Google Shape;1741;p50"/>
                <p:cNvSpPr/>
                <p:nvPr/>
              </p:nvSpPr>
              <p:spPr>
                <a:xfrm>
                  <a:off x="4370663" y="1816530"/>
                  <a:ext cx="1098904" cy="1084724"/>
                </a:xfrm>
                <a:custGeom>
                  <a:rect b="b" l="l" r="r" t="t"/>
                  <a:pathLst>
                    <a:path extrusionOk="0" h="45131" w="45721">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50"/>
                <p:cNvSpPr/>
                <p:nvPr/>
              </p:nvSpPr>
              <p:spPr>
                <a:xfrm>
                  <a:off x="5055718" y="1904160"/>
                  <a:ext cx="287338" cy="287338"/>
                </a:xfrm>
                <a:custGeom>
                  <a:rect b="b" l="l" r="r" t="t"/>
                  <a:pathLst>
                    <a:path extrusionOk="0" h="11955" w="11955">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3" name="Google Shape;1743;p50"/>
              <p:cNvGrpSpPr/>
              <p:nvPr/>
            </p:nvGrpSpPr>
            <p:grpSpPr>
              <a:xfrm>
                <a:off x="4732628" y="2171596"/>
                <a:ext cx="374986" cy="374572"/>
                <a:chOff x="3303268" y="3817349"/>
                <a:chExt cx="346056" cy="345674"/>
              </a:xfrm>
            </p:grpSpPr>
            <p:sp>
              <p:nvSpPr>
                <p:cNvPr id="1744" name="Google Shape;1744;p50"/>
                <p:cNvSpPr/>
                <p:nvPr/>
              </p:nvSpPr>
              <p:spPr>
                <a:xfrm>
                  <a:off x="3303268" y="3817349"/>
                  <a:ext cx="346056" cy="345674"/>
                </a:xfrm>
                <a:custGeom>
                  <a:rect b="b" l="l" r="r" t="t"/>
                  <a:pathLst>
                    <a:path extrusionOk="0" h="10860" w="10872">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50"/>
                <p:cNvSpPr/>
                <p:nvPr/>
              </p:nvSpPr>
              <p:spPr>
                <a:xfrm>
                  <a:off x="3368074" y="3882537"/>
                  <a:ext cx="215298" cy="215298"/>
                </a:xfrm>
                <a:custGeom>
                  <a:rect b="b" l="l" r="r" t="t"/>
                  <a:pathLst>
                    <a:path extrusionOk="0" h="6764" w="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50"/>
                <p:cNvSpPr/>
                <p:nvPr/>
              </p:nvSpPr>
              <p:spPr>
                <a:xfrm>
                  <a:off x="3418143" y="3933656"/>
                  <a:ext cx="114811" cy="112742"/>
                </a:xfrm>
                <a:custGeom>
                  <a:rect b="b" l="l" r="r" t="t"/>
                  <a:pathLst>
                    <a:path extrusionOk="0" h="3542" w="3607">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50"/>
                <p:cNvSpPr/>
                <p:nvPr/>
              </p:nvSpPr>
              <p:spPr>
                <a:xfrm>
                  <a:off x="3519298" y="3910197"/>
                  <a:ext cx="29570" cy="29220"/>
                </a:xfrm>
                <a:custGeom>
                  <a:rect b="b" l="l" r="r" t="t"/>
                  <a:pathLst>
                    <a:path extrusionOk="0" h="918" w="929">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48" name="Google Shape;1748;p50"/>
            <p:cNvGrpSpPr/>
            <p:nvPr/>
          </p:nvGrpSpPr>
          <p:grpSpPr>
            <a:xfrm>
              <a:off x="6547098" y="2715744"/>
              <a:ext cx="956596" cy="944315"/>
              <a:chOff x="3789173" y="2377690"/>
              <a:chExt cx="1098904" cy="1084796"/>
            </a:xfrm>
          </p:grpSpPr>
          <p:grpSp>
            <p:nvGrpSpPr>
              <p:cNvPr id="1749" name="Google Shape;1749;p50"/>
              <p:cNvGrpSpPr/>
              <p:nvPr/>
            </p:nvGrpSpPr>
            <p:grpSpPr>
              <a:xfrm>
                <a:off x="3789173" y="2377690"/>
                <a:ext cx="1098904" cy="1084796"/>
                <a:chOff x="3789173" y="2377690"/>
                <a:chExt cx="1098904" cy="1084796"/>
              </a:xfrm>
            </p:grpSpPr>
            <p:sp>
              <p:nvSpPr>
                <p:cNvPr id="1750" name="Google Shape;1750;p50"/>
                <p:cNvSpPr/>
                <p:nvPr/>
              </p:nvSpPr>
              <p:spPr>
                <a:xfrm>
                  <a:off x="3789173" y="2377690"/>
                  <a:ext cx="1098904" cy="1084796"/>
                </a:xfrm>
                <a:custGeom>
                  <a:rect b="b" l="l" r="r" t="t"/>
                  <a:pathLst>
                    <a:path extrusionOk="0" h="45134" w="45721">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50"/>
                <p:cNvSpPr/>
                <p:nvPr/>
              </p:nvSpPr>
              <p:spPr>
                <a:xfrm>
                  <a:off x="3885623" y="2465897"/>
                  <a:ext cx="287050" cy="287338"/>
                </a:xfrm>
                <a:custGeom>
                  <a:rect b="b" l="l" r="r" t="t"/>
                  <a:pathLst>
                    <a:path extrusionOk="0" h="11955" w="11943">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2" name="Google Shape;1752;p50"/>
              <p:cNvGrpSpPr/>
              <p:nvPr/>
            </p:nvGrpSpPr>
            <p:grpSpPr>
              <a:xfrm>
                <a:off x="4151137" y="2732796"/>
                <a:ext cx="374986" cy="374572"/>
                <a:chOff x="3752358" y="3817349"/>
                <a:chExt cx="346056" cy="345674"/>
              </a:xfrm>
            </p:grpSpPr>
            <p:sp>
              <p:nvSpPr>
                <p:cNvPr id="1753" name="Google Shape;1753;p50"/>
                <p:cNvSpPr/>
                <p:nvPr/>
              </p:nvSpPr>
              <p:spPr>
                <a:xfrm>
                  <a:off x="3752358" y="3817349"/>
                  <a:ext cx="346056" cy="345674"/>
                </a:xfrm>
                <a:custGeom>
                  <a:rect b="b" l="l" r="r" t="t"/>
                  <a:pathLst>
                    <a:path extrusionOk="0" h="10860" w="10872">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50"/>
                <p:cNvSpPr/>
                <p:nvPr/>
              </p:nvSpPr>
              <p:spPr>
                <a:xfrm>
                  <a:off x="3831933" y="3955682"/>
                  <a:ext cx="47809" cy="120540"/>
                </a:xfrm>
                <a:custGeom>
                  <a:rect b="b" l="l" r="r" t="t"/>
                  <a:pathLst>
                    <a:path extrusionOk="0" h="3787" w="1502">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50"/>
                <p:cNvSpPr/>
                <p:nvPr/>
              </p:nvSpPr>
              <p:spPr>
                <a:xfrm>
                  <a:off x="3824739" y="3890112"/>
                  <a:ext cx="55002" cy="55002"/>
                </a:xfrm>
                <a:custGeom>
                  <a:rect b="b" l="l" r="r" t="t"/>
                  <a:pathLst>
                    <a:path extrusionOk="0" h="1728" w="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0"/>
                <p:cNvSpPr/>
                <p:nvPr/>
              </p:nvSpPr>
              <p:spPr>
                <a:xfrm>
                  <a:off x="3904696" y="3955682"/>
                  <a:ext cx="128148" cy="120540"/>
                </a:xfrm>
                <a:custGeom>
                  <a:rect b="b" l="l" r="r" t="t"/>
                  <a:pathLst>
                    <a:path extrusionOk="0" h="3787" w="4026">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57" name="Google Shape;1757;p50"/>
            <p:cNvGrpSpPr/>
            <p:nvPr/>
          </p:nvGrpSpPr>
          <p:grpSpPr>
            <a:xfrm>
              <a:off x="7034853" y="3222917"/>
              <a:ext cx="956596" cy="944252"/>
              <a:chOff x="4349489" y="2960313"/>
              <a:chExt cx="1098904" cy="1084724"/>
            </a:xfrm>
          </p:grpSpPr>
          <p:grpSp>
            <p:nvGrpSpPr>
              <p:cNvPr id="1758" name="Google Shape;1758;p50"/>
              <p:cNvGrpSpPr/>
              <p:nvPr/>
            </p:nvGrpSpPr>
            <p:grpSpPr>
              <a:xfrm>
                <a:off x="4349489" y="2960313"/>
                <a:ext cx="1098904" cy="1084724"/>
                <a:chOff x="4349489" y="2960313"/>
                <a:chExt cx="1098904" cy="1084724"/>
              </a:xfrm>
            </p:grpSpPr>
            <p:sp>
              <p:nvSpPr>
                <p:cNvPr id="1759" name="Google Shape;1759;p50"/>
                <p:cNvSpPr/>
                <p:nvPr/>
              </p:nvSpPr>
              <p:spPr>
                <a:xfrm>
                  <a:off x="4349489" y="2960313"/>
                  <a:ext cx="1098904" cy="1084724"/>
                </a:xfrm>
                <a:custGeom>
                  <a:rect b="b" l="l" r="r" t="t"/>
                  <a:pathLst>
                    <a:path extrusionOk="0" h="45131" w="45721">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50"/>
                <p:cNvSpPr/>
                <p:nvPr/>
              </p:nvSpPr>
              <p:spPr>
                <a:xfrm>
                  <a:off x="5065741" y="3026769"/>
                  <a:ext cx="287338" cy="287338"/>
                </a:xfrm>
                <a:custGeom>
                  <a:rect b="b" l="l" r="r" t="t"/>
                  <a:pathLst>
                    <a:path extrusionOk="0" h="11955" w="11955">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1" name="Google Shape;1761;p50"/>
              <p:cNvGrpSpPr/>
              <p:nvPr/>
            </p:nvGrpSpPr>
            <p:grpSpPr>
              <a:xfrm>
                <a:off x="4732657" y="3315384"/>
                <a:ext cx="374952" cy="374572"/>
                <a:chOff x="4201447" y="3817349"/>
                <a:chExt cx="346024" cy="345674"/>
              </a:xfrm>
            </p:grpSpPr>
            <p:sp>
              <p:nvSpPr>
                <p:cNvPr id="1762" name="Google Shape;1762;p50"/>
                <p:cNvSpPr/>
                <p:nvPr/>
              </p:nvSpPr>
              <p:spPr>
                <a:xfrm>
                  <a:off x="4201447" y="3817349"/>
                  <a:ext cx="346024" cy="345674"/>
                </a:xfrm>
                <a:custGeom>
                  <a:rect b="b" l="l" r="r" t="t"/>
                  <a:pathLst>
                    <a:path extrusionOk="0" h="10860" w="10871">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50"/>
                <p:cNvSpPr/>
                <p:nvPr/>
              </p:nvSpPr>
              <p:spPr>
                <a:xfrm>
                  <a:off x="4271569" y="3904531"/>
                  <a:ext cx="227394" cy="185728"/>
                </a:xfrm>
                <a:custGeom>
                  <a:rect b="b" l="l" r="r" t="t"/>
                  <a:pathLst>
                    <a:path extrusionOk="0" h="5835" w="7144">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64" name="Google Shape;1764;p50"/>
            <p:cNvGrpSpPr/>
            <p:nvPr/>
          </p:nvGrpSpPr>
          <p:grpSpPr>
            <a:xfrm>
              <a:off x="6529419" y="3711909"/>
              <a:ext cx="956596" cy="944315"/>
              <a:chOff x="3768864" y="3522050"/>
              <a:chExt cx="1098904" cy="1084796"/>
            </a:xfrm>
          </p:grpSpPr>
          <p:grpSp>
            <p:nvGrpSpPr>
              <p:cNvPr id="1765" name="Google Shape;1765;p50"/>
              <p:cNvGrpSpPr/>
              <p:nvPr/>
            </p:nvGrpSpPr>
            <p:grpSpPr>
              <a:xfrm>
                <a:off x="3768864" y="3522050"/>
                <a:ext cx="1098904" cy="1084796"/>
                <a:chOff x="3768864" y="3522050"/>
                <a:chExt cx="1098904" cy="1084796"/>
              </a:xfrm>
            </p:grpSpPr>
            <p:sp>
              <p:nvSpPr>
                <p:cNvPr id="1766" name="Google Shape;1766;p50"/>
                <p:cNvSpPr/>
                <p:nvPr/>
              </p:nvSpPr>
              <p:spPr>
                <a:xfrm>
                  <a:off x="3768864" y="3522050"/>
                  <a:ext cx="1098904" cy="1084796"/>
                </a:xfrm>
                <a:custGeom>
                  <a:rect b="b" l="l" r="r" t="t"/>
                  <a:pathLst>
                    <a:path extrusionOk="0" h="45134" w="45721">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50"/>
                <p:cNvSpPr/>
                <p:nvPr/>
              </p:nvSpPr>
              <p:spPr>
                <a:xfrm>
                  <a:off x="3887041" y="3641743"/>
                  <a:ext cx="287338" cy="287026"/>
                </a:xfrm>
                <a:custGeom>
                  <a:rect b="b" l="l" r="r" t="t"/>
                  <a:pathLst>
                    <a:path extrusionOk="0" h="11942" w="11955">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8" name="Google Shape;1768;p50"/>
              <p:cNvGrpSpPr/>
              <p:nvPr/>
            </p:nvGrpSpPr>
            <p:grpSpPr>
              <a:xfrm>
                <a:off x="4139616" y="3871555"/>
                <a:ext cx="357419" cy="357005"/>
                <a:chOff x="7482229" y="3351230"/>
                <a:chExt cx="357419" cy="357005"/>
              </a:xfrm>
            </p:grpSpPr>
            <p:sp>
              <p:nvSpPr>
                <p:cNvPr id="1769" name="Google Shape;1769;p50"/>
                <p:cNvSpPr/>
                <p:nvPr/>
              </p:nvSpPr>
              <p:spPr>
                <a:xfrm>
                  <a:off x="7482229" y="3351230"/>
                  <a:ext cx="357419" cy="357005"/>
                </a:xfrm>
                <a:custGeom>
                  <a:rect b="b" l="l" r="r" t="t"/>
                  <a:pathLst>
                    <a:path extrusionOk="0" h="11216" w="11229">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50"/>
                <p:cNvSpPr/>
                <p:nvPr/>
              </p:nvSpPr>
              <p:spPr>
                <a:xfrm>
                  <a:off x="7592138" y="3605616"/>
                  <a:ext cx="137983" cy="32530"/>
                </a:xfrm>
                <a:custGeom>
                  <a:rect b="b" l="l" r="r" t="t"/>
                  <a:pathLst>
                    <a:path extrusionOk="0" h="1022" w="4335">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50"/>
                <p:cNvSpPr/>
                <p:nvPr/>
              </p:nvSpPr>
              <p:spPr>
                <a:xfrm>
                  <a:off x="7513709" y="3387962"/>
                  <a:ext cx="295987" cy="282014"/>
                </a:xfrm>
                <a:custGeom>
                  <a:rect b="b" l="l" r="r" t="t"/>
                  <a:pathLst>
                    <a:path extrusionOk="0" h="8860" w="9299">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50"/>
                <p:cNvSpPr/>
                <p:nvPr/>
              </p:nvSpPr>
              <p:spPr>
                <a:xfrm>
                  <a:off x="7580393" y="3516460"/>
                  <a:ext cx="56880" cy="56880"/>
                </a:xfrm>
                <a:custGeom>
                  <a:rect b="b" l="l" r="r" t="t"/>
                  <a:pathLst>
                    <a:path extrusionOk="0" h="1787" w="1787">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50"/>
                <p:cNvSpPr/>
                <p:nvPr/>
              </p:nvSpPr>
              <p:spPr>
                <a:xfrm>
                  <a:off x="7685750" y="3516460"/>
                  <a:ext cx="56880" cy="56880"/>
                </a:xfrm>
                <a:custGeom>
                  <a:rect b="b" l="l" r="r" t="t"/>
                  <a:pathLst>
                    <a:path extrusionOk="0" h="1787" w="1787">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ntage Torn Paper Aesthetic Agency Infographics by Slidesgo">
  <a:themeElements>
    <a:clrScheme name="Simple Light">
      <a:dk1>
        <a:srgbClr val="9C786B"/>
      </a:dk1>
      <a:lt1>
        <a:srgbClr val="BA9F95"/>
      </a:lt1>
      <a:dk2>
        <a:srgbClr val="DABFB2"/>
      </a:dk2>
      <a:lt2>
        <a:srgbClr val="858CAC"/>
      </a:lt2>
      <a:accent1>
        <a:srgbClr val="CFD1DA"/>
      </a:accent1>
      <a:accent2>
        <a:srgbClr val="ADB0B8"/>
      </a:accent2>
      <a:accent3>
        <a:srgbClr val="E2E2E2"/>
      </a:accent3>
      <a:accent4>
        <a:srgbClr val="E7E3DA"/>
      </a:accent4>
      <a:accent5>
        <a:srgbClr val="FFFFFF"/>
      </a:accent5>
      <a:accent6>
        <a:srgbClr val="FFFFFF"/>
      </a:accent6>
      <a:hlink>
        <a:srgbClr val="9C786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